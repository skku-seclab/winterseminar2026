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301" r:id="rId2"/>
    <p:sldId id="323" r:id="rId3"/>
    <p:sldId id="326" r:id="rId4"/>
    <p:sldId id="327" r:id="rId5"/>
    <p:sldId id="328" r:id="rId6"/>
    <p:sldId id="329" r:id="rId7"/>
    <p:sldId id="330" r:id="rId8"/>
    <p:sldId id="302" r:id="rId9"/>
    <p:sldId id="331" r:id="rId10"/>
    <p:sldId id="314" r:id="rId11"/>
    <p:sldId id="315" r:id="rId12"/>
    <p:sldId id="313" r:id="rId13"/>
    <p:sldId id="307" r:id="rId14"/>
    <p:sldId id="332" r:id="rId15"/>
    <p:sldId id="333" r:id="rId16"/>
    <p:sldId id="308" r:id="rId17"/>
    <p:sldId id="319" r:id="rId18"/>
    <p:sldId id="336" r:id="rId19"/>
    <p:sldId id="337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7207D7-08A4-4D95-B704-ACC00066E44E}" v="1858" dt="2026-03-23T07:25:42.6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51" autoAdjust="0"/>
    <p:restoredTop sz="53888" autoAdjust="0"/>
  </p:normalViewPr>
  <p:slideViewPr>
    <p:cSldViewPr snapToGrid="0">
      <p:cViewPr varScale="1">
        <p:scale>
          <a:sx n="53" d="100"/>
          <a:sy n="53" d="100"/>
        </p:scale>
        <p:origin x="97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ngsukyeong" userId="fa730157-cd0a-41dd-bd1a-94f02b019d20" providerId="ADAL" clId="{D651A7CB-29B0-404C-8F6D-850A795FCC0B}"/>
    <pc:docChg chg="undo redo custSel addSld delSld modSld sldOrd">
      <pc:chgData name="bangsukyeong" userId="fa730157-cd0a-41dd-bd1a-94f02b019d20" providerId="ADAL" clId="{D651A7CB-29B0-404C-8F6D-850A795FCC0B}" dt="2026-03-23T05:46:56.686" v="69263" actId="20577"/>
      <pc:docMkLst>
        <pc:docMk/>
      </pc:docMkLst>
      <pc:sldChg chg="addSp delSp modSp add del mod ord modNotesTx">
        <pc:chgData name="bangsukyeong" userId="fa730157-cd0a-41dd-bd1a-94f02b019d20" providerId="ADAL" clId="{D651A7CB-29B0-404C-8F6D-850A795FCC0B}" dt="2026-03-22T07:16:13.845" v="52993" actId="2696"/>
        <pc:sldMkLst>
          <pc:docMk/>
          <pc:sldMk cId="661198033" sldId="300"/>
        </pc:sldMkLst>
      </pc:sldChg>
      <pc:sldChg chg="modSp new mod modNotesTx">
        <pc:chgData name="bangsukyeong" userId="fa730157-cd0a-41dd-bd1a-94f02b019d20" providerId="ADAL" clId="{D651A7CB-29B0-404C-8F6D-850A795FCC0B}" dt="2026-03-22T17:12:12.814" v="69119" actId="2711"/>
        <pc:sldMkLst>
          <pc:docMk/>
          <pc:sldMk cId="3779042884" sldId="301"/>
        </pc:sldMkLst>
        <pc:spChg chg="mod">
          <ac:chgData name="bangsukyeong" userId="fa730157-cd0a-41dd-bd1a-94f02b019d20" providerId="ADAL" clId="{D651A7CB-29B0-404C-8F6D-850A795FCC0B}" dt="2026-03-22T17:12:12.814" v="69119" actId="2711"/>
          <ac:spMkLst>
            <pc:docMk/>
            <pc:sldMk cId="3779042884" sldId="301"/>
            <ac:spMk id="2" creationId="{BA980AEB-D3AE-C3B5-A22D-0CE35CBBD816}"/>
          </ac:spMkLst>
        </pc:spChg>
        <pc:spChg chg="mod">
          <ac:chgData name="bangsukyeong" userId="fa730157-cd0a-41dd-bd1a-94f02b019d20" providerId="ADAL" clId="{D651A7CB-29B0-404C-8F6D-850A795FCC0B}" dt="2026-03-22T17:12:12.814" v="69119" actId="2711"/>
          <ac:spMkLst>
            <pc:docMk/>
            <pc:sldMk cId="3779042884" sldId="301"/>
            <ac:spMk id="3" creationId="{BB305203-BF6D-304A-87C9-8FFB7061518E}"/>
          </ac:spMkLst>
        </pc:spChg>
        <pc:spChg chg="mod">
          <ac:chgData name="bangsukyeong" userId="fa730157-cd0a-41dd-bd1a-94f02b019d20" providerId="ADAL" clId="{D651A7CB-29B0-404C-8F6D-850A795FCC0B}" dt="2026-03-22T17:12:12.814" v="69119" actId="2711"/>
          <ac:spMkLst>
            <pc:docMk/>
            <pc:sldMk cId="3779042884" sldId="301"/>
            <ac:spMk id="4" creationId="{E3EA80F9-C1BC-31B6-9B05-2CDAE4559986}"/>
          </ac:spMkLst>
        </pc:spChg>
      </pc:sldChg>
      <pc:sldChg chg="addSp delSp modSp add mod modNotesTx">
        <pc:chgData name="bangsukyeong" userId="fa730157-cd0a-41dd-bd1a-94f02b019d20" providerId="ADAL" clId="{D651A7CB-29B0-404C-8F6D-850A795FCC0B}" dt="2026-03-23T05:20:38.403" v="69262" actId="20577"/>
        <pc:sldMkLst>
          <pc:docMk/>
          <pc:sldMk cId="2511763032" sldId="302"/>
        </pc:sldMkLst>
        <pc:spChg chg="mod">
          <ac:chgData name="bangsukyeong" userId="fa730157-cd0a-41dd-bd1a-94f02b019d20" providerId="ADAL" clId="{D651A7CB-29B0-404C-8F6D-850A795FCC0B}" dt="2026-03-22T17:11:50.799" v="69112" actId="2711"/>
          <ac:spMkLst>
            <pc:docMk/>
            <pc:sldMk cId="2511763032" sldId="302"/>
            <ac:spMk id="2" creationId="{6BB73EB1-743F-FCDF-6BAD-49143130B9F6}"/>
          </ac:spMkLst>
        </pc:spChg>
        <pc:spChg chg="mod">
          <ac:chgData name="bangsukyeong" userId="fa730157-cd0a-41dd-bd1a-94f02b019d20" providerId="ADAL" clId="{D651A7CB-29B0-404C-8F6D-850A795FCC0B}" dt="2026-03-22T17:11:50.799" v="69112" actId="2711"/>
          <ac:spMkLst>
            <pc:docMk/>
            <pc:sldMk cId="2511763032" sldId="302"/>
            <ac:spMk id="6" creationId="{260FE449-64F1-335C-E123-C1C88D38BA87}"/>
          </ac:spMkLst>
        </pc:spChg>
        <pc:spChg chg="mod">
          <ac:chgData name="bangsukyeong" userId="fa730157-cd0a-41dd-bd1a-94f02b019d20" providerId="ADAL" clId="{D651A7CB-29B0-404C-8F6D-850A795FCC0B}" dt="2026-03-23T04:20:01.823" v="69201" actId="113"/>
          <ac:spMkLst>
            <pc:docMk/>
            <pc:sldMk cId="2511763032" sldId="302"/>
            <ac:spMk id="7" creationId="{4F995F73-CA15-D4D6-285D-87EEFA684C1E}"/>
          </ac:spMkLst>
        </pc:spChg>
        <pc:graphicFrameChg chg="add mod modGraphic">
          <ac:chgData name="bangsukyeong" userId="fa730157-cd0a-41dd-bd1a-94f02b019d20" providerId="ADAL" clId="{D651A7CB-29B0-404C-8F6D-850A795FCC0B}" dt="2026-03-23T05:20:38.403" v="69262" actId="20577"/>
          <ac:graphicFrameMkLst>
            <pc:docMk/>
            <pc:sldMk cId="2511763032" sldId="302"/>
            <ac:graphicFrameMk id="3" creationId="{5009E12D-9D20-805A-8A75-3F13782161E1}"/>
          </ac:graphicFrameMkLst>
        </pc:graphicFrameChg>
        <pc:picChg chg="add del mod modCrop">
          <ac:chgData name="bangsukyeong" userId="fa730157-cd0a-41dd-bd1a-94f02b019d20" providerId="ADAL" clId="{D651A7CB-29B0-404C-8F6D-850A795FCC0B}" dt="2026-03-22T12:27:28.418" v="59041" actId="21"/>
          <ac:picMkLst>
            <pc:docMk/>
            <pc:sldMk cId="2511763032" sldId="302"/>
            <ac:picMk id="4" creationId="{3ECF8CE0-1072-242A-4F47-83FCAD893417}"/>
          </ac:picMkLst>
        </pc:picChg>
      </pc:sldChg>
      <pc:sldChg chg="addSp delSp modSp add del mod modNotesTx">
        <pc:chgData name="bangsukyeong" userId="fa730157-cd0a-41dd-bd1a-94f02b019d20" providerId="ADAL" clId="{D651A7CB-29B0-404C-8F6D-850A795FCC0B}" dt="2026-03-22T17:09:04.837" v="69079" actId="2696"/>
        <pc:sldMkLst>
          <pc:docMk/>
          <pc:sldMk cId="336615333" sldId="303"/>
        </pc:sldMkLst>
        <pc:spChg chg="add mod">
          <ac:chgData name="bangsukyeong" userId="fa730157-cd0a-41dd-bd1a-94f02b019d20" providerId="ADAL" clId="{D651A7CB-29B0-404C-8F6D-850A795FCC0B}" dt="2026-03-22T15:16:01.908" v="63902"/>
          <ac:spMkLst>
            <pc:docMk/>
            <pc:sldMk cId="336615333" sldId="303"/>
            <ac:spMk id="3" creationId="{D64C7326-F927-9AA3-D5EC-367433375899}"/>
          </ac:spMkLst>
        </pc:spChg>
        <pc:spChg chg="mod">
          <ac:chgData name="bangsukyeong" userId="fa730157-cd0a-41dd-bd1a-94f02b019d20" providerId="ADAL" clId="{D651A7CB-29B0-404C-8F6D-850A795FCC0B}" dt="2026-03-22T15:03:40.244" v="63901" actId="20577"/>
          <ac:spMkLst>
            <pc:docMk/>
            <pc:sldMk cId="336615333" sldId="303"/>
            <ac:spMk id="7" creationId="{64A33726-02A6-5AF8-BC47-5353248A0487}"/>
          </ac:spMkLst>
        </pc:spChg>
        <pc:picChg chg="add del mod">
          <ac:chgData name="bangsukyeong" userId="fa730157-cd0a-41dd-bd1a-94f02b019d20" providerId="ADAL" clId="{D651A7CB-29B0-404C-8F6D-850A795FCC0B}" dt="2026-03-22T15:44:29.131" v="64735" actId="21"/>
          <ac:picMkLst>
            <pc:docMk/>
            <pc:sldMk cId="336615333" sldId="303"/>
            <ac:picMk id="4" creationId="{F023D9B7-97D2-FD09-5E77-03A5C47A4617}"/>
          </ac:picMkLst>
        </pc:picChg>
      </pc:sldChg>
      <pc:sldChg chg="addSp delSp modSp add del mod modNotesTx">
        <pc:chgData name="bangsukyeong" userId="fa730157-cd0a-41dd-bd1a-94f02b019d20" providerId="ADAL" clId="{D651A7CB-29B0-404C-8F6D-850A795FCC0B}" dt="2026-03-22T08:54:35.361" v="56107" actId="2696"/>
        <pc:sldMkLst>
          <pc:docMk/>
          <pc:sldMk cId="1062665158" sldId="304"/>
        </pc:sldMkLst>
        <pc:spChg chg="add del mod">
          <ac:chgData name="bangsukyeong" userId="fa730157-cd0a-41dd-bd1a-94f02b019d20" providerId="ADAL" clId="{D651A7CB-29B0-404C-8F6D-850A795FCC0B}" dt="2026-03-22T08:37:35.694" v="55006" actId="21"/>
          <ac:spMkLst>
            <pc:docMk/>
            <pc:sldMk cId="1062665158" sldId="304"/>
            <ac:spMk id="5" creationId="{CFBDA6F8-F6C9-3E0C-2F6A-3A8261E82ACF}"/>
          </ac:spMkLst>
        </pc:spChg>
        <pc:spChg chg="mod">
          <ac:chgData name="bangsukyeong" userId="fa730157-cd0a-41dd-bd1a-94f02b019d20" providerId="ADAL" clId="{D651A7CB-29B0-404C-8F6D-850A795FCC0B}" dt="2026-03-22T08:29:50.278" v="55001" actId="403"/>
          <ac:spMkLst>
            <pc:docMk/>
            <pc:sldMk cId="1062665158" sldId="304"/>
            <ac:spMk id="7" creationId="{5AF318B4-CF1F-2B45-A19A-22272FF5132F}"/>
          </ac:spMkLst>
        </pc:spChg>
        <pc:grpChg chg="add mod">
          <ac:chgData name="bangsukyeong" userId="fa730157-cd0a-41dd-bd1a-94f02b019d20" providerId="ADAL" clId="{D651A7CB-29B0-404C-8F6D-850A795FCC0B}" dt="2026-03-22T08:52:18.732" v="56034" actId="164"/>
          <ac:grpSpMkLst>
            <pc:docMk/>
            <pc:sldMk cId="1062665158" sldId="304"/>
            <ac:grpSpMk id="4" creationId="{7111ABC0-DC0B-61F2-9ED2-DACA16CC8545}"/>
          </ac:grpSpMkLst>
        </pc:grpChg>
        <pc:picChg chg="add mod modCrop">
          <ac:chgData name="bangsukyeong" userId="fa730157-cd0a-41dd-bd1a-94f02b019d20" providerId="ADAL" clId="{D651A7CB-29B0-404C-8F6D-850A795FCC0B}" dt="2026-03-22T08:52:18.732" v="56034" actId="164"/>
          <ac:picMkLst>
            <pc:docMk/>
            <pc:sldMk cId="1062665158" sldId="304"/>
            <ac:picMk id="10" creationId="{44FAD9F3-A723-2A2E-FCBF-FAF30063DEFD}"/>
          </ac:picMkLst>
        </pc:picChg>
        <pc:picChg chg="add mod">
          <ac:chgData name="bangsukyeong" userId="fa730157-cd0a-41dd-bd1a-94f02b019d20" providerId="ADAL" clId="{D651A7CB-29B0-404C-8F6D-850A795FCC0B}" dt="2026-03-22T08:38:51.317" v="55172" actId="1076"/>
          <ac:picMkLst>
            <pc:docMk/>
            <pc:sldMk cId="1062665158" sldId="304"/>
            <ac:picMk id="14" creationId="{102071FF-6615-725B-C7DB-4549D704BC03}"/>
          </ac:picMkLst>
        </pc:picChg>
        <pc:cxnChg chg="add mod">
          <ac:chgData name="bangsukyeong" userId="fa730157-cd0a-41dd-bd1a-94f02b019d20" providerId="ADAL" clId="{D651A7CB-29B0-404C-8F6D-850A795FCC0B}" dt="2026-03-22T08:52:18.732" v="56034" actId="164"/>
          <ac:cxnSpMkLst>
            <pc:docMk/>
            <pc:sldMk cId="1062665158" sldId="304"/>
            <ac:cxnSpMk id="19" creationId="{45DB3CD3-A990-90D5-3302-24B94DC09A98}"/>
          </ac:cxnSpMkLst>
        </pc:cxnChg>
      </pc:sldChg>
      <pc:sldChg chg="modSp add del mod ord modNotesTx">
        <pc:chgData name="bangsukyeong" userId="fa730157-cd0a-41dd-bd1a-94f02b019d20" providerId="ADAL" clId="{D651A7CB-29B0-404C-8F6D-850A795FCC0B}" dt="2026-03-22T12:28:10.347" v="59047" actId="2696"/>
        <pc:sldMkLst>
          <pc:docMk/>
          <pc:sldMk cId="675097056" sldId="305"/>
        </pc:sldMkLst>
      </pc:sldChg>
      <pc:sldChg chg="addSp delSp modSp add del mod modNotesTx">
        <pc:chgData name="bangsukyeong" userId="fa730157-cd0a-41dd-bd1a-94f02b019d20" providerId="ADAL" clId="{D651A7CB-29B0-404C-8F6D-850A795FCC0B}" dt="2026-03-22T13:17:19.269" v="60222" actId="2696"/>
        <pc:sldMkLst>
          <pc:docMk/>
          <pc:sldMk cId="785739751" sldId="306"/>
        </pc:sldMkLst>
        <pc:picChg chg="add del mod">
          <ac:chgData name="bangsukyeong" userId="fa730157-cd0a-41dd-bd1a-94f02b019d20" providerId="ADAL" clId="{D651A7CB-29B0-404C-8F6D-850A795FCC0B}" dt="2026-03-22T13:16:48.265" v="60209" actId="478"/>
          <ac:picMkLst>
            <pc:docMk/>
            <pc:sldMk cId="785739751" sldId="306"/>
            <ac:picMk id="4" creationId="{957BDC49-B918-48C7-4682-5272BCA7E6D3}"/>
          </ac:picMkLst>
        </pc:picChg>
        <pc:picChg chg="add del mod">
          <ac:chgData name="bangsukyeong" userId="fa730157-cd0a-41dd-bd1a-94f02b019d20" providerId="ADAL" clId="{D651A7CB-29B0-404C-8F6D-850A795FCC0B}" dt="2026-03-22T07:26:19.128" v="53113" actId="21"/>
          <ac:picMkLst>
            <pc:docMk/>
            <pc:sldMk cId="785739751" sldId="306"/>
            <ac:picMk id="5" creationId="{13B81AE4-6036-45D4-E3DA-E29684A77DF1}"/>
          </ac:picMkLst>
        </pc:picChg>
        <pc:picChg chg="add del mod">
          <ac:chgData name="bangsukyeong" userId="fa730157-cd0a-41dd-bd1a-94f02b019d20" providerId="ADAL" clId="{D651A7CB-29B0-404C-8F6D-850A795FCC0B}" dt="2026-03-22T12:29:56.195" v="59155" actId="21"/>
          <ac:picMkLst>
            <pc:docMk/>
            <pc:sldMk cId="785739751" sldId="306"/>
            <ac:picMk id="10" creationId="{71F32973-C47E-568C-58FB-61CD2D3C3B35}"/>
          </ac:picMkLst>
        </pc:picChg>
      </pc:sldChg>
      <pc:sldChg chg="addSp delSp modSp add mod modAnim modNotesTx">
        <pc:chgData name="bangsukyeong" userId="fa730157-cd0a-41dd-bd1a-94f02b019d20" providerId="ADAL" clId="{D651A7CB-29B0-404C-8F6D-850A795FCC0B}" dt="2026-03-23T04:32:24.537" v="69215" actId="1076"/>
        <pc:sldMkLst>
          <pc:docMk/>
          <pc:sldMk cId="4209546232" sldId="307"/>
        </pc:sldMkLst>
        <pc:spChg chg="mod">
          <ac:chgData name="bangsukyeong" userId="fa730157-cd0a-41dd-bd1a-94f02b019d20" providerId="ADAL" clId="{D651A7CB-29B0-404C-8F6D-850A795FCC0B}" dt="2026-03-22T17:11:32.382" v="69107" actId="2711"/>
          <ac:spMkLst>
            <pc:docMk/>
            <pc:sldMk cId="4209546232" sldId="307"/>
            <ac:spMk id="2" creationId="{6A8B5E6C-1058-D531-4137-ED356B891F78}"/>
          </ac:spMkLst>
        </pc:spChg>
        <pc:spChg chg="add del mod">
          <ac:chgData name="bangsukyeong" userId="fa730157-cd0a-41dd-bd1a-94f02b019d20" providerId="ADAL" clId="{D651A7CB-29B0-404C-8F6D-850A795FCC0B}" dt="2026-03-22T14:06:48.488" v="63253" actId="21"/>
          <ac:spMkLst>
            <pc:docMk/>
            <pc:sldMk cId="4209546232" sldId="307"/>
            <ac:spMk id="3" creationId="{E06045A8-907B-1FAA-154A-3F52A51FCDFF}"/>
          </ac:spMkLst>
        </pc:spChg>
        <pc:spChg chg="add mod">
          <ac:chgData name="bangsukyeong" userId="fa730157-cd0a-41dd-bd1a-94f02b019d20" providerId="ADAL" clId="{D651A7CB-29B0-404C-8F6D-850A795FCC0B}" dt="2026-03-23T04:32:24.537" v="69215" actId="1076"/>
          <ac:spMkLst>
            <pc:docMk/>
            <pc:sldMk cId="4209546232" sldId="307"/>
            <ac:spMk id="4" creationId="{17E98251-D527-3BEE-24E9-B6BCF2FB1CB4}"/>
          </ac:spMkLst>
        </pc:spChg>
        <pc:spChg chg="mod">
          <ac:chgData name="bangsukyeong" userId="fa730157-cd0a-41dd-bd1a-94f02b019d20" providerId="ADAL" clId="{D651A7CB-29B0-404C-8F6D-850A795FCC0B}" dt="2026-03-22T17:11:32.382" v="69107" actId="2711"/>
          <ac:spMkLst>
            <pc:docMk/>
            <pc:sldMk cId="4209546232" sldId="307"/>
            <ac:spMk id="6" creationId="{8E7EB8C6-AC1F-0D04-C495-FE437DA275BF}"/>
          </ac:spMkLst>
        </pc:spChg>
        <pc:spChg chg="del mod">
          <ac:chgData name="bangsukyeong" userId="fa730157-cd0a-41dd-bd1a-94f02b019d20" providerId="ADAL" clId="{D651A7CB-29B0-404C-8F6D-850A795FCC0B}" dt="2026-03-22T14:06:44.901" v="63250" actId="21"/>
          <ac:spMkLst>
            <pc:docMk/>
            <pc:sldMk cId="4209546232" sldId="307"/>
            <ac:spMk id="7" creationId="{5237C3C9-F8DB-31F8-06FB-1FE8ED0EE36C}"/>
          </ac:spMkLst>
        </pc:spChg>
        <pc:spChg chg="add del mod">
          <ac:chgData name="bangsukyeong" userId="fa730157-cd0a-41dd-bd1a-94f02b019d20" providerId="ADAL" clId="{D651A7CB-29B0-404C-8F6D-850A795FCC0B}" dt="2026-03-22T14:06:31.633" v="63247" actId="21"/>
          <ac:spMkLst>
            <pc:docMk/>
            <pc:sldMk cId="4209546232" sldId="307"/>
            <ac:spMk id="9" creationId="{06B7A8FA-8E28-D8D7-70F9-046BDE6FFC1E}"/>
          </ac:spMkLst>
        </pc:spChg>
        <pc:spChg chg="add del mod">
          <ac:chgData name="bangsukyeong" userId="fa730157-cd0a-41dd-bd1a-94f02b019d20" providerId="ADAL" clId="{D651A7CB-29B0-404C-8F6D-850A795FCC0B}" dt="2026-03-22T14:06:47.121" v="63251" actId="21"/>
          <ac:spMkLst>
            <pc:docMk/>
            <pc:sldMk cId="4209546232" sldId="307"/>
            <ac:spMk id="10" creationId="{F380ED29-8F11-8BAE-2825-92FD2B5928E8}"/>
          </ac:spMkLst>
        </pc:spChg>
        <pc:spChg chg="add mod">
          <ac:chgData name="bangsukyeong" userId="fa730157-cd0a-41dd-bd1a-94f02b019d20" providerId="ADAL" clId="{D651A7CB-29B0-404C-8F6D-850A795FCC0B}" dt="2026-03-22T17:41:51.658" v="69126" actId="21"/>
          <ac:spMkLst>
            <pc:docMk/>
            <pc:sldMk cId="4209546232" sldId="307"/>
            <ac:spMk id="11" creationId="{CAF248F6-6287-34D4-2E42-9B2660C96FC0}"/>
          </ac:spMkLst>
        </pc:spChg>
        <pc:spChg chg="add mod">
          <ac:chgData name="bangsukyeong" userId="fa730157-cd0a-41dd-bd1a-94f02b019d20" providerId="ADAL" clId="{D651A7CB-29B0-404C-8F6D-850A795FCC0B}" dt="2026-03-22T14:08:09.845" v="63291" actId="164"/>
          <ac:spMkLst>
            <pc:docMk/>
            <pc:sldMk cId="4209546232" sldId="307"/>
            <ac:spMk id="13" creationId="{5C27FA3D-3732-1BB6-D029-6C1D51CFE068}"/>
          </ac:spMkLst>
        </pc:spChg>
        <pc:spChg chg="add mod">
          <ac:chgData name="bangsukyeong" userId="fa730157-cd0a-41dd-bd1a-94f02b019d20" providerId="ADAL" clId="{D651A7CB-29B0-404C-8F6D-850A795FCC0B}" dt="2026-03-22T14:08:09.845" v="63291" actId="164"/>
          <ac:spMkLst>
            <pc:docMk/>
            <pc:sldMk cId="4209546232" sldId="307"/>
            <ac:spMk id="14" creationId="{00629ECB-B274-CF88-65C9-289A380EA492}"/>
          </ac:spMkLst>
        </pc:spChg>
        <pc:spChg chg="add del mod">
          <ac:chgData name="bangsukyeong" userId="fa730157-cd0a-41dd-bd1a-94f02b019d20" providerId="ADAL" clId="{D651A7CB-29B0-404C-8F6D-850A795FCC0B}" dt="2026-03-22T15:16:12.985" v="63905" actId="21"/>
          <ac:spMkLst>
            <pc:docMk/>
            <pc:sldMk cId="4209546232" sldId="307"/>
            <ac:spMk id="16" creationId="{85ED27E1-8DF8-32B4-EECF-17565FE2682A}"/>
          </ac:spMkLst>
        </pc:spChg>
        <pc:spChg chg="add mod">
          <ac:chgData name="bangsukyeong" userId="fa730157-cd0a-41dd-bd1a-94f02b019d20" providerId="ADAL" clId="{D651A7CB-29B0-404C-8F6D-850A795FCC0B}" dt="2026-03-22T17:11:32.382" v="69107" actId="2711"/>
          <ac:spMkLst>
            <pc:docMk/>
            <pc:sldMk cId="4209546232" sldId="307"/>
            <ac:spMk id="27" creationId="{023E1908-91F7-36F3-7A9D-48C0AEFD2D3B}"/>
          </ac:spMkLst>
        </pc:spChg>
        <pc:grpChg chg="add mod">
          <ac:chgData name="bangsukyeong" userId="fa730157-cd0a-41dd-bd1a-94f02b019d20" providerId="ADAL" clId="{D651A7CB-29B0-404C-8F6D-850A795FCC0B}" dt="2026-03-22T17:09:19.257" v="69083" actId="1076"/>
          <ac:grpSpMkLst>
            <pc:docMk/>
            <pc:sldMk cId="4209546232" sldId="307"/>
            <ac:grpSpMk id="3" creationId="{1298E84D-2329-9E7B-52F2-64DDD142EE1D}"/>
          </ac:grpSpMkLst>
        </pc:grpChg>
        <pc:grpChg chg="add del mod">
          <ac:chgData name="bangsukyeong" userId="fa730157-cd0a-41dd-bd1a-94f02b019d20" providerId="ADAL" clId="{D651A7CB-29B0-404C-8F6D-850A795FCC0B}" dt="2026-03-22T15:27:08.622" v="64003" actId="21"/>
          <ac:grpSpMkLst>
            <pc:docMk/>
            <pc:sldMk cId="4209546232" sldId="307"/>
            <ac:grpSpMk id="15" creationId="{6018D311-8A3A-EF59-E588-73A107459F0F}"/>
          </ac:grpSpMkLst>
        </pc:grpChg>
        <pc:picChg chg="add del mod modCrop">
          <ac:chgData name="bangsukyeong" userId="fa730157-cd0a-41dd-bd1a-94f02b019d20" providerId="ADAL" clId="{D651A7CB-29B0-404C-8F6D-850A795FCC0B}" dt="2026-03-22T14:07:26.197" v="63275" actId="21"/>
          <ac:picMkLst>
            <pc:docMk/>
            <pc:sldMk cId="4209546232" sldId="307"/>
            <ac:picMk id="4" creationId="{4EE39B79-71B3-DF78-4BC7-C29061CB484A}"/>
          </ac:picMkLst>
        </pc:picChg>
        <pc:picChg chg="add mod">
          <ac:chgData name="bangsukyeong" userId="fa730157-cd0a-41dd-bd1a-94f02b019d20" providerId="ADAL" clId="{D651A7CB-29B0-404C-8F6D-850A795FCC0B}" dt="2026-03-22T14:08:09.845" v="63291" actId="164"/>
          <ac:picMkLst>
            <pc:docMk/>
            <pc:sldMk cId="4209546232" sldId="307"/>
            <ac:picMk id="12" creationId="{BAF40F11-CDFA-7BD3-CF85-49A11B4823D6}"/>
          </ac:picMkLst>
        </pc:picChg>
        <pc:picChg chg="add del mod">
          <ac:chgData name="bangsukyeong" userId="fa730157-cd0a-41dd-bd1a-94f02b019d20" providerId="ADAL" clId="{D651A7CB-29B0-404C-8F6D-850A795FCC0B}" dt="2026-03-22T15:27:29.737" v="64016" actId="21"/>
          <ac:picMkLst>
            <pc:docMk/>
            <pc:sldMk cId="4209546232" sldId="307"/>
            <ac:picMk id="18" creationId="{92EED816-6D52-D92E-3150-2D86316F28A4}"/>
          </ac:picMkLst>
        </pc:picChg>
        <pc:picChg chg="add mod">
          <ac:chgData name="bangsukyeong" userId="fa730157-cd0a-41dd-bd1a-94f02b019d20" providerId="ADAL" clId="{D651A7CB-29B0-404C-8F6D-850A795FCC0B}" dt="2026-03-22T17:09:21.365" v="69085" actId="1076"/>
          <ac:picMkLst>
            <pc:docMk/>
            <pc:sldMk cId="4209546232" sldId="307"/>
            <ac:picMk id="20" creationId="{A4AE6837-B3EA-E9BB-DB3E-C0205DA64EE8}"/>
          </ac:picMkLst>
        </pc:picChg>
        <pc:picChg chg="add del mod modCrop">
          <ac:chgData name="bangsukyeong" userId="fa730157-cd0a-41dd-bd1a-94f02b019d20" providerId="ADAL" clId="{D651A7CB-29B0-404C-8F6D-850A795FCC0B}" dt="2026-03-22T15:39:32.380" v="64246" actId="21"/>
          <ac:picMkLst>
            <pc:docMk/>
            <pc:sldMk cId="4209546232" sldId="307"/>
            <ac:picMk id="22" creationId="{4CDA22BB-63A1-532E-035F-2B67BAE9662C}"/>
          </ac:picMkLst>
        </pc:picChg>
        <pc:picChg chg="add mod">
          <ac:chgData name="bangsukyeong" userId="fa730157-cd0a-41dd-bd1a-94f02b019d20" providerId="ADAL" clId="{D651A7CB-29B0-404C-8F6D-850A795FCC0B}" dt="2026-03-22T17:09:20.186" v="69084" actId="1076"/>
          <ac:picMkLst>
            <pc:docMk/>
            <pc:sldMk cId="4209546232" sldId="307"/>
            <ac:picMk id="24" creationId="{6232C261-4B75-EB4A-7AE8-64848F5E4F94}"/>
          </ac:picMkLst>
        </pc:picChg>
        <pc:picChg chg="add mod">
          <ac:chgData name="bangsukyeong" userId="fa730157-cd0a-41dd-bd1a-94f02b019d20" providerId="ADAL" clId="{D651A7CB-29B0-404C-8F6D-850A795FCC0B}" dt="2026-03-22T17:08:38.828" v="69065" actId="164"/>
          <ac:picMkLst>
            <pc:docMk/>
            <pc:sldMk cId="4209546232" sldId="307"/>
            <ac:picMk id="26" creationId="{1BBC7441-382C-A79F-54C2-A9BF552C71C5}"/>
          </ac:picMkLst>
        </pc:picChg>
        <pc:cxnChg chg="mod">
          <ac:chgData name="bangsukyeong" userId="fa730157-cd0a-41dd-bd1a-94f02b019d20" providerId="ADAL" clId="{D651A7CB-29B0-404C-8F6D-850A795FCC0B}" dt="2026-03-22T14:06:30.149" v="63246" actId="1076"/>
          <ac:cxnSpMkLst>
            <pc:docMk/>
            <pc:sldMk cId="4209546232" sldId="307"/>
            <ac:cxnSpMk id="8" creationId="{635BCD9F-9E4E-6834-00FA-6955D03EF203}"/>
          </ac:cxnSpMkLst>
        </pc:cxnChg>
      </pc:sldChg>
      <pc:sldChg chg="addSp delSp modSp add mod modNotesTx">
        <pc:chgData name="bangsukyeong" userId="fa730157-cd0a-41dd-bd1a-94f02b019d20" providerId="ADAL" clId="{D651A7CB-29B0-404C-8F6D-850A795FCC0B}" dt="2026-03-23T04:39:25.125" v="69221" actId="2710"/>
        <pc:sldMkLst>
          <pc:docMk/>
          <pc:sldMk cId="2176794714" sldId="308"/>
        </pc:sldMkLst>
        <pc:spChg chg="mod">
          <ac:chgData name="bangsukyeong" userId="fa730157-cd0a-41dd-bd1a-94f02b019d20" providerId="ADAL" clId="{D651A7CB-29B0-404C-8F6D-850A795FCC0B}" dt="2026-03-22T17:11:10.657" v="69103" actId="2711"/>
          <ac:spMkLst>
            <pc:docMk/>
            <pc:sldMk cId="2176794714" sldId="308"/>
            <ac:spMk id="2" creationId="{4FE402EC-4AED-E00A-FC87-04798BEE51E0}"/>
          </ac:spMkLst>
        </pc:spChg>
        <pc:spChg chg="add">
          <ac:chgData name="bangsukyeong" userId="fa730157-cd0a-41dd-bd1a-94f02b019d20" providerId="ADAL" clId="{D651A7CB-29B0-404C-8F6D-850A795FCC0B}" dt="2026-03-22T16:34:14.655" v="68102"/>
          <ac:spMkLst>
            <pc:docMk/>
            <pc:sldMk cId="2176794714" sldId="308"/>
            <ac:spMk id="3" creationId="{AA659D68-1745-58A7-F0A3-2ED22B2DAA85}"/>
          </ac:spMkLst>
        </pc:spChg>
        <pc:spChg chg="add">
          <ac:chgData name="bangsukyeong" userId="fa730157-cd0a-41dd-bd1a-94f02b019d20" providerId="ADAL" clId="{D651A7CB-29B0-404C-8F6D-850A795FCC0B}" dt="2026-03-22T16:34:16.300" v="68103"/>
          <ac:spMkLst>
            <pc:docMk/>
            <pc:sldMk cId="2176794714" sldId="308"/>
            <ac:spMk id="4" creationId="{F5ED3E26-2395-B5E3-D172-E6FD7DAF3171}"/>
          </ac:spMkLst>
        </pc:spChg>
        <pc:spChg chg="mod">
          <ac:chgData name="bangsukyeong" userId="fa730157-cd0a-41dd-bd1a-94f02b019d20" providerId="ADAL" clId="{D651A7CB-29B0-404C-8F6D-850A795FCC0B}" dt="2026-03-22T17:11:10.657" v="69103" actId="2711"/>
          <ac:spMkLst>
            <pc:docMk/>
            <pc:sldMk cId="2176794714" sldId="308"/>
            <ac:spMk id="6" creationId="{D698309C-BB32-03EA-A959-71BFCF45DB98}"/>
          </ac:spMkLst>
        </pc:spChg>
        <pc:spChg chg="mod">
          <ac:chgData name="bangsukyeong" userId="fa730157-cd0a-41dd-bd1a-94f02b019d20" providerId="ADAL" clId="{D651A7CB-29B0-404C-8F6D-850A795FCC0B}" dt="2026-03-23T04:39:25.125" v="69221" actId="2710"/>
          <ac:spMkLst>
            <pc:docMk/>
            <pc:sldMk cId="2176794714" sldId="308"/>
            <ac:spMk id="7" creationId="{F346CB91-33F1-6425-4335-88B64EFD258C}"/>
          </ac:spMkLst>
        </pc:spChg>
      </pc:sldChg>
      <pc:sldChg chg="addSp delSp modSp add del mod ord modNotesTx">
        <pc:chgData name="bangsukyeong" userId="fa730157-cd0a-41dd-bd1a-94f02b019d20" providerId="ADAL" clId="{D651A7CB-29B0-404C-8F6D-850A795FCC0B}" dt="2026-03-22T07:00:47.227" v="51895" actId="2696"/>
        <pc:sldMkLst>
          <pc:docMk/>
          <pc:sldMk cId="761839613" sldId="309"/>
        </pc:sldMkLst>
        <pc:spChg chg="add del mod">
          <ac:chgData name="bangsukyeong" userId="fa730157-cd0a-41dd-bd1a-94f02b019d20" providerId="ADAL" clId="{D651A7CB-29B0-404C-8F6D-850A795FCC0B}" dt="2026-03-22T07:00:39.784" v="51892" actId="21"/>
          <ac:spMkLst>
            <pc:docMk/>
            <pc:sldMk cId="761839613" sldId="309"/>
            <ac:spMk id="3" creationId="{9DE53FCA-9CEC-0B2B-4DCA-1B84315203EB}"/>
          </ac:spMkLst>
        </pc:spChg>
        <pc:spChg chg="add del mod">
          <ac:chgData name="bangsukyeong" userId="fa730157-cd0a-41dd-bd1a-94f02b019d20" providerId="ADAL" clId="{D651A7CB-29B0-404C-8F6D-850A795FCC0B}" dt="2026-03-22T06:57:24.365" v="51823" actId="21"/>
          <ac:spMkLst>
            <pc:docMk/>
            <pc:sldMk cId="761839613" sldId="309"/>
            <ac:spMk id="4" creationId="{2A2DAECA-1A1F-794F-3D58-231BAA9EE43F}"/>
          </ac:spMkLst>
        </pc:spChg>
        <pc:spChg chg="add del mod">
          <ac:chgData name="bangsukyeong" userId="fa730157-cd0a-41dd-bd1a-94f02b019d20" providerId="ADAL" clId="{D651A7CB-29B0-404C-8F6D-850A795FCC0B}" dt="2026-03-22T07:00:39.784" v="51892" actId="21"/>
          <ac:spMkLst>
            <pc:docMk/>
            <pc:sldMk cId="761839613" sldId="309"/>
            <ac:spMk id="5" creationId="{AEBED73D-01B6-3D10-F6A2-3E1B04F9F5FD}"/>
          </ac:spMkLst>
        </pc:spChg>
        <pc:spChg chg="add del mod">
          <ac:chgData name="bangsukyeong" userId="fa730157-cd0a-41dd-bd1a-94f02b019d20" providerId="ADAL" clId="{D651A7CB-29B0-404C-8F6D-850A795FCC0B}" dt="2026-03-22T06:57:26.167" v="51825" actId="21"/>
          <ac:spMkLst>
            <pc:docMk/>
            <pc:sldMk cId="761839613" sldId="309"/>
            <ac:spMk id="9" creationId="{2FB5F298-BFDB-0C1D-B2BD-F39668C7D8F9}"/>
          </ac:spMkLst>
        </pc:spChg>
        <pc:spChg chg="add del mod">
          <ac:chgData name="bangsukyeong" userId="fa730157-cd0a-41dd-bd1a-94f02b019d20" providerId="ADAL" clId="{D651A7CB-29B0-404C-8F6D-850A795FCC0B}" dt="2026-03-22T07:00:39.784" v="51892" actId="21"/>
          <ac:spMkLst>
            <pc:docMk/>
            <pc:sldMk cId="761839613" sldId="309"/>
            <ac:spMk id="10" creationId="{250D8485-4A3F-7D02-7805-B4A17038A0EB}"/>
          </ac:spMkLst>
        </pc:spChg>
      </pc:sldChg>
      <pc:sldChg chg="addSp delSp modSp add del mod ord modNotesTx">
        <pc:chgData name="bangsukyeong" userId="fa730157-cd0a-41dd-bd1a-94f02b019d20" providerId="ADAL" clId="{D651A7CB-29B0-404C-8F6D-850A795FCC0B}" dt="2026-03-22T08:59:58.482" v="56222" actId="2696"/>
        <pc:sldMkLst>
          <pc:docMk/>
          <pc:sldMk cId="3207419597" sldId="310"/>
        </pc:sldMkLst>
        <pc:spChg chg="add mod">
          <ac:chgData name="bangsukyeong" userId="fa730157-cd0a-41dd-bd1a-94f02b019d20" providerId="ADAL" clId="{D651A7CB-29B0-404C-8F6D-850A795FCC0B}" dt="2026-03-22T08:37:37.605" v="55007"/>
          <ac:spMkLst>
            <pc:docMk/>
            <pc:sldMk cId="3207419597" sldId="310"/>
            <ac:spMk id="3" creationId="{CFBDA6F8-F6C9-3E0C-2F6A-3A8261E82ACF}"/>
          </ac:spMkLst>
        </pc:spChg>
        <pc:spChg chg="add del mod">
          <ac:chgData name="bangsukyeong" userId="fa730157-cd0a-41dd-bd1a-94f02b019d20" providerId="ADAL" clId="{D651A7CB-29B0-404C-8F6D-850A795FCC0B}" dt="2026-03-22T08:59:53.342" v="56221" actId="21"/>
          <ac:spMkLst>
            <pc:docMk/>
            <pc:sldMk cId="3207419597" sldId="310"/>
            <ac:spMk id="4" creationId="{0FBAC501-03A2-0D30-1766-780D3A3C8026}"/>
          </ac:spMkLst>
        </pc:spChg>
      </pc:sldChg>
      <pc:sldChg chg="addSp delSp modSp add del mod">
        <pc:chgData name="bangsukyeong" userId="fa730157-cd0a-41dd-bd1a-94f02b019d20" providerId="ADAL" clId="{D651A7CB-29B0-404C-8F6D-850A795FCC0B}" dt="2026-03-22T09:00:36.829" v="56229" actId="2696"/>
        <pc:sldMkLst>
          <pc:docMk/>
          <pc:sldMk cId="3705536176" sldId="311"/>
        </pc:sldMkLst>
        <pc:spChg chg="add del mod">
          <ac:chgData name="bangsukyeong" userId="fa730157-cd0a-41dd-bd1a-94f02b019d20" providerId="ADAL" clId="{D651A7CB-29B0-404C-8F6D-850A795FCC0B}" dt="2026-03-22T08:37:42.919" v="55010" actId="21"/>
          <ac:spMkLst>
            <pc:docMk/>
            <pc:sldMk cId="3705536176" sldId="311"/>
            <ac:spMk id="3" creationId="{17480229-684D-F0DA-D25B-07A085EE2788}"/>
          </ac:spMkLst>
        </pc:spChg>
      </pc:sldChg>
      <pc:sldChg chg="delSp modSp add del mod ord">
        <pc:chgData name="bangsukyeong" userId="fa730157-cd0a-41dd-bd1a-94f02b019d20" providerId="ADAL" clId="{D651A7CB-29B0-404C-8F6D-850A795FCC0B}" dt="2026-03-22T11:48:49.650" v="57678" actId="2696"/>
        <pc:sldMkLst>
          <pc:docMk/>
          <pc:sldMk cId="3284378783" sldId="312"/>
        </pc:sldMkLst>
        <pc:spChg chg="mod">
          <ac:chgData name="bangsukyeong" userId="fa730157-cd0a-41dd-bd1a-94f02b019d20" providerId="ADAL" clId="{D651A7CB-29B0-404C-8F6D-850A795FCC0B}" dt="2026-03-22T09:01:30.565" v="56246" actId="20577"/>
          <ac:spMkLst>
            <pc:docMk/>
            <pc:sldMk cId="3284378783" sldId="312"/>
            <ac:spMk id="2" creationId="{9D72EA0B-1E98-89E7-49F6-EB629136251A}"/>
          </ac:spMkLst>
        </pc:spChg>
        <pc:spChg chg="del mod">
          <ac:chgData name="bangsukyeong" userId="fa730157-cd0a-41dd-bd1a-94f02b019d20" providerId="ADAL" clId="{D651A7CB-29B0-404C-8F6D-850A795FCC0B}" dt="2026-03-22T09:01:00.375" v="56236" actId="21"/>
          <ac:spMkLst>
            <pc:docMk/>
            <pc:sldMk cId="3284378783" sldId="312"/>
            <ac:spMk id="7" creationId="{FBB21B0D-909B-9318-19AB-E357D0D59386}"/>
          </ac:spMkLst>
        </pc:spChg>
      </pc:sldChg>
      <pc:sldChg chg="addSp delSp modSp add mod modNotesTx">
        <pc:chgData name="bangsukyeong" userId="fa730157-cd0a-41dd-bd1a-94f02b019d20" providerId="ADAL" clId="{D651A7CB-29B0-404C-8F6D-850A795FCC0B}" dt="2026-03-22T17:11:36.261" v="69108" actId="2711"/>
        <pc:sldMkLst>
          <pc:docMk/>
          <pc:sldMk cId="2791182664" sldId="313"/>
        </pc:sldMkLst>
        <pc:spChg chg="mod">
          <ac:chgData name="bangsukyeong" userId="fa730157-cd0a-41dd-bd1a-94f02b019d20" providerId="ADAL" clId="{D651A7CB-29B0-404C-8F6D-850A795FCC0B}" dt="2026-03-22T17:11:36.261" v="69108" actId="2711"/>
          <ac:spMkLst>
            <pc:docMk/>
            <pc:sldMk cId="2791182664" sldId="313"/>
            <ac:spMk id="2" creationId="{EC1A1F12-D505-3348-E8EE-6A6132F89399}"/>
          </ac:spMkLst>
        </pc:spChg>
        <pc:spChg chg="add del mod">
          <ac:chgData name="bangsukyeong" userId="fa730157-cd0a-41dd-bd1a-94f02b019d20" providerId="ADAL" clId="{D651A7CB-29B0-404C-8F6D-850A795FCC0B}" dt="2026-03-22T13:19:04.552" v="60258" actId="21"/>
          <ac:spMkLst>
            <pc:docMk/>
            <pc:sldMk cId="2791182664" sldId="313"/>
            <ac:spMk id="5" creationId="{DBD423F9-CFF1-6423-E729-6D7EE3BC4734}"/>
          </ac:spMkLst>
        </pc:spChg>
        <pc:spChg chg="mod">
          <ac:chgData name="bangsukyeong" userId="fa730157-cd0a-41dd-bd1a-94f02b019d20" providerId="ADAL" clId="{D651A7CB-29B0-404C-8F6D-850A795FCC0B}" dt="2026-03-22T17:11:36.261" v="69108" actId="2711"/>
          <ac:spMkLst>
            <pc:docMk/>
            <pc:sldMk cId="2791182664" sldId="313"/>
            <ac:spMk id="6" creationId="{EDC4822C-B55F-E263-0E0A-07230352E935}"/>
          </ac:spMkLst>
        </pc:spChg>
        <pc:spChg chg="del">
          <ac:chgData name="bangsukyeong" userId="fa730157-cd0a-41dd-bd1a-94f02b019d20" providerId="ADAL" clId="{D651A7CB-29B0-404C-8F6D-850A795FCC0B}" dt="2026-03-22T13:19:01.244" v="60257" actId="21"/>
          <ac:spMkLst>
            <pc:docMk/>
            <pc:sldMk cId="2791182664" sldId="313"/>
            <ac:spMk id="7" creationId="{6F1EBF04-2C9A-6424-AB0E-1DD682B6AE28}"/>
          </ac:spMkLst>
        </pc:spChg>
        <pc:spChg chg="add del mod">
          <ac:chgData name="bangsukyeong" userId="fa730157-cd0a-41dd-bd1a-94f02b019d20" providerId="ADAL" clId="{D651A7CB-29B0-404C-8F6D-850A795FCC0B}" dt="2026-03-22T17:11:36.261" v="69108" actId="2711"/>
          <ac:spMkLst>
            <pc:docMk/>
            <pc:sldMk cId="2791182664" sldId="313"/>
            <ac:spMk id="9" creationId="{DB200CC8-EDED-DA00-242D-225AF23211D7}"/>
          </ac:spMkLst>
        </pc:spChg>
        <pc:spChg chg="add del mod">
          <ac:chgData name="bangsukyeong" userId="fa730157-cd0a-41dd-bd1a-94f02b019d20" providerId="ADAL" clId="{D651A7CB-29B0-404C-8F6D-850A795FCC0B}" dt="2026-03-22T13:20:59.472" v="60312" actId="21"/>
          <ac:spMkLst>
            <pc:docMk/>
            <pc:sldMk cId="2791182664" sldId="313"/>
            <ac:spMk id="10" creationId="{C4855A0F-EC4B-F28B-E7EB-6DC7CB36CA97}"/>
          </ac:spMkLst>
        </pc:spChg>
        <pc:spChg chg="add mod">
          <ac:chgData name="bangsukyeong" userId="fa730157-cd0a-41dd-bd1a-94f02b019d20" providerId="ADAL" clId="{D651A7CB-29B0-404C-8F6D-850A795FCC0B}" dt="2026-03-22T17:11:36.261" v="69108" actId="2711"/>
          <ac:spMkLst>
            <pc:docMk/>
            <pc:sldMk cId="2791182664" sldId="313"/>
            <ac:spMk id="11" creationId="{F90B5AEE-B0AF-94A5-1C4B-534A292CBE93}"/>
          </ac:spMkLst>
        </pc:spChg>
        <pc:picChg chg="add mod modCrop">
          <ac:chgData name="bangsukyeong" userId="fa730157-cd0a-41dd-bd1a-94f02b019d20" providerId="ADAL" clId="{D651A7CB-29B0-404C-8F6D-850A795FCC0B}" dt="2026-03-22T13:21:15.035" v="60315" actId="1076"/>
          <ac:picMkLst>
            <pc:docMk/>
            <pc:sldMk cId="2791182664" sldId="313"/>
            <ac:picMk id="4" creationId="{6AEE3156-C3AC-A616-B830-AE72501EF9B5}"/>
          </ac:picMkLst>
        </pc:picChg>
      </pc:sldChg>
      <pc:sldChg chg="addSp delSp modSp add mod modNotesTx">
        <pc:chgData name="bangsukyeong" userId="fa730157-cd0a-41dd-bd1a-94f02b019d20" providerId="ADAL" clId="{D651A7CB-29B0-404C-8F6D-850A795FCC0B}" dt="2026-03-22T17:11:43.927" v="69110" actId="2711"/>
        <pc:sldMkLst>
          <pc:docMk/>
          <pc:sldMk cId="3640735427" sldId="314"/>
        </pc:sldMkLst>
        <pc:spChg chg="mod">
          <ac:chgData name="bangsukyeong" userId="fa730157-cd0a-41dd-bd1a-94f02b019d20" providerId="ADAL" clId="{D651A7CB-29B0-404C-8F6D-850A795FCC0B}" dt="2026-03-22T17:11:43.927" v="69110" actId="2711"/>
          <ac:spMkLst>
            <pc:docMk/>
            <pc:sldMk cId="3640735427" sldId="314"/>
            <ac:spMk id="2" creationId="{CA02F37F-766E-7A5E-852E-6B2D8D9D1B16}"/>
          </ac:spMkLst>
        </pc:spChg>
        <pc:spChg chg="add del mod">
          <ac:chgData name="bangsukyeong" userId="fa730157-cd0a-41dd-bd1a-94f02b019d20" providerId="ADAL" clId="{D651A7CB-29B0-404C-8F6D-850A795FCC0B}" dt="2026-03-22T13:18:24.040" v="60230" actId="21"/>
          <ac:spMkLst>
            <pc:docMk/>
            <pc:sldMk cId="3640735427" sldId="314"/>
            <ac:spMk id="4" creationId="{8DEADE3F-76BB-CE44-E9A2-2EF68C208960}"/>
          </ac:spMkLst>
        </pc:spChg>
        <pc:spChg chg="mod">
          <ac:chgData name="bangsukyeong" userId="fa730157-cd0a-41dd-bd1a-94f02b019d20" providerId="ADAL" clId="{D651A7CB-29B0-404C-8F6D-850A795FCC0B}" dt="2026-03-22T17:11:43.927" v="69110" actId="2711"/>
          <ac:spMkLst>
            <pc:docMk/>
            <pc:sldMk cId="3640735427" sldId="314"/>
            <ac:spMk id="6" creationId="{0D6A20C5-F92C-6205-0197-A10E95771705}"/>
          </ac:spMkLst>
        </pc:spChg>
        <pc:spChg chg="del">
          <ac:chgData name="bangsukyeong" userId="fa730157-cd0a-41dd-bd1a-94f02b019d20" providerId="ADAL" clId="{D651A7CB-29B0-404C-8F6D-850A795FCC0B}" dt="2026-03-22T13:18:16.813" v="60228" actId="21"/>
          <ac:spMkLst>
            <pc:docMk/>
            <pc:sldMk cId="3640735427" sldId="314"/>
            <ac:spMk id="7" creationId="{8069E67E-87DF-A992-CB62-E4F05082ED2E}"/>
          </ac:spMkLst>
        </pc:spChg>
        <pc:spChg chg="add mod">
          <ac:chgData name="bangsukyeong" userId="fa730157-cd0a-41dd-bd1a-94f02b019d20" providerId="ADAL" clId="{D651A7CB-29B0-404C-8F6D-850A795FCC0B}" dt="2026-03-22T17:11:43.927" v="69110" actId="2711"/>
          <ac:spMkLst>
            <pc:docMk/>
            <pc:sldMk cId="3640735427" sldId="314"/>
            <ac:spMk id="9" creationId="{B5029997-FB18-0527-2B85-A30BFB548088}"/>
          </ac:spMkLst>
        </pc:spChg>
        <pc:picChg chg="add mod">
          <ac:chgData name="bangsukyeong" userId="fa730157-cd0a-41dd-bd1a-94f02b019d20" providerId="ADAL" clId="{D651A7CB-29B0-404C-8F6D-850A795FCC0B}" dt="2026-03-22T13:18:28.043" v="60232" actId="1076"/>
          <ac:picMkLst>
            <pc:docMk/>
            <pc:sldMk cId="3640735427" sldId="314"/>
            <ac:picMk id="5" creationId="{9DC19298-694F-8CFF-3AAC-00B94D4AAB25}"/>
          </ac:picMkLst>
        </pc:picChg>
        <pc:picChg chg="add mod">
          <ac:chgData name="bangsukyeong" userId="fa730157-cd0a-41dd-bd1a-94f02b019d20" providerId="ADAL" clId="{D651A7CB-29B0-404C-8F6D-850A795FCC0B}" dt="2026-03-22T13:18:28.887" v="60233" actId="1076"/>
          <ac:picMkLst>
            <pc:docMk/>
            <pc:sldMk cId="3640735427" sldId="314"/>
            <ac:picMk id="10" creationId="{71F32973-C47E-568C-58FB-61CD2D3C3B35}"/>
          </ac:picMkLst>
        </pc:picChg>
      </pc:sldChg>
      <pc:sldChg chg="addSp delSp modSp add mod modNotesTx">
        <pc:chgData name="bangsukyeong" userId="fa730157-cd0a-41dd-bd1a-94f02b019d20" providerId="ADAL" clId="{D651A7CB-29B0-404C-8F6D-850A795FCC0B}" dt="2026-03-22T17:11:39.991" v="69109" actId="2711"/>
        <pc:sldMkLst>
          <pc:docMk/>
          <pc:sldMk cId="3831911660" sldId="315"/>
        </pc:sldMkLst>
        <pc:spChg chg="mod">
          <ac:chgData name="bangsukyeong" userId="fa730157-cd0a-41dd-bd1a-94f02b019d20" providerId="ADAL" clId="{D651A7CB-29B0-404C-8F6D-850A795FCC0B}" dt="2026-03-22T17:11:39.991" v="69109" actId="2711"/>
          <ac:spMkLst>
            <pc:docMk/>
            <pc:sldMk cId="3831911660" sldId="315"/>
            <ac:spMk id="2" creationId="{521C95EF-CB58-0356-0C47-F83EBC3F063B}"/>
          </ac:spMkLst>
        </pc:spChg>
        <pc:spChg chg="add del mod">
          <ac:chgData name="bangsukyeong" userId="fa730157-cd0a-41dd-bd1a-94f02b019d20" providerId="ADAL" clId="{D651A7CB-29B0-404C-8F6D-850A795FCC0B}" dt="2026-03-22T13:18:50.259" v="60255" actId="21"/>
          <ac:spMkLst>
            <pc:docMk/>
            <pc:sldMk cId="3831911660" sldId="315"/>
            <ac:spMk id="4" creationId="{A1FDCA1E-EBA5-6F27-97CC-7A8C496FB482}"/>
          </ac:spMkLst>
        </pc:spChg>
        <pc:spChg chg="add mod">
          <ac:chgData name="bangsukyeong" userId="fa730157-cd0a-41dd-bd1a-94f02b019d20" providerId="ADAL" clId="{D651A7CB-29B0-404C-8F6D-850A795FCC0B}" dt="2026-03-22T17:11:39.991" v="69109" actId="2711"/>
          <ac:spMkLst>
            <pc:docMk/>
            <pc:sldMk cId="3831911660" sldId="315"/>
            <ac:spMk id="5" creationId="{0BF515C2-36AC-DE2C-3C67-F2EA6A188146}"/>
          </ac:spMkLst>
        </pc:spChg>
        <pc:spChg chg="mod">
          <ac:chgData name="bangsukyeong" userId="fa730157-cd0a-41dd-bd1a-94f02b019d20" providerId="ADAL" clId="{D651A7CB-29B0-404C-8F6D-850A795FCC0B}" dt="2026-03-22T17:11:39.991" v="69109" actId="2711"/>
          <ac:spMkLst>
            <pc:docMk/>
            <pc:sldMk cId="3831911660" sldId="315"/>
            <ac:spMk id="6" creationId="{5BD59741-6189-7AB9-EA44-1DC397E1E315}"/>
          </ac:spMkLst>
        </pc:spChg>
        <pc:spChg chg="del">
          <ac:chgData name="bangsukyeong" userId="fa730157-cd0a-41dd-bd1a-94f02b019d20" providerId="ADAL" clId="{D651A7CB-29B0-404C-8F6D-850A795FCC0B}" dt="2026-03-22T13:18:46.401" v="60253" actId="21"/>
          <ac:spMkLst>
            <pc:docMk/>
            <pc:sldMk cId="3831911660" sldId="315"/>
            <ac:spMk id="7" creationId="{5E71243A-B645-317E-20A2-F1C1D8878777}"/>
          </ac:spMkLst>
        </pc:spChg>
        <pc:picChg chg="add mod">
          <ac:chgData name="bangsukyeong" userId="fa730157-cd0a-41dd-bd1a-94f02b019d20" providerId="ADAL" clId="{D651A7CB-29B0-404C-8F6D-850A795FCC0B}" dt="2026-03-22T17:09:39.621" v="69086" actId="1076"/>
          <ac:picMkLst>
            <pc:docMk/>
            <pc:sldMk cId="3831911660" sldId="315"/>
            <ac:picMk id="10" creationId="{90ADFF6D-F47E-0F84-C007-0D1B0ECA1EE0}"/>
          </ac:picMkLst>
        </pc:picChg>
        <pc:picChg chg="add mod">
          <ac:chgData name="bangsukyeong" userId="fa730157-cd0a-41dd-bd1a-94f02b019d20" providerId="ADAL" clId="{D651A7CB-29B0-404C-8F6D-850A795FCC0B}" dt="2026-03-22T17:09:40.894" v="69087" actId="1076"/>
          <ac:picMkLst>
            <pc:docMk/>
            <pc:sldMk cId="3831911660" sldId="315"/>
            <ac:picMk id="11" creationId="{D958E333-A039-7AA4-BD48-2E9042EAB961}"/>
          </ac:picMkLst>
        </pc:picChg>
      </pc:sldChg>
      <pc:sldChg chg="addSp modSp add del mod modNotesTx">
        <pc:chgData name="bangsukyeong" userId="fa730157-cd0a-41dd-bd1a-94f02b019d20" providerId="ADAL" clId="{D651A7CB-29B0-404C-8F6D-850A795FCC0B}" dt="2026-03-22T14:30:54.253" v="63866" actId="2696"/>
        <pc:sldMkLst>
          <pc:docMk/>
          <pc:sldMk cId="2511737177" sldId="316"/>
        </pc:sldMkLst>
      </pc:sldChg>
      <pc:sldChg chg="addSp delSp modSp add del mod">
        <pc:chgData name="bangsukyeong" userId="fa730157-cd0a-41dd-bd1a-94f02b019d20" providerId="ADAL" clId="{D651A7CB-29B0-404C-8F6D-850A795FCC0B}" dt="2026-03-22T14:08:23.334" v="63294" actId="47"/>
        <pc:sldMkLst>
          <pc:docMk/>
          <pc:sldMk cId="2669421028" sldId="317"/>
        </pc:sldMkLst>
        <pc:picChg chg="del mod">
          <ac:chgData name="bangsukyeong" userId="fa730157-cd0a-41dd-bd1a-94f02b019d20" providerId="ADAL" clId="{D651A7CB-29B0-404C-8F6D-850A795FCC0B}" dt="2026-03-22T14:08:22.484" v="63293" actId="478"/>
          <ac:picMkLst>
            <pc:docMk/>
            <pc:sldMk cId="2669421028" sldId="317"/>
            <ac:picMk id="11" creationId="{2F174CB8-B6B9-462D-7560-190AB93E1C0E}"/>
          </ac:picMkLst>
        </pc:picChg>
      </pc:sldChg>
      <pc:sldChg chg="delSp modSp add del mod">
        <pc:chgData name="bangsukyeong" userId="fa730157-cd0a-41dd-bd1a-94f02b019d20" providerId="ADAL" clId="{D651A7CB-29B0-404C-8F6D-850A795FCC0B}" dt="2026-03-22T16:10:36.292" v="66438" actId="2696"/>
        <pc:sldMkLst>
          <pc:docMk/>
          <pc:sldMk cId="2632605782" sldId="318"/>
        </pc:sldMkLst>
        <pc:picChg chg="mod">
          <ac:chgData name="bangsukyeong" userId="fa730157-cd0a-41dd-bd1a-94f02b019d20" providerId="ADAL" clId="{D651A7CB-29B0-404C-8F6D-850A795FCC0B}" dt="2026-03-22T16:09:52.135" v="66426" actId="1076"/>
          <ac:picMkLst>
            <pc:docMk/>
            <pc:sldMk cId="2632605782" sldId="318"/>
            <ac:picMk id="5" creationId="{CEC4B0A8-3505-F4B6-1C8B-3B62852D5196}"/>
          </ac:picMkLst>
        </pc:picChg>
      </pc:sldChg>
      <pc:sldChg chg="addSp delSp modSp add mod">
        <pc:chgData name="bangsukyeong" userId="fa730157-cd0a-41dd-bd1a-94f02b019d20" providerId="ADAL" clId="{D651A7CB-29B0-404C-8F6D-850A795FCC0B}" dt="2026-03-22T17:11:07.195" v="69102" actId="2711"/>
        <pc:sldMkLst>
          <pc:docMk/>
          <pc:sldMk cId="1459533863" sldId="319"/>
        </pc:sldMkLst>
        <pc:spChg chg="mod">
          <ac:chgData name="bangsukyeong" userId="fa730157-cd0a-41dd-bd1a-94f02b019d20" providerId="ADAL" clId="{D651A7CB-29B0-404C-8F6D-850A795FCC0B}" dt="2026-03-22T17:11:07.195" v="69102" actId="2711"/>
          <ac:spMkLst>
            <pc:docMk/>
            <pc:sldMk cId="1459533863" sldId="319"/>
            <ac:spMk id="2" creationId="{CA405CD2-7397-C9DB-3BF9-F38B6768E2D3}"/>
          </ac:spMkLst>
        </pc:spChg>
        <pc:spChg chg="mod">
          <ac:chgData name="bangsukyeong" userId="fa730157-cd0a-41dd-bd1a-94f02b019d20" providerId="ADAL" clId="{D651A7CB-29B0-404C-8F6D-850A795FCC0B}" dt="2026-03-22T17:11:07.195" v="69102" actId="2711"/>
          <ac:spMkLst>
            <pc:docMk/>
            <pc:sldMk cId="1459533863" sldId="319"/>
            <ac:spMk id="6" creationId="{E84494C3-A6CE-EB8B-E13E-42F5887974CD}"/>
          </ac:spMkLst>
        </pc:spChg>
        <pc:spChg chg="mod">
          <ac:chgData name="bangsukyeong" userId="fa730157-cd0a-41dd-bd1a-94f02b019d20" providerId="ADAL" clId="{D651A7CB-29B0-404C-8F6D-850A795FCC0B}" dt="2026-03-22T17:11:07.195" v="69102" actId="2711"/>
          <ac:spMkLst>
            <pc:docMk/>
            <pc:sldMk cId="1459533863" sldId="319"/>
            <ac:spMk id="7" creationId="{0A2C0BF8-04E9-CCAF-BB07-59F0C24A5DB0}"/>
          </ac:spMkLst>
        </pc:spChg>
        <pc:picChg chg="add del mod">
          <ac:chgData name="bangsukyeong" userId="fa730157-cd0a-41dd-bd1a-94f02b019d20" providerId="ADAL" clId="{D651A7CB-29B0-404C-8F6D-850A795FCC0B}" dt="2026-03-22T16:39:45.996" v="68580" actId="21"/>
          <ac:picMkLst>
            <pc:docMk/>
            <pc:sldMk cId="1459533863" sldId="319"/>
            <ac:picMk id="4" creationId="{A481DBE7-DA19-026E-E3A5-06ED2080AE36}"/>
          </ac:picMkLst>
        </pc:picChg>
        <pc:picChg chg="add del mod modCrop">
          <ac:chgData name="bangsukyeong" userId="fa730157-cd0a-41dd-bd1a-94f02b019d20" providerId="ADAL" clId="{D651A7CB-29B0-404C-8F6D-850A795FCC0B}" dt="2026-03-22T16:48:14.951" v="68807" actId="21"/>
          <ac:picMkLst>
            <pc:docMk/>
            <pc:sldMk cId="1459533863" sldId="319"/>
            <ac:picMk id="5" creationId="{6F78FD3A-B3A0-CA71-98E4-F85891667F8C}"/>
          </ac:picMkLst>
        </pc:picChg>
        <pc:picChg chg="add mod">
          <ac:chgData name="bangsukyeong" userId="fa730157-cd0a-41dd-bd1a-94f02b019d20" providerId="ADAL" clId="{D651A7CB-29B0-404C-8F6D-850A795FCC0B}" dt="2026-03-22T16:48:15.861" v="68808" actId="1076"/>
          <ac:picMkLst>
            <pc:docMk/>
            <pc:sldMk cId="1459533863" sldId="319"/>
            <ac:picMk id="9" creationId="{A7C73E8D-9FAC-238D-A623-A3ACAD0D55FE}"/>
          </ac:picMkLst>
        </pc:picChg>
        <pc:picChg chg="add mod">
          <ac:chgData name="bangsukyeong" userId="fa730157-cd0a-41dd-bd1a-94f02b019d20" providerId="ADAL" clId="{D651A7CB-29B0-404C-8F6D-850A795FCC0B}" dt="2026-03-22T16:48:58.726" v="68816" actId="1076"/>
          <ac:picMkLst>
            <pc:docMk/>
            <pc:sldMk cId="1459533863" sldId="319"/>
            <ac:picMk id="11" creationId="{12E2C81F-5E26-31DF-8611-71AA057CB0B7}"/>
          </ac:picMkLst>
        </pc:picChg>
        <pc:picChg chg="add del mod">
          <ac:chgData name="bangsukyeong" userId="fa730157-cd0a-41dd-bd1a-94f02b019d20" providerId="ADAL" clId="{D651A7CB-29B0-404C-8F6D-850A795FCC0B}" dt="2026-03-22T16:56:06.626" v="68862" actId="21"/>
          <ac:picMkLst>
            <pc:docMk/>
            <pc:sldMk cId="1459533863" sldId="319"/>
            <ac:picMk id="13" creationId="{A6EFDF0F-8541-DBFE-32A3-68C94D05353D}"/>
          </ac:picMkLst>
        </pc:picChg>
      </pc:sldChg>
      <pc:sldChg chg="addSp delSp modSp add del mod modNotesTx">
        <pc:chgData name="bangsukyeong" userId="fa730157-cd0a-41dd-bd1a-94f02b019d20" providerId="ADAL" clId="{D651A7CB-29B0-404C-8F6D-850A795FCC0B}" dt="2026-03-22T16:57:47.075" v="68892" actId="2696"/>
        <pc:sldMkLst>
          <pc:docMk/>
          <pc:sldMk cId="1423925850" sldId="320"/>
        </pc:sldMkLst>
        <pc:picChg chg="add del mod">
          <ac:chgData name="bangsukyeong" userId="fa730157-cd0a-41dd-bd1a-94f02b019d20" providerId="ADAL" clId="{D651A7CB-29B0-404C-8F6D-850A795FCC0B}" dt="2026-03-22T16:56:27.059" v="68877" actId="21"/>
          <ac:picMkLst>
            <pc:docMk/>
            <pc:sldMk cId="1423925850" sldId="320"/>
            <ac:picMk id="4" creationId="{D89C9912-B526-9135-7D91-A309AF7EE840}"/>
          </ac:picMkLst>
        </pc:picChg>
      </pc:sldChg>
      <pc:sldChg chg="addSp delSp modSp add del mod modNotesTx">
        <pc:chgData name="bangsukyeong" userId="fa730157-cd0a-41dd-bd1a-94f02b019d20" providerId="ADAL" clId="{D651A7CB-29B0-404C-8F6D-850A795FCC0B}" dt="2026-03-22T08:22:43.436" v="54901" actId="2696"/>
        <pc:sldMkLst>
          <pc:docMk/>
          <pc:sldMk cId="3284507261" sldId="321"/>
        </pc:sldMkLst>
        <pc:spChg chg="mod">
          <ac:chgData name="bangsukyeong" userId="fa730157-cd0a-41dd-bd1a-94f02b019d20" providerId="ADAL" clId="{D651A7CB-29B0-404C-8F6D-850A795FCC0B}" dt="2026-03-22T08:14:20.037" v="54153"/>
          <ac:spMkLst>
            <pc:docMk/>
            <pc:sldMk cId="3284507261" sldId="321"/>
            <ac:spMk id="2" creationId="{79877469-FB70-B765-217A-BD132532085F}"/>
          </ac:spMkLst>
        </pc:spChg>
        <pc:spChg chg="mod">
          <ac:chgData name="bangsukyeong" userId="fa730157-cd0a-41dd-bd1a-94f02b019d20" providerId="ADAL" clId="{D651A7CB-29B0-404C-8F6D-850A795FCC0B}" dt="2026-03-22T08:22:13.979" v="54894" actId="255"/>
          <ac:spMkLst>
            <pc:docMk/>
            <pc:sldMk cId="3284507261" sldId="321"/>
            <ac:spMk id="4" creationId="{4B8E6A97-99F9-781F-8AA8-4A8C3AF9BA90}"/>
          </ac:spMkLst>
        </pc:spChg>
        <pc:spChg chg="add del mod">
          <ac:chgData name="bangsukyeong" userId="fa730157-cd0a-41dd-bd1a-94f02b019d20" providerId="ADAL" clId="{D651A7CB-29B0-404C-8F6D-850A795FCC0B}" dt="2026-03-22T07:37:34.157" v="53295" actId="21"/>
          <ac:spMkLst>
            <pc:docMk/>
            <pc:sldMk cId="3284507261" sldId="321"/>
            <ac:spMk id="5" creationId="{CFBDA6F8-F6C9-3E0C-2F6A-3A8261E82ACF}"/>
          </ac:spMkLst>
        </pc:spChg>
        <pc:spChg chg="del mod">
          <ac:chgData name="bangsukyeong" userId="fa730157-cd0a-41dd-bd1a-94f02b019d20" providerId="ADAL" clId="{D651A7CB-29B0-404C-8F6D-850A795FCC0B}" dt="2026-03-22T07:35:29.079" v="53272" actId="21"/>
          <ac:spMkLst>
            <pc:docMk/>
            <pc:sldMk cId="3284507261" sldId="321"/>
            <ac:spMk id="7" creationId="{AD2307AC-A15D-76A6-3745-585863EC1B66}"/>
          </ac:spMkLst>
        </pc:spChg>
        <pc:spChg chg="del mod">
          <ac:chgData name="bangsukyeong" userId="fa730157-cd0a-41dd-bd1a-94f02b019d20" providerId="ADAL" clId="{D651A7CB-29B0-404C-8F6D-850A795FCC0B}" dt="2026-03-22T07:03:12.753" v="51942"/>
          <ac:spMkLst>
            <pc:docMk/>
            <pc:sldMk cId="3284507261" sldId="321"/>
            <ac:spMk id="9" creationId="{0E0BA206-B08D-9E1D-4CDC-ABD3E8713D74}"/>
          </ac:spMkLst>
        </pc:spChg>
        <pc:spChg chg="add mod">
          <ac:chgData name="bangsukyeong" userId="fa730157-cd0a-41dd-bd1a-94f02b019d20" providerId="ADAL" clId="{D651A7CB-29B0-404C-8F6D-850A795FCC0B}" dt="2026-03-22T08:22:00.586" v="54893" actId="14100"/>
          <ac:spMkLst>
            <pc:docMk/>
            <pc:sldMk cId="3284507261" sldId="321"/>
            <ac:spMk id="10" creationId="{875F65C6-8C59-D215-4A51-1D48FBD9369E}"/>
          </ac:spMkLst>
        </pc:spChg>
      </pc:sldChg>
      <pc:sldChg chg="addSp modSp add del mod ord modNotesTx">
        <pc:chgData name="bangsukyeong" userId="fa730157-cd0a-41dd-bd1a-94f02b019d20" providerId="ADAL" clId="{D651A7CB-29B0-404C-8F6D-850A795FCC0B}" dt="2026-03-22T17:09:47.779" v="69088" actId="47"/>
        <pc:sldMkLst>
          <pc:docMk/>
          <pc:sldMk cId="2916695918" sldId="322"/>
        </pc:sldMkLst>
        <pc:spChg chg="mod">
          <ac:chgData name="bangsukyeong" userId="fa730157-cd0a-41dd-bd1a-94f02b019d20" providerId="ADAL" clId="{D651A7CB-29B0-404C-8F6D-850A795FCC0B}" dt="2026-03-22T08:23:39.828" v="54907" actId="1036"/>
          <ac:spMkLst>
            <pc:docMk/>
            <pc:sldMk cId="2916695918" sldId="322"/>
            <ac:spMk id="2" creationId="{33032FA4-B140-C14D-73C8-A9B093945BE9}"/>
          </ac:spMkLst>
        </pc:spChg>
        <pc:spChg chg="add mod">
          <ac:chgData name="bangsukyeong" userId="fa730157-cd0a-41dd-bd1a-94f02b019d20" providerId="ADAL" clId="{D651A7CB-29B0-404C-8F6D-850A795FCC0B}" dt="2026-03-22T07:00:45.811" v="51894" actId="1076"/>
          <ac:spMkLst>
            <pc:docMk/>
            <pc:sldMk cId="2916695918" sldId="322"/>
            <ac:spMk id="3" creationId="{9DE53FCA-9CEC-0B2B-4DCA-1B84315203EB}"/>
          </ac:spMkLst>
        </pc:spChg>
        <pc:spChg chg="add mod">
          <ac:chgData name="bangsukyeong" userId="fa730157-cd0a-41dd-bd1a-94f02b019d20" providerId="ADAL" clId="{D651A7CB-29B0-404C-8F6D-850A795FCC0B}" dt="2026-03-22T07:00:58.231" v="51901" actId="1076"/>
          <ac:spMkLst>
            <pc:docMk/>
            <pc:sldMk cId="2916695918" sldId="322"/>
            <ac:spMk id="4" creationId="{D67E2101-1EE4-E2AF-5374-149E7C04E2DE}"/>
          </ac:spMkLst>
        </pc:spChg>
        <pc:spChg chg="add mod">
          <ac:chgData name="bangsukyeong" userId="fa730157-cd0a-41dd-bd1a-94f02b019d20" providerId="ADAL" clId="{D651A7CB-29B0-404C-8F6D-850A795FCC0B}" dt="2026-03-22T07:02:40.061" v="51936" actId="1037"/>
          <ac:spMkLst>
            <pc:docMk/>
            <pc:sldMk cId="2916695918" sldId="322"/>
            <ac:spMk id="5" creationId="{AEBED73D-01B6-3D10-F6A2-3E1B04F9F5FD}"/>
          </ac:spMkLst>
        </pc:spChg>
        <pc:spChg chg="mod">
          <ac:chgData name="bangsukyeong" userId="fa730157-cd0a-41dd-bd1a-94f02b019d20" providerId="ADAL" clId="{D651A7CB-29B0-404C-8F6D-850A795FCC0B}" dt="2026-03-22T07:00:34.443" v="51891" actId="21"/>
          <ac:spMkLst>
            <pc:docMk/>
            <pc:sldMk cId="2916695918" sldId="322"/>
            <ac:spMk id="7" creationId="{E6330FB5-5FC3-B07A-30ED-DC208359C7AF}"/>
          </ac:spMkLst>
        </pc:spChg>
        <pc:spChg chg="add mod">
          <ac:chgData name="bangsukyeong" userId="fa730157-cd0a-41dd-bd1a-94f02b019d20" providerId="ADAL" clId="{D651A7CB-29B0-404C-8F6D-850A795FCC0B}" dt="2026-03-22T07:02:18.268" v="51928" actId="1076"/>
          <ac:spMkLst>
            <pc:docMk/>
            <pc:sldMk cId="2916695918" sldId="322"/>
            <ac:spMk id="9" creationId="{53DCEDD2-9BF0-8243-BF7C-A8D0BEA4E6C5}"/>
          </ac:spMkLst>
        </pc:spChg>
        <pc:spChg chg="add mod">
          <ac:chgData name="bangsukyeong" userId="fa730157-cd0a-41dd-bd1a-94f02b019d20" providerId="ADAL" clId="{D651A7CB-29B0-404C-8F6D-850A795FCC0B}" dt="2026-03-22T07:02:33.782" v="51932" actId="14100"/>
          <ac:spMkLst>
            <pc:docMk/>
            <pc:sldMk cId="2916695918" sldId="322"/>
            <ac:spMk id="10" creationId="{250D8485-4A3F-7D02-7805-B4A17038A0EB}"/>
          </ac:spMkLst>
        </pc:spChg>
        <pc:spChg chg="add mod">
          <ac:chgData name="bangsukyeong" userId="fa730157-cd0a-41dd-bd1a-94f02b019d20" providerId="ADAL" clId="{D651A7CB-29B0-404C-8F6D-850A795FCC0B}" dt="2026-03-22T07:02:14.786" v="51927" actId="1076"/>
          <ac:spMkLst>
            <pc:docMk/>
            <pc:sldMk cId="2916695918" sldId="322"/>
            <ac:spMk id="11" creationId="{25B4751A-10D3-CE63-8CDA-44FD75BB1C41}"/>
          </ac:spMkLst>
        </pc:spChg>
        <pc:spChg chg="add mod">
          <ac:chgData name="bangsukyeong" userId="fa730157-cd0a-41dd-bd1a-94f02b019d20" providerId="ADAL" clId="{D651A7CB-29B0-404C-8F6D-850A795FCC0B}" dt="2026-03-22T07:02:09.195" v="51925" actId="1076"/>
          <ac:spMkLst>
            <pc:docMk/>
            <pc:sldMk cId="2916695918" sldId="322"/>
            <ac:spMk id="12" creationId="{E402A0A4-ECA7-8230-EC4D-1E48C170F3A1}"/>
          </ac:spMkLst>
        </pc:spChg>
      </pc:sldChg>
      <pc:sldChg chg="addSp modSp new mod modNotesTx">
        <pc:chgData name="bangsukyeong" userId="fa730157-cd0a-41dd-bd1a-94f02b019d20" providerId="ADAL" clId="{D651A7CB-29B0-404C-8F6D-850A795FCC0B}" dt="2026-03-23T05:46:56.686" v="69263" actId="20577"/>
        <pc:sldMkLst>
          <pc:docMk/>
          <pc:sldMk cId="1318332415" sldId="323"/>
        </pc:sldMkLst>
        <pc:spChg chg="mod">
          <ac:chgData name="bangsukyeong" userId="fa730157-cd0a-41dd-bd1a-94f02b019d20" providerId="ADAL" clId="{D651A7CB-29B0-404C-8F6D-850A795FCC0B}" dt="2026-03-22T17:12:10.010" v="69118" actId="2711"/>
          <ac:spMkLst>
            <pc:docMk/>
            <pc:sldMk cId="1318332415" sldId="323"/>
            <ac:spMk id="2" creationId="{7E120D3D-F7A5-D891-B8B3-C88EC73F7247}"/>
          </ac:spMkLst>
        </pc:spChg>
        <pc:spChg chg="mod">
          <ac:chgData name="bangsukyeong" userId="fa730157-cd0a-41dd-bd1a-94f02b019d20" providerId="ADAL" clId="{D651A7CB-29B0-404C-8F6D-850A795FCC0B}" dt="2026-03-23T02:43:16.050" v="69154" actId="207"/>
          <ac:spMkLst>
            <pc:docMk/>
            <pc:sldMk cId="1318332415" sldId="323"/>
            <ac:spMk id="3" creationId="{947C57A2-E94B-F848-652B-40C71EF2D56A}"/>
          </ac:spMkLst>
        </pc:spChg>
        <pc:spChg chg="mod">
          <ac:chgData name="bangsukyeong" userId="fa730157-cd0a-41dd-bd1a-94f02b019d20" providerId="ADAL" clId="{D651A7CB-29B0-404C-8F6D-850A795FCC0B}" dt="2026-03-23T05:46:56.686" v="69263" actId="20577"/>
          <ac:spMkLst>
            <pc:docMk/>
            <pc:sldMk cId="1318332415" sldId="323"/>
            <ac:spMk id="4" creationId="{10FD8544-B288-420C-68C5-918175D294D3}"/>
          </ac:spMkLst>
        </pc:spChg>
        <pc:spChg chg="mod">
          <ac:chgData name="bangsukyeong" userId="fa730157-cd0a-41dd-bd1a-94f02b019d20" providerId="ADAL" clId="{D651A7CB-29B0-404C-8F6D-850A795FCC0B}" dt="2026-03-22T17:12:10.010" v="69118" actId="2711"/>
          <ac:spMkLst>
            <pc:docMk/>
            <pc:sldMk cId="1318332415" sldId="323"/>
            <ac:spMk id="5" creationId="{C2A15F8B-BF68-8223-A106-83D40FD67F75}"/>
          </ac:spMkLst>
        </pc:spChg>
        <pc:cxnChg chg="add mod">
          <ac:chgData name="bangsukyeong" userId="fa730157-cd0a-41dd-bd1a-94f02b019d20" providerId="ADAL" clId="{D651A7CB-29B0-404C-8F6D-850A795FCC0B}" dt="2026-03-22T08:22:29.592" v="54897"/>
          <ac:cxnSpMkLst>
            <pc:docMk/>
            <pc:sldMk cId="1318332415" sldId="323"/>
            <ac:cxnSpMk id="6" creationId="{CBA27188-157B-4491-8146-EDAA95894C16}"/>
          </ac:cxnSpMkLst>
        </pc:cxnChg>
      </pc:sldChg>
      <pc:sldChg chg="addSp delSp modSp add del mod modNotesTx">
        <pc:chgData name="bangsukyeong" userId="fa730157-cd0a-41dd-bd1a-94f02b019d20" providerId="ADAL" clId="{D651A7CB-29B0-404C-8F6D-850A795FCC0B}" dt="2026-03-22T08:58:23.448" v="56181" actId="2696"/>
        <pc:sldMkLst>
          <pc:docMk/>
          <pc:sldMk cId="2251060728" sldId="324"/>
        </pc:sldMkLst>
        <pc:spChg chg="mod">
          <ac:chgData name="bangsukyeong" userId="fa730157-cd0a-41dd-bd1a-94f02b019d20" providerId="ADAL" clId="{D651A7CB-29B0-404C-8F6D-850A795FCC0B}" dt="2026-03-22T08:47:23.826" v="55658" actId="313"/>
          <ac:spMkLst>
            <pc:docMk/>
            <pc:sldMk cId="2251060728" sldId="324"/>
            <ac:spMk id="7" creationId="{CECA4BEA-DE70-6E3D-2261-C6982BE282C3}"/>
          </ac:spMkLst>
        </pc:spChg>
        <pc:grpChg chg="add mod">
          <ac:chgData name="bangsukyeong" userId="fa730157-cd0a-41dd-bd1a-94f02b019d20" providerId="ADAL" clId="{D651A7CB-29B0-404C-8F6D-850A795FCC0B}" dt="2026-03-22T08:55:38.124" v="56116" actId="164"/>
          <ac:grpSpMkLst>
            <pc:docMk/>
            <pc:sldMk cId="2251060728" sldId="324"/>
            <ac:grpSpMk id="12" creationId="{B63A2A04-AD1F-BEA5-676C-A44567A618E9}"/>
          </ac:grpSpMkLst>
        </pc:grpChg>
        <pc:picChg chg="add mod modCrop">
          <ac:chgData name="bangsukyeong" userId="fa730157-cd0a-41dd-bd1a-94f02b019d20" providerId="ADAL" clId="{D651A7CB-29B0-404C-8F6D-850A795FCC0B}" dt="2026-03-22T08:51:42.990" v="56030" actId="1076"/>
          <ac:picMkLst>
            <pc:docMk/>
            <pc:sldMk cId="2251060728" sldId="324"/>
            <ac:picMk id="4" creationId="{24FD3AD0-8B58-35D9-AFCA-66A04E0A5198}"/>
          </ac:picMkLst>
        </pc:picChg>
        <pc:picChg chg="add mod modCrop">
          <ac:chgData name="bangsukyeong" userId="fa730157-cd0a-41dd-bd1a-94f02b019d20" providerId="ADAL" clId="{D651A7CB-29B0-404C-8F6D-850A795FCC0B}" dt="2026-03-22T08:55:38.124" v="56116" actId="164"/>
          <ac:picMkLst>
            <pc:docMk/>
            <pc:sldMk cId="2251060728" sldId="324"/>
            <ac:picMk id="5" creationId="{E3B315CD-9B5F-D2D8-AB5C-947551B51AD8}"/>
          </ac:picMkLst>
        </pc:picChg>
        <pc:picChg chg="del">
          <ac:chgData name="bangsukyeong" userId="fa730157-cd0a-41dd-bd1a-94f02b019d20" providerId="ADAL" clId="{D651A7CB-29B0-404C-8F6D-850A795FCC0B}" dt="2026-03-22T08:46:43.486" v="55624" actId="21"/>
          <ac:picMkLst>
            <pc:docMk/>
            <pc:sldMk cId="2251060728" sldId="324"/>
            <ac:picMk id="10" creationId="{9E238C87-27F2-4D6F-63E0-093D8683D09F}"/>
          </ac:picMkLst>
        </pc:picChg>
        <pc:picChg chg="del">
          <ac:chgData name="bangsukyeong" userId="fa730157-cd0a-41dd-bd1a-94f02b019d20" providerId="ADAL" clId="{D651A7CB-29B0-404C-8F6D-850A795FCC0B}" dt="2026-03-22T08:46:42.681" v="55623" actId="21"/>
          <ac:picMkLst>
            <pc:docMk/>
            <pc:sldMk cId="2251060728" sldId="324"/>
            <ac:picMk id="14" creationId="{E2DE0CE1-2627-0863-95CC-0BDDA4F86B7B}"/>
          </ac:picMkLst>
        </pc:picChg>
        <pc:cxnChg chg="add mod">
          <ac:chgData name="bangsukyeong" userId="fa730157-cd0a-41dd-bd1a-94f02b019d20" providerId="ADAL" clId="{D651A7CB-29B0-404C-8F6D-850A795FCC0B}" dt="2026-03-22T08:55:38.124" v="56116" actId="164"/>
          <ac:cxnSpMkLst>
            <pc:docMk/>
            <pc:sldMk cId="2251060728" sldId="324"/>
            <ac:cxnSpMk id="9" creationId="{B02EAFB1-6198-5372-DA88-9A69E74308B8}"/>
          </ac:cxnSpMkLst>
        </pc:cxnChg>
        <pc:cxnChg chg="del">
          <ac:chgData name="bangsukyeong" userId="fa730157-cd0a-41dd-bd1a-94f02b019d20" providerId="ADAL" clId="{D651A7CB-29B0-404C-8F6D-850A795FCC0B}" dt="2026-03-22T08:46:44.295" v="55625" actId="21"/>
          <ac:cxnSpMkLst>
            <pc:docMk/>
            <pc:sldMk cId="2251060728" sldId="324"/>
            <ac:cxnSpMk id="19" creationId="{3B91A7BD-00E6-3A08-7870-D00C25CC2C40}"/>
          </ac:cxnSpMkLst>
        </pc:cxnChg>
      </pc:sldChg>
      <pc:sldChg chg="addSp delSp modSp new del mod">
        <pc:chgData name="bangsukyeong" userId="fa730157-cd0a-41dd-bd1a-94f02b019d20" providerId="ADAL" clId="{D651A7CB-29B0-404C-8F6D-850A795FCC0B}" dt="2026-03-22T08:52:48.172" v="56044" actId="2696"/>
        <pc:sldMkLst>
          <pc:docMk/>
          <pc:sldMk cId="2893683916" sldId="325"/>
        </pc:sldMkLst>
        <pc:grpChg chg="add del mod">
          <ac:chgData name="bangsukyeong" userId="fa730157-cd0a-41dd-bd1a-94f02b019d20" providerId="ADAL" clId="{D651A7CB-29B0-404C-8F6D-850A795FCC0B}" dt="2026-03-22T08:52:22.619" v="56037" actId="21"/>
          <ac:grpSpMkLst>
            <pc:docMk/>
            <pc:sldMk cId="2893683916" sldId="325"/>
            <ac:grpSpMk id="8" creationId="{BE7F74CA-DC98-4137-96A4-7F6AC7A90DA3}"/>
          </ac:grpSpMkLst>
        </pc:grpChg>
        <pc:picChg chg="add mod">
          <ac:chgData name="bangsukyeong" userId="fa730157-cd0a-41dd-bd1a-94f02b019d20" providerId="ADAL" clId="{D651A7CB-29B0-404C-8F6D-850A795FCC0B}" dt="2026-03-22T08:52:08.298" v="56032"/>
          <ac:picMkLst>
            <pc:docMk/>
            <pc:sldMk cId="2893683916" sldId="325"/>
            <ac:picMk id="6" creationId="{39FAA100-6A0A-2D2B-47C8-8F3C25CD5EE2}"/>
          </ac:picMkLst>
        </pc:picChg>
        <pc:picChg chg="del mod topLvl">
          <ac:chgData name="bangsukyeong" userId="fa730157-cd0a-41dd-bd1a-94f02b019d20" providerId="ADAL" clId="{D651A7CB-29B0-404C-8F6D-850A795FCC0B}" dt="2026-03-22T08:52:22.619" v="56037" actId="21"/>
          <ac:picMkLst>
            <pc:docMk/>
            <pc:sldMk cId="2893683916" sldId="325"/>
            <ac:picMk id="9" creationId="{83BEE7D8-1989-02F7-6D78-76B6B1A6E76D}"/>
          </ac:picMkLst>
        </pc:picChg>
        <pc:cxnChg chg="add mod">
          <ac:chgData name="bangsukyeong" userId="fa730157-cd0a-41dd-bd1a-94f02b019d20" providerId="ADAL" clId="{D651A7CB-29B0-404C-8F6D-850A795FCC0B}" dt="2026-03-22T08:52:08.298" v="56032"/>
          <ac:cxnSpMkLst>
            <pc:docMk/>
            <pc:sldMk cId="2893683916" sldId="325"/>
            <ac:cxnSpMk id="7" creationId="{D1932B46-1ECE-D345-4DD9-1E61BE1B9744}"/>
          </ac:cxnSpMkLst>
        </pc:cxnChg>
        <pc:cxnChg chg="mod topLvl">
          <ac:chgData name="bangsukyeong" userId="fa730157-cd0a-41dd-bd1a-94f02b019d20" providerId="ADAL" clId="{D651A7CB-29B0-404C-8F6D-850A795FCC0B}" dt="2026-03-22T08:52:22.619" v="56037" actId="21"/>
          <ac:cxnSpMkLst>
            <pc:docMk/>
            <pc:sldMk cId="2893683916" sldId="325"/>
            <ac:cxnSpMk id="10" creationId="{9D83E4F2-D65C-3CA0-D657-BCC2FE8440D6}"/>
          </ac:cxnSpMkLst>
        </pc:cxnChg>
      </pc:sldChg>
      <pc:sldChg chg="addSp delSp modSp new mod ord modNotesTx">
        <pc:chgData name="bangsukyeong" userId="fa730157-cd0a-41dd-bd1a-94f02b019d20" providerId="ADAL" clId="{D651A7CB-29B0-404C-8F6D-850A795FCC0B}" dt="2026-03-22T17:12:07.304" v="69117" actId="2711"/>
        <pc:sldMkLst>
          <pc:docMk/>
          <pc:sldMk cId="1235299980" sldId="326"/>
        </pc:sldMkLst>
        <pc:spChg chg="mod">
          <ac:chgData name="bangsukyeong" userId="fa730157-cd0a-41dd-bd1a-94f02b019d20" providerId="ADAL" clId="{D651A7CB-29B0-404C-8F6D-850A795FCC0B}" dt="2026-03-22T17:12:07.304" v="69117" actId="2711"/>
          <ac:spMkLst>
            <pc:docMk/>
            <pc:sldMk cId="1235299980" sldId="326"/>
            <ac:spMk id="2" creationId="{D401375F-3FB1-0D89-912D-D9C7B86AE9DB}"/>
          </ac:spMkLst>
        </pc:spChg>
        <pc:spChg chg="add del mod">
          <ac:chgData name="bangsukyeong" userId="fa730157-cd0a-41dd-bd1a-94f02b019d20" providerId="ADAL" clId="{D651A7CB-29B0-404C-8F6D-850A795FCC0B}" dt="2026-03-22T08:53:47.979" v="56057" actId="21"/>
          <ac:spMkLst>
            <pc:docMk/>
            <pc:sldMk cId="1235299980" sldId="326"/>
            <ac:spMk id="3" creationId="{A11C9185-562A-F141-3E93-88492954896B}"/>
          </ac:spMkLst>
        </pc:spChg>
        <pc:spChg chg="del">
          <ac:chgData name="bangsukyeong" userId="fa730157-cd0a-41dd-bd1a-94f02b019d20" providerId="ADAL" clId="{D651A7CB-29B0-404C-8F6D-850A795FCC0B}" dt="2026-03-22T08:52:36.585" v="56039"/>
          <ac:spMkLst>
            <pc:docMk/>
            <pc:sldMk cId="1235299980" sldId="326"/>
            <ac:spMk id="4" creationId="{54B271C8-B6B4-1438-A1AB-DE112B568DC6}"/>
          </ac:spMkLst>
        </pc:spChg>
        <pc:spChg chg="del">
          <ac:chgData name="bangsukyeong" userId="fa730157-cd0a-41dd-bd1a-94f02b019d20" providerId="ADAL" clId="{D651A7CB-29B0-404C-8F6D-850A795FCC0B}" dt="2026-03-22T08:53:21.671" v="56048" actId="21"/>
          <ac:spMkLst>
            <pc:docMk/>
            <pc:sldMk cId="1235299980" sldId="326"/>
            <ac:spMk id="5" creationId="{3190824B-BC53-1C03-F441-5ABE23DE5AAC}"/>
          </ac:spMkLst>
        </pc:spChg>
        <pc:spChg chg="del">
          <ac:chgData name="bangsukyeong" userId="fa730157-cd0a-41dd-bd1a-94f02b019d20" providerId="ADAL" clId="{D651A7CB-29B0-404C-8F6D-850A795FCC0B}" dt="2026-03-22T08:53:01.580" v="56047"/>
          <ac:spMkLst>
            <pc:docMk/>
            <pc:sldMk cId="1235299980" sldId="326"/>
            <ac:spMk id="6" creationId="{A51B2F67-38D5-F595-4B81-CB852D26F325}"/>
          </ac:spMkLst>
        </pc:spChg>
        <pc:spChg chg="mod">
          <ac:chgData name="bangsukyeong" userId="fa730157-cd0a-41dd-bd1a-94f02b019d20" providerId="ADAL" clId="{D651A7CB-29B0-404C-8F6D-850A795FCC0B}" dt="2026-03-22T17:12:07.304" v="69117" actId="2711"/>
          <ac:spMkLst>
            <pc:docMk/>
            <pc:sldMk cId="1235299980" sldId="326"/>
            <ac:spMk id="7" creationId="{CB6E8074-1A1B-6B38-2D99-778C61FB78FB}"/>
          </ac:spMkLst>
        </pc:spChg>
        <pc:spChg chg="add mod">
          <ac:chgData name="bangsukyeong" userId="fa730157-cd0a-41dd-bd1a-94f02b019d20" providerId="ADAL" clId="{D651A7CB-29B0-404C-8F6D-850A795FCC0B}" dt="2026-03-22T08:53:23.743" v="56050"/>
          <ac:spMkLst>
            <pc:docMk/>
            <pc:sldMk cId="1235299980" sldId="326"/>
            <ac:spMk id="12" creationId="{3190824B-BC53-1C03-F441-5ABE23DE5AAC}"/>
          </ac:spMkLst>
        </pc:spChg>
        <pc:spChg chg="add mod">
          <ac:chgData name="bangsukyeong" userId="fa730157-cd0a-41dd-bd1a-94f02b019d20" providerId="ADAL" clId="{D651A7CB-29B0-404C-8F6D-850A795FCC0B}" dt="2026-03-22T17:12:07.304" v="69117" actId="2711"/>
          <ac:spMkLst>
            <pc:docMk/>
            <pc:sldMk cId="1235299980" sldId="326"/>
            <ac:spMk id="13" creationId="{3ADFC7D4-B3C0-87E4-284B-5D68F552E1ED}"/>
          </ac:spMkLst>
        </pc:spChg>
        <pc:picChg chg="add mod">
          <ac:chgData name="bangsukyeong" userId="fa730157-cd0a-41dd-bd1a-94f02b019d20" providerId="ADAL" clId="{D651A7CB-29B0-404C-8F6D-850A795FCC0B}" dt="2026-03-22T08:54:23.855" v="56105" actId="1036"/>
          <ac:picMkLst>
            <pc:docMk/>
            <pc:sldMk cId="1235299980" sldId="326"/>
            <ac:picMk id="9" creationId="{83BEE7D8-1989-02F7-6D78-76B6B1A6E76D}"/>
          </ac:picMkLst>
        </pc:picChg>
        <pc:picChg chg="add mod">
          <ac:chgData name="bangsukyeong" userId="fa730157-cd0a-41dd-bd1a-94f02b019d20" providerId="ADAL" clId="{D651A7CB-29B0-404C-8F6D-850A795FCC0B}" dt="2026-03-22T08:54:23.855" v="56105" actId="1036"/>
          <ac:picMkLst>
            <pc:docMk/>
            <pc:sldMk cId="1235299980" sldId="326"/>
            <ac:picMk id="11" creationId="{03B7707C-4080-C304-F437-CB5FCAAADD28}"/>
          </ac:picMkLst>
        </pc:picChg>
        <pc:cxnChg chg="add mod">
          <ac:chgData name="bangsukyeong" userId="fa730157-cd0a-41dd-bd1a-94f02b019d20" providerId="ADAL" clId="{D651A7CB-29B0-404C-8F6D-850A795FCC0B}" dt="2026-03-22T08:54:27.160" v="56106" actId="1076"/>
          <ac:cxnSpMkLst>
            <pc:docMk/>
            <pc:sldMk cId="1235299980" sldId="326"/>
            <ac:cxnSpMk id="8" creationId="{53C34DD8-346B-44B2-D32F-A1F8578F144B}"/>
          </ac:cxnSpMkLst>
        </pc:cxnChg>
        <pc:cxnChg chg="add mod">
          <ac:chgData name="bangsukyeong" userId="fa730157-cd0a-41dd-bd1a-94f02b019d20" providerId="ADAL" clId="{D651A7CB-29B0-404C-8F6D-850A795FCC0B}" dt="2026-03-22T08:52:57.198" v="56046"/>
          <ac:cxnSpMkLst>
            <pc:docMk/>
            <pc:sldMk cId="1235299980" sldId="326"/>
            <ac:cxnSpMk id="10" creationId="{283FEE3F-7EF1-8088-3EB2-6F92297ABDAC}"/>
          </ac:cxnSpMkLst>
        </pc:cxnChg>
      </pc:sldChg>
      <pc:sldChg chg="addSp delSp modSp new del">
        <pc:chgData name="bangsukyeong" userId="fa730157-cd0a-41dd-bd1a-94f02b019d20" providerId="ADAL" clId="{D651A7CB-29B0-404C-8F6D-850A795FCC0B}" dt="2026-03-22T08:53:38.642" v="56054" actId="2696"/>
        <pc:sldMkLst>
          <pc:docMk/>
          <pc:sldMk cId="407234926" sldId="327"/>
        </pc:sldMkLst>
        <pc:spChg chg="add del">
          <ac:chgData name="bangsukyeong" userId="fa730157-cd0a-41dd-bd1a-94f02b019d20" providerId="ADAL" clId="{D651A7CB-29B0-404C-8F6D-850A795FCC0B}" dt="2026-03-22T08:53:37.184" v="56053"/>
          <ac:spMkLst>
            <pc:docMk/>
            <pc:sldMk cId="407234926" sldId="327"/>
            <ac:spMk id="3" creationId="{9A3FF765-EFB2-F6E8-ECB6-F6E11900F412}"/>
          </ac:spMkLst>
        </pc:spChg>
        <pc:picChg chg="add mod">
          <ac:chgData name="bangsukyeong" userId="fa730157-cd0a-41dd-bd1a-94f02b019d20" providerId="ADAL" clId="{D651A7CB-29B0-404C-8F6D-850A795FCC0B}" dt="2026-03-22T08:53:37.184" v="56053"/>
          <ac:picMkLst>
            <pc:docMk/>
            <pc:sldMk cId="407234926" sldId="327"/>
            <ac:picMk id="6" creationId="{0B088901-04A1-A274-4B73-C82B13D56B73}"/>
          </ac:picMkLst>
        </pc:picChg>
      </pc:sldChg>
      <pc:sldChg chg="addSp delSp modSp add mod modNotesTx">
        <pc:chgData name="bangsukyeong" userId="fa730157-cd0a-41dd-bd1a-94f02b019d20" providerId="ADAL" clId="{D651A7CB-29B0-404C-8F6D-850A795FCC0B}" dt="2026-03-22T17:12:04.057" v="69116" actId="2711"/>
        <pc:sldMkLst>
          <pc:docMk/>
          <pc:sldMk cId="1088381323" sldId="327"/>
        </pc:sldMkLst>
        <pc:spChg chg="mod">
          <ac:chgData name="bangsukyeong" userId="fa730157-cd0a-41dd-bd1a-94f02b019d20" providerId="ADAL" clId="{D651A7CB-29B0-404C-8F6D-850A795FCC0B}" dt="2026-03-22T17:12:04.057" v="69116" actId="2711"/>
          <ac:spMkLst>
            <pc:docMk/>
            <pc:sldMk cId="1088381323" sldId="327"/>
            <ac:spMk id="2" creationId="{622FD25F-990D-9A59-C044-D6F6441FF12A}"/>
          </ac:spMkLst>
        </pc:spChg>
        <pc:spChg chg="add del mod">
          <ac:chgData name="bangsukyeong" userId="fa730157-cd0a-41dd-bd1a-94f02b019d20" providerId="ADAL" clId="{D651A7CB-29B0-404C-8F6D-850A795FCC0B}" dt="2026-03-22T08:57:18.356" v="56148" actId="21"/>
          <ac:spMkLst>
            <pc:docMk/>
            <pc:sldMk cId="1088381323" sldId="327"/>
            <ac:spMk id="4" creationId="{A722FBF2-165D-23C3-DC58-8CCFFF5495E2}"/>
          </ac:spMkLst>
        </pc:spChg>
        <pc:spChg chg="add del mod">
          <ac:chgData name="bangsukyeong" userId="fa730157-cd0a-41dd-bd1a-94f02b019d20" providerId="ADAL" clId="{D651A7CB-29B0-404C-8F6D-850A795FCC0B}" dt="2026-03-22T08:57:53.795" v="56153"/>
          <ac:spMkLst>
            <pc:docMk/>
            <pc:sldMk cId="1088381323" sldId="327"/>
            <ac:spMk id="6" creationId="{4D0EC3C1-3E6A-AC8B-84E0-852003F502DF}"/>
          </ac:spMkLst>
        </pc:spChg>
        <pc:spChg chg="mod">
          <ac:chgData name="bangsukyeong" userId="fa730157-cd0a-41dd-bd1a-94f02b019d20" providerId="ADAL" clId="{D651A7CB-29B0-404C-8F6D-850A795FCC0B}" dt="2026-03-22T17:12:04.057" v="69116" actId="2711"/>
          <ac:spMkLst>
            <pc:docMk/>
            <pc:sldMk cId="1088381323" sldId="327"/>
            <ac:spMk id="7" creationId="{5D0A2D92-B03E-DCC6-0E5A-CCA41DF27D02}"/>
          </ac:spMkLst>
        </pc:spChg>
        <pc:spChg chg="mod">
          <ac:chgData name="bangsukyeong" userId="fa730157-cd0a-41dd-bd1a-94f02b019d20" providerId="ADAL" clId="{D651A7CB-29B0-404C-8F6D-850A795FCC0B}" dt="2026-03-22T17:12:04.057" v="69116" actId="2711"/>
          <ac:spMkLst>
            <pc:docMk/>
            <pc:sldMk cId="1088381323" sldId="327"/>
            <ac:spMk id="13" creationId="{2BE5701D-4FD5-EA89-32C3-6DAD10C09B29}"/>
          </ac:spMkLst>
        </pc:spChg>
        <pc:grpChg chg="add del mod">
          <ac:chgData name="bangsukyeong" userId="fa730157-cd0a-41dd-bd1a-94f02b019d20" providerId="ADAL" clId="{D651A7CB-29B0-404C-8F6D-850A795FCC0B}" dt="2026-03-22T08:55:42.515" v="56119" actId="21"/>
          <ac:grpSpMkLst>
            <pc:docMk/>
            <pc:sldMk cId="1088381323" sldId="327"/>
            <ac:grpSpMk id="16" creationId="{5B1EA684-B345-6405-349C-C8F532286FB4}"/>
          </ac:grpSpMkLst>
        </pc:grpChg>
        <pc:grpChg chg="add mod">
          <ac:chgData name="bangsukyeong" userId="fa730157-cd0a-41dd-bd1a-94f02b019d20" providerId="ADAL" clId="{D651A7CB-29B0-404C-8F6D-850A795FCC0B}" dt="2026-03-22T08:55:45.664" v="56120"/>
          <ac:grpSpMkLst>
            <pc:docMk/>
            <pc:sldMk cId="1088381323" sldId="327"/>
            <ac:grpSpMk id="19" creationId="{5B1EA684-B345-6405-349C-C8F532286FB4}"/>
          </ac:grpSpMkLst>
        </pc:grpChg>
        <pc:grpChg chg="add mod">
          <ac:chgData name="bangsukyeong" userId="fa730157-cd0a-41dd-bd1a-94f02b019d20" providerId="ADAL" clId="{D651A7CB-29B0-404C-8F6D-850A795FCC0B}" dt="2026-03-22T08:55:54.598" v="56121"/>
          <ac:grpSpMkLst>
            <pc:docMk/>
            <pc:sldMk cId="1088381323" sldId="327"/>
            <ac:grpSpMk id="22" creationId="{92C88C6F-A7DB-E8C0-4A6D-120A3405F32B}"/>
          </ac:grpSpMkLst>
        </pc:grpChg>
        <pc:grpChg chg="add mod">
          <ac:chgData name="bangsukyeong" userId="fa730157-cd0a-41dd-bd1a-94f02b019d20" providerId="ADAL" clId="{D651A7CB-29B0-404C-8F6D-850A795FCC0B}" dt="2026-03-22T08:55:55.630" v="56122"/>
          <ac:grpSpMkLst>
            <pc:docMk/>
            <pc:sldMk cId="1088381323" sldId="327"/>
            <ac:grpSpMk id="25" creationId="{E1D061FE-DE19-0B41-1B80-C75CCFE1389E}"/>
          </ac:grpSpMkLst>
        </pc:grpChg>
        <pc:grpChg chg="add mod">
          <ac:chgData name="bangsukyeong" userId="fa730157-cd0a-41dd-bd1a-94f02b019d20" providerId="ADAL" clId="{D651A7CB-29B0-404C-8F6D-850A795FCC0B}" dt="2026-03-22T08:55:56.607" v="56123"/>
          <ac:grpSpMkLst>
            <pc:docMk/>
            <pc:sldMk cId="1088381323" sldId="327"/>
            <ac:grpSpMk id="28" creationId="{AB0FE22A-37BC-F554-B031-1C9DC22B6F41}"/>
          </ac:grpSpMkLst>
        </pc:grpChg>
        <pc:grpChg chg="add mod">
          <ac:chgData name="bangsukyeong" userId="fa730157-cd0a-41dd-bd1a-94f02b019d20" providerId="ADAL" clId="{D651A7CB-29B0-404C-8F6D-850A795FCC0B}" dt="2026-03-22T08:56:06.956" v="56124"/>
          <ac:grpSpMkLst>
            <pc:docMk/>
            <pc:sldMk cId="1088381323" sldId="327"/>
            <ac:grpSpMk id="31" creationId="{390198EB-E32E-7CE5-322D-8A189145FE4A}"/>
          </ac:grpSpMkLst>
        </pc:grpChg>
        <pc:grpChg chg="add del mod">
          <ac:chgData name="bangsukyeong" userId="fa730157-cd0a-41dd-bd1a-94f02b019d20" providerId="ADAL" clId="{D651A7CB-29B0-404C-8F6D-850A795FCC0B}" dt="2026-03-22T08:57:11.386" v="56144" actId="165"/>
          <ac:grpSpMkLst>
            <pc:docMk/>
            <pc:sldMk cId="1088381323" sldId="327"/>
            <ac:grpSpMk id="34" creationId="{1D7C8E7B-2B4D-A8E3-DD74-9ED4E26EDB4B}"/>
          </ac:grpSpMkLst>
        </pc:grpChg>
        <pc:grpChg chg="add mod">
          <ac:chgData name="bangsukyeong" userId="fa730157-cd0a-41dd-bd1a-94f02b019d20" providerId="ADAL" clId="{D651A7CB-29B0-404C-8F6D-850A795FCC0B}" dt="2026-03-22T08:58:01.723" v="56180" actId="1036"/>
          <ac:grpSpMkLst>
            <pc:docMk/>
            <pc:sldMk cId="1088381323" sldId="327"/>
            <ac:grpSpMk id="37" creationId="{D06D7E01-816D-B819-B1CC-79FE7D5D638B}"/>
          </ac:grpSpMkLst>
        </pc:grpChg>
        <pc:picChg chg="del">
          <ac:chgData name="bangsukyeong" userId="fa730157-cd0a-41dd-bd1a-94f02b019d20" providerId="ADAL" clId="{D651A7CB-29B0-404C-8F6D-850A795FCC0B}" dt="2026-03-22T08:55:10.777" v="56109" actId="21"/>
          <ac:picMkLst>
            <pc:docMk/>
            <pc:sldMk cId="1088381323" sldId="327"/>
            <ac:picMk id="9" creationId="{03D8A4F1-EA4A-86B0-DECB-F25D07978CD1}"/>
          </ac:picMkLst>
        </pc:picChg>
        <pc:picChg chg="del">
          <ac:chgData name="bangsukyeong" userId="fa730157-cd0a-41dd-bd1a-94f02b019d20" providerId="ADAL" clId="{D651A7CB-29B0-404C-8F6D-850A795FCC0B}" dt="2026-03-22T08:55:11.265" v="56110" actId="21"/>
          <ac:picMkLst>
            <pc:docMk/>
            <pc:sldMk cId="1088381323" sldId="327"/>
            <ac:picMk id="11" creationId="{3EFCB57D-67B5-8B06-8957-1BACAEB42EF6}"/>
          </ac:picMkLst>
        </pc:picChg>
        <pc:picChg chg="add mod">
          <ac:chgData name="bangsukyeong" userId="fa730157-cd0a-41dd-bd1a-94f02b019d20" providerId="ADAL" clId="{D651A7CB-29B0-404C-8F6D-850A795FCC0B}" dt="2026-03-22T08:55:15.996" v="56111"/>
          <ac:picMkLst>
            <pc:docMk/>
            <pc:sldMk cId="1088381323" sldId="327"/>
            <ac:picMk id="12" creationId="{3A272797-3EFE-2EB6-5927-F60A60581DEE}"/>
          </ac:picMkLst>
        </pc:picChg>
        <pc:picChg chg="add mod">
          <ac:chgData name="bangsukyeong" userId="fa730157-cd0a-41dd-bd1a-94f02b019d20" providerId="ADAL" clId="{D651A7CB-29B0-404C-8F6D-850A795FCC0B}" dt="2026-03-22T08:55:31.042" v="56115"/>
          <ac:picMkLst>
            <pc:docMk/>
            <pc:sldMk cId="1088381323" sldId="327"/>
            <ac:picMk id="14" creationId="{95BE858D-69FC-01F2-DE10-6F8BF592C511}"/>
          </ac:picMkLst>
        </pc:picChg>
        <pc:picChg chg="mod">
          <ac:chgData name="bangsukyeong" userId="fa730157-cd0a-41dd-bd1a-94f02b019d20" providerId="ADAL" clId="{D651A7CB-29B0-404C-8F6D-850A795FCC0B}" dt="2026-03-22T08:55:39.938" v="56117"/>
          <ac:picMkLst>
            <pc:docMk/>
            <pc:sldMk cId="1088381323" sldId="327"/>
            <ac:picMk id="17" creationId="{40E1C38B-BCA6-A11C-057E-CC460B142CFB}"/>
          </ac:picMkLst>
        </pc:picChg>
        <pc:picChg chg="mod">
          <ac:chgData name="bangsukyeong" userId="fa730157-cd0a-41dd-bd1a-94f02b019d20" providerId="ADAL" clId="{D651A7CB-29B0-404C-8F6D-850A795FCC0B}" dt="2026-03-22T08:55:45.664" v="56120"/>
          <ac:picMkLst>
            <pc:docMk/>
            <pc:sldMk cId="1088381323" sldId="327"/>
            <ac:picMk id="20" creationId="{40E1C38B-BCA6-A11C-057E-CC460B142CFB}"/>
          </ac:picMkLst>
        </pc:picChg>
        <pc:picChg chg="mod">
          <ac:chgData name="bangsukyeong" userId="fa730157-cd0a-41dd-bd1a-94f02b019d20" providerId="ADAL" clId="{D651A7CB-29B0-404C-8F6D-850A795FCC0B}" dt="2026-03-22T08:55:54.598" v="56121"/>
          <ac:picMkLst>
            <pc:docMk/>
            <pc:sldMk cId="1088381323" sldId="327"/>
            <ac:picMk id="23" creationId="{A9A71F0B-87A5-3658-B42E-135656FDCC0E}"/>
          </ac:picMkLst>
        </pc:picChg>
        <pc:picChg chg="mod">
          <ac:chgData name="bangsukyeong" userId="fa730157-cd0a-41dd-bd1a-94f02b019d20" providerId="ADAL" clId="{D651A7CB-29B0-404C-8F6D-850A795FCC0B}" dt="2026-03-22T08:55:55.630" v="56122"/>
          <ac:picMkLst>
            <pc:docMk/>
            <pc:sldMk cId="1088381323" sldId="327"/>
            <ac:picMk id="26" creationId="{E22983DE-F731-0AC6-6367-F3AAF16924DB}"/>
          </ac:picMkLst>
        </pc:picChg>
        <pc:picChg chg="mod">
          <ac:chgData name="bangsukyeong" userId="fa730157-cd0a-41dd-bd1a-94f02b019d20" providerId="ADAL" clId="{D651A7CB-29B0-404C-8F6D-850A795FCC0B}" dt="2026-03-22T08:55:56.607" v="56123"/>
          <ac:picMkLst>
            <pc:docMk/>
            <pc:sldMk cId="1088381323" sldId="327"/>
            <ac:picMk id="29" creationId="{7FAD9EDC-52FB-13B5-43CB-BAFC4159FEA7}"/>
          </ac:picMkLst>
        </pc:picChg>
        <pc:picChg chg="mod">
          <ac:chgData name="bangsukyeong" userId="fa730157-cd0a-41dd-bd1a-94f02b019d20" providerId="ADAL" clId="{D651A7CB-29B0-404C-8F6D-850A795FCC0B}" dt="2026-03-22T08:56:06.956" v="56124"/>
          <ac:picMkLst>
            <pc:docMk/>
            <pc:sldMk cId="1088381323" sldId="327"/>
            <ac:picMk id="32" creationId="{3B60B573-2BF3-1FFA-EE00-3B135CDF82BF}"/>
          </ac:picMkLst>
        </pc:picChg>
        <pc:picChg chg="mod topLvl">
          <ac:chgData name="bangsukyeong" userId="fa730157-cd0a-41dd-bd1a-94f02b019d20" providerId="ADAL" clId="{D651A7CB-29B0-404C-8F6D-850A795FCC0B}" dt="2026-03-22T08:57:12.883" v="56145" actId="164"/>
          <ac:picMkLst>
            <pc:docMk/>
            <pc:sldMk cId="1088381323" sldId="327"/>
            <ac:picMk id="35" creationId="{5CB32D12-5891-3313-EF8A-334B0152AEC7}"/>
          </ac:picMkLst>
        </pc:picChg>
        <pc:picChg chg="add mod">
          <ac:chgData name="bangsukyeong" userId="fa730157-cd0a-41dd-bd1a-94f02b019d20" providerId="ADAL" clId="{D651A7CB-29B0-404C-8F6D-850A795FCC0B}" dt="2026-03-22T08:58:01.723" v="56180" actId="1036"/>
          <ac:picMkLst>
            <pc:docMk/>
            <pc:sldMk cId="1088381323" sldId="327"/>
            <ac:picMk id="38" creationId="{9A2C3782-586E-6907-63F1-E1FE5886F04B}"/>
          </ac:picMkLst>
        </pc:picChg>
        <pc:cxnChg chg="del">
          <ac:chgData name="bangsukyeong" userId="fa730157-cd0a-41dd-bd1a-94f02b019d20" providerId="ADAL" clId="{D651A7CB-29B0-404C-8F6D-850A795FCC0B}" dt="2026-03-22T08:55:23.090" v="56113" actId="21"/>
          <ac:cxnSpMkLst>
            <pc:docMk/>
            <pc:sldMk cId="1088381323" sldId="327"/>
            <ac:cxnSpMk id="8" creationId="{F2B79F5C-CA68-581A-E489-BDC843530E85}"/>
          </ac:cxnSpMkLst>
        </pc:cxnChg>
        <pc:cxnChg chg="add mod">
          <ac:chgData name="bangsukyeong" userId="fa730157-cd0a-41dd-bd1a-94f02b019d20" providerId="ADAL" clId="{D651A7CB-29B0-404C-8F6D-850A795FCC0B}" dt="2026-03-22T08:55:31.042" v="56115"/>
          <ac:cxnSpMkLst>
            <pc:docMk/>
            <pc:sldMk cId="1088381323" sldId="327"/>
            <ac:cxnSpMk id="15" creationId="{7F749C10-139E-BD14-CC41-57BD129F98EB}"/>
          </ac:cxnSpMkLst>
        </pc:cxnChg>
        <pc:cxnChg chg="mod">
          <ac:chgData name="bangsukyeong" userId="fa730157-cd0a-41dd-bd1a-94f02b019d20" providerId="ADAL" clId="{D651A7CB-29B0-404C-8F6D-850A795FCC0B}" dt="2026-03-22T08:55:39.938" v="56117"/>
          <ac:cxnSpMkLst>
            <pc:docMk/>
            <pc:sldMk cId="1088381323" sldId="327"/>
            <ac:cxnSpMk id="18" creationId="{4B307E59-985F-8B2F-FCE0-73176BB1D808}"/>
          </ac:cxnSpMkLst>
        </pc:cxnChg>
        <pc:cxnChg chg="mod">
          <ac:chgData name="bangsukyeong" userId="fa730157-cd0a-41dd-bd1a-94f02b019d20" providerId="ADAL" clId="{D651A7CB-29B0-404C-8F6D-850A795FCC0B}" dt="2026-03-22T08:55:45.664" v="56120"/>
          <ac:cxnSpMkLst>
            <pc:docMk/>
            <pc:sldMk cId="1088381323" sldId="327"/>
            <ac:cxnSpMk id="21" creationId="{4B307E59-985F-8B2F-FCE0-73176BB1D808}"/>
          </ac:cxnSpMkLst>
        </pc:cxnChg>
        <pc:cxnChg chg="mod">
          <ac:chgData name="bangsukyeong" userId="fa730157-cd0a-41dd-bd1a-94f02b019d20" providerId="ADAL" clId="{D651A7CB-29B0-404C-8F6D-850A795FCC0B}" dt="2026-03-22T08:55:54.598" v="56121"/>
          <ac:cxnSpMkLst>
            <pc:docMk/>
            <pc:sldMk cId="1088381323" sldId="327"/>
            <ac:cxnSpMk id="24" creationId="{2615D8A5-3A55-99D0-2544-0CA70301C2B3}"/>
          </ac:cxnSpMkLst>
        </pc:cxnChg>
        <pc:cxnChg chg="mod">
          <ac:chgData name="bangsukyeong" userId="fa730157-cd0a-41dd-bd1a-94f02b019d20" providerId="ADAL" clId="{D651A7CB-29B0-404C-8F6D-850A795FCC0B}" dt="2026-03-22T08:55:55.630" v="56122"/>
          <ac:cxnSpMkLst>
            <pc:docMk/>
            <pc:sldMk cId="1088381323" sldId="327"/>
            <ac:cxnSpMk id="27" creationId="{27701900-D120-C4B4-F9D0-8720082EE2F4}"/>
          </ac:cxnSpMkLst>
        </pc:cxnChg>
        <pc:cxnChg chg="mod">
          <ac:chgData name="bangsukyeong" userId="fa730157-cd0a-41dd-bd1a-94f02b019d20" providerId="ADAL" clId="{D651A7CB-29B0-404C-8F6D-850A795FCC0B}" dt="2026-03-22T08:55:56.607" v="56123"/>
          <ac:cxnSpMkLst>
            <pc:docMk/>
            <pc:sldMk cId="1088381323" sldId="327"/>
            <ac:cxnSpMk id="30" creationId="{D9038266-7FC9-208E-7E2F-E6B782964AB2}"/>
          </ac:cxnSpMkLst>
        </pc:cxnChg>
        <pc:cxnChg chg="mod">
          <ac:chgData name="bangsukyeong" userId="fa730157-cd0a-41dd-bd1a-94f02b019d20" providerId="ADAL" clId="{D651A7CB-29B0-404C-8F6D-850A795FCC0B}" dt="2026-03-22T08:56:06.956" v="56124"/>
          <ac:cxnSpMkLst>
            <pc:docMk/>
            <pc:sldMk cId="1088381323" sldId="327"/>
            <ac:cxnSpMk id="33" creationId="{0526287F-8368-95A8-313C-972A6108A151}"/>
          </ac:cxnSpMkLst>
        </pc:cxnChg>
        <pc:cxnChg chg="mod topLvl">
          <ac:chgData name="bangsukyeong" userId="fa730157-cd0a-41dd-bd1a-94f02b019d20" providerId="ADAL" clId="{D651A7CB-29B0-404C-8F6D-850A795FCC0B}" dt="2026-03-22T08:57:12.883" v="56145" actId="164"/>
          <ac:cxnSpMkLst>
            <pc:docMk/>
            <pc:sldMk cId="1088381323" sldId="327"/>
            <ac:cxnSpMk id="36" creationId="{509B1623-F498-EC26-491F-AE1938D2FBDC}"/>
          </ac:cxnSpMkLst>
        </pc:cxnChg>
      </pc:sldChg>
      <pc:sldChg chg="addSp delSp add del mod">
        <pc:chgData name="bangsukyeong" userId="fa730157-cd0a-41dd-bd1a-94f02b019d20" providerId="ADAL" clId="{D651A7CB-29B0-404C-8F6D-850A795FCC0B}" dt="2026-03-22T08:59:03.314" v="56199" actId="2696"/>
        <pc:sldMkLst>
          <pc:docMk/>
          <pc:sldMk cId="2060730691" sldId="328"/>
        </pc:sldMkLst>
        <pc:grpChg chg="add del">
          <ac:chgData name="bangsukyeong" userId="fa730157-cd0a-41dd-bd1a-94f02b019d20" providerId="ADAL" clId="{D651A7CB-29B0-404C-8F6D-850A795FCC0B}" dt="2026-03-22T08:59:00.721" v="56198" actId="21"/>
          <ac:grpSpMkLst>
            <pc:docMk/>
            <pc:sldMk cId="2060730691" sldId="328"/>
            <ac:grpSpMk id="37" creationId="{CD852B43-54ED-2EDB-1165-10B16265A5C1}"/>
          </ac:grpSpMkLst>
        </pc:grpChg>
      </pc:sldChg>
      <pc:sldChg chg="addSp delSp modSp add mod ord modNotesTx">
        <pc:chgData name="bangsukyeong" userId="fa730157-cd0a-41dd-bd1a-94f02b019d20" providerId="ADAL" clId="{D651A7CB-29B0-404C-8F6D-850A795FCC0B}" dt="2026-03-22T17:12:01.085" v="69115" actId="2711"/>
        <pc:sldMkLst>
          <pc:docMk/>
          <pc:sldMk cId="3519217490" sldId="328"/>
        </pc:sldMkLst>
        <pc:spChg chg="mod">
          <ac:chgData name="bangsukyeong" userId="fa730157-cd0a-41dd-bd1a-94f02b019d20" providerId="ADAL" clId="{D651A7CB-29B0-404C-8F6D-850A795FCC0B}" dt="2026-03-22T17:12:01.085" v="69115" actId="2711"/>
          <ac:spMkLst>
            <pc:docMk/>
            <pc:sldMk cId="3519217490" sldId="328"/>
            <ac:spMk id="2" creationId="{BCE002C4-C63F-FE45-D33D-B59B469B7479}"/>
          </ac:spMkLst>
        </pc:spChg>
        <pc:spChg chg="add del mod">
          <ac:chgData name="bangsukyeong" userId="fa730157-cd0a-41dd-bd1a-94f02b019d20" providerId="ADAL" clId="{D651A7CB-29B0-404C-8F6D-850A795FCC0B}" dt="2026-03-22T08:59:45.068" v="56219"/>
          <ac:spMkLst>
            <pc:docMk/>
            <pc:sldMk cId="3519217490" sldId="328"/>
            <ac:spMk id="4" creationId="{A9DDC435-C132-E4F6-54C0-C5A9C63BAB10}"/>
          </ac:spMkLst>
        </pc:spChg>
        <pc:spChg chg="add del mod">
          <ac:chgData name="bangsukyeong" userId="fa730157-cd0a-41dd-bd1a-94f02b019d20" providerId="ADAL" clId="{D651A7CB-29B0-404C-8F6D-850A795FCC0B}" dt="2026-03-22T08:59:48.288" v="56220"/>
          <ac:spMkLst>
            <pc:docMk/>
            <pc:sldMk cId="3519217490" sldId="328"/>
            <ac:spMk id="6" creationId="{91FC8B0B-95D7-2E4B-9571-76C98D6BBF3C}"/>
          </ac:spMkLst>
        </pc:spChg>
        <pc:spChg chg="mod">
          <ac:chgData name="bangsukyeong" userId="fa730157-cd0a-41dd-bd1a-94f02b019d20" providerId="ADAL" clId="{D651A7CB-29B0-404C-8F6D-850A795FCC0B}" dt="2026-03-22T17:12:01.085" v="69115" actId="2711"/>
          <ac:spMkLst>
            <pc:docMk/>
            <pc:sldMk cId="3519217490" sldId="328"/>
            <ac:spMk id="7" creationId="{C7F8DFE7-F2B3-9189-8863-EB67D68C905D}"/>
          </ac:spMkLst>
        </pc:spChg>
        <pc:spChg chg="mod">
          <ac:chgData name="bangsukyeong" userId="fa730157-cd0a-41dd-bd1a-94f02b019d20" providerId="ADAL" clId="{D651A7CB-29B0-404C-8F6D-850A795FCC0B}" dt="2026-03-22T17:12:01.085" v="69115" actId="2711"/>
          <ac:spMkLst>
            <pc:docMk/>
            <pc:sldMk cId="3519217490" sldId="328"/>
            <ac:spMk id="13" creationId="{2F8AEF3B-C804-281A-361E-265740E79E3D}"/>
          </ac:spMkLst>
        </pc:spChg>
        <pc:picChg chg="del">
          <ac:chgData name="bangsukyeong" userId="fa730157-cd0a-41dd-bd1a-94f02b019d20" providerId="ADAL" clId="{D651A7CB-29B0-404C-8F6D-850A795FCC0B}" dt="2026-03-22T08:59:09.927" v="56203" actId="21"/>
          <ac:picMkLst>
            <pc:docMk/>
            <pc:sldMk cId="3519217490" sldId="328"/>
            <ac:picMk id="9" creationId="{1BFC2662-3E1F-EF77-2A79-C94108EFAB1B}"/>
          </ac:picMkLst>
        </pc:picChg>
        <pc:picChg chg="del">
          <ac:chgData name="bangsukyeong" userId="fa730157-cd0a-41dd-bd1a-94f02b019d20" providerId="ADAL" clId="{D651A7CB-29B0-404C-8F6D-850A795FCC0B}" dt="2026-03-22T08:59:10.664" v="56204" actId="21"/>
          <ac:picMkLst>
            <pc:docMk/>
            <pc:sldMk cId="3519217490" sldId="328"/>
            <ac:picMk id="11" creationId="{DEE95179-56B5-7EB4-D1B9-2FC03269FA35}"/>
          </ac:picMkLst>
        </pc:picChg>
        <pc:picChg chg="add mod">
          <ac:chgData name="bangsukyeong" userId="fa730157-cd0a-41dd-bd1a-94f02b019d20" providerId="ADAL" clId="{D651A7CB-29B0-404C-8F6D-850A795FCC0B}" dt="2026-03-22T08:59:45.068" v="56219"/>
          <ac:picMkLst>
            <pc:docMk/>
            <pc:sldMk cId="3519217490" sldId="328"/>
            <ac:picMk id="12" creationId="{C4C10C22-73F6-109D-C2A1-4A061C65AFFA}"/>
          </ac:picMkLst>
        </pc:picChg>
        <pc:picChg chg="add mod">
          <ac:chgData name="bangsukyeong" userId="fa730157-cd0a-41dd-bd1a-94f02b019d20" providerId="ADAL" clId="{D651A7CB-29B0-404C-8F6D-850A795FCC0B}" dt="2026-03-22T08:59:48.288" v="56220"/>
          <ac:picMkLst>
            <pc:docMk/>
            <pc:sldMk cId="3519217490" sldId="328"/>
            <ac:picMk id="14" creationId="{638254E3-54F9-720D-95BB-A6D77A9A6D39}"/>
          </ac:picMkLst>
        </pc:picChg>
        <pc:cxnChg chg="del">
          <ac:chgData name="bangsukyeong" userId="fa730157-cd0a-41dd-bd1a-94f02b019d20" providerId="ADAL" clId="{D651A7CB-29B0-404C-8F6D-850A795FCC0B}" dt="2026-03-22T08:59:13.477" v="56206" actId="21"/>
          <ac:cxnSpMkLst>
            <pc:docMk/>
            <pc:sldMk cId="3519217490" sldId="328"/>
            <ac:cxnSpMk id="8" creationId="{0FF745CC-1F16-D860-D68D-5B3D369740FE}"/>
          </ac:cxnSpMkLst>
        </pc:cxnChg>
      </pc:sldChg>
      <pc:sldChg chg="addSp delSp modSp add mod modNotesTx">
        <pc:chgData name="bangsukyeong" userId="fa730157-cd0a-41dd-bd1a-94f02b019d20" providerId="ADAL" clId="{D651A7CB-29B0-404C-8F6D-850A795FCC0B}" dt="2026-03-23T04:26:46.162" v="69210" actId="1076"/>
        <pc:sldMkLst>
          <pc:docMk/>
          <pc:sldMk cId="1821947564" sldId="329"/>
        </pc:sldMkLst>
        <pc:spChg chg="mod">
          <ac:chgData name="bangsukyeong" userId="fa730157-cd0a-41dd-bd1a-94f02b019d20" providerId="ADAL" clId="{D651A7CB-29B0-404C-8F6D-850A795FCC0B}" dt="2026-03-22T17:11:58.043" v="69114" actId="2711"/>
          <ac:spMkLst>
            <pc:docMk/>
            <pc:sldMk cId="1821947564" sldId="329"/>
            <ac:spMk id="2" creationId="{A3AEE9D2-26B8-3779-F1CB-8924F88C62EF}"/>
          </ac:spMkLst>
        </pc:spChg>
        <pc:spChg chg="add del">
          <ac:chgData name="bangsukyeong" userId="fa730157-cd0a-41dd-bd1a-94f02b019d20" providerId="ADAL" clId="{D651A7CB-29B0-404C-8F6D-850A795FCC0B}" dt="2026-03-22T09:00:35.776" v="56228"/>
          <ac:spMkLst>
            <pc:docMk/>
            <pc:sldMk cId="1821947564" sldId="329"/>
            <ac:spMk id="4" creationId="{C890BEC6-7363-A97C-504D-3C30412D779F}"/>
          </ac:spMkLst>
        </pc:spChg>
        <pc:spChg chg="del">
          <ac:chgData name="bangsukyeong" userId="fa730157-cd0a-41dd-bd1a-94f02b019d20" providerId="ADAL" clId="{D651A7CB-29B0-404C-8F6D-850A795FCC0B}" dt="2026-03-22T11:39:31.368" v="57192" actId="21"/>
          <ac:spMkLst>
            <pc:docMk/>
            <pc:sldMk cId="1821947564" sldId="329"/>
            <ac:spMk id="6" creationId="{DE43F77D-309A-9D78-BCF5-784FA467EC3D}"/>
          </ac:spMkLst>
        </pc:spChg>
        <pc:spChg chg="mod">
          <ac:chgData name="bangsukyeong" userId="fa730157-cd0a-41dd-bd1a-94f02b019d20" providerId="ADAL" clId="{D651A7CB-29B0-404C-8F6D-850A795FCC0B}" dt="2026-03-22T17:11:58.043" v="69114" actId="2711"/>
          <ac:spMkLst>
            <pc:docMk/>
            <pc:sldMk cId="1821947564" sldId="329"/>
            <ac:spMk id="7" creationId="{E0EAB487-67F8-6DDA-76AE-FA5E8760C4F9}"/>
          </ac:spMkLst>
        </pc:spChg>
        <pc:spChg chg="mod">
          <ac:chgData name="bangsukyeong" userId="fa730157-cd0a-41dd-bd1a-94f02b019d20" providerId="ADAL" clId="{D651A7CB-29B0-404C-8F6D-850A795FCC0B}" dt="2026-03-22T17:11:58.043" v="69114" actId="2711"/>
          <ac:spMkLst>
            <pc:docMk/>
            <pc:sldMk cId="1821947564" sldId="329"/>
            <ac:spMk id="13" creationId="{B4547F74-DD58-65E2-3E3A-353BB464ED1E}"/>
          </ac:spMkLst>
        </pc:spChg>
        <pc:spChg chg="add mod">
          <ac:chgData name="bangsukyeong" userId="fa730157-cd0a-41dd-bd1a-94f02b019d20" providerId="ADAL" clId="{D651A7CB-29B0-404C-8F6D-850A795FCC0B}" dt="2026-03-22T17:11:58.043" v="69114" actId="2711"/>
          <ac:spMkLst>
            <pc:docMk/>
            <pc:sldMk cId="1821947564" sldId="329"/>
            <ac:spMk id="15" creationId="{E6BD7EC3-E4A0-FDAD-BCD1-B1F7F6F643D5}"/>
          </ac:spMkLst>
        </pc:spChg>
        <pc:spChg chg="add mod">
          <ac:chgData name="bangsukyeong" userId="fa730157-cd0a-41dd-bd1a-94f02b019d20" providerId="ADAL" clId="{D651A7CB-29B0-404C-8F6D-850A795FCC0B}" dt="2026-03-22T11:48:25.853" v="57664" actId="571"/>
          <ac:spMkLst>
            <pc:docMk/>
            <pc:sldMk cId="1821947564" sldId="329"/>
            <ac:spMk id="17" creationId="{727F4852-6E8A-586C-FC52-D39DDE7721AB}"/>
          </ac:spMkLst>
        </pc:spChg>
        <pc:picChg chg="add mod">
          <ac:chgData name="bangsukyeong" userId="fa730157-cd0a-41dd-bd1a-94f02b019d20" providerId="ADAL" clId="{D651A7CB-29B0-404C-8F6D-850A795FCC0B}" dt="2026-03-22T09:00:30.234" v="56224"/>
          <ac:picMkLst>
            <pc:docMk/>
            <pc:sldMk cId="1821947564" sldId="329"/>
            <ac:picMk id="3" creationId="{C2EC2635-1C23-B9D9-791F-7ECFA2A08C60}"/>
          </ac:picMkLst>
        </pc:picChg>
        <pc:picChg chg="add mod">
          <ac:chgData name="bangsukyeong" userId="fa730157-cd0a-41dd-bd1a-94f02b019d20" providerId="ADAL" clId="{D651A7CB-29B0-404C-8F6D-850A795FCC0B}" dt="2026-03-22T12:12:49.074" v="57814" actId="1036"/>
          <ac:picMkLst>
            <pc:docMk/>
            <pc:sldMk cId="1821947564" sldId="329"/>
            <ac:picMk id="5" creationId="{83C078A2-4D1D-22C5-A69A-E283FB558A34}"/>
          </ac:picMkLst>
        </pc:picChg>
        <pc:picChg chg="add del mod">
          <ac:chgData name="bangsukyeong" userId="fa730157-cd0a-41dd-bd1a-94f02b019d20" providerId="ADAL" clId="{D651A7CB-29B0-404C-8F6D-850A795FCC0B}" dt="2026-03-22T11:47:54.957" v="57660" actId="21"/>
          <ac:picMkLst>
            <pc:docMk/>
            <pc:sldMk cId="1821947564" sldId="329"/>
            <ac:picMk id="12" creationId="{20417ABB-29E7-DE38-7250-5DF6E808BFB5}"/>
          </ac:picMkLst>
        </pc:picChg>
        <pc:picChg chg="add mod">
          <ac:chgData name="bangsukyeong" userId="fa730157-cd0a-41dd-bd1a-94f02b019d20" providerId="ADAL" clId="{D651A7CB-29B0-404C-8F6D-850A795FCC0B}" dt="2026-03-22T11:48:25.853" v="57664" actId="571"/>
          <ac:picMkLst>
            <pc:docMk/>
            <pc:sldMk cId="1821947564" sldId="329"/>
            <ac:picMk id="16" creationId="{9125F62E-337F-221C-0289-EC4D088C533A}"/>
          </ac:picMkLst>
        </pc:picChg>
        <pc:cxnChg chg="add mod">
          <ac:chgData name="bangsukyeong" userId="fa730157-cd0a-41dd-bd1a-94f02b019d20" providerId="ADAL" clId="{D651A7CB-29B0-404C-8F6D-850A795FCC0B}" dt="2026-03-23T04:26:46.162" v="69210" actId="1076"/>
          <ac:cxnSpMkLst>
            <pc:docMk/>
            <pc:sldMk cId="1821947564" sldId="329"/>
            <ac:cxnSpMk id="8" creationId="{4DB34322-33C5-3D8F-A333-D097151C82BF}"/>
          </ac:cxnSpMkLst>
        </pc:cxnChg>
        <pc:cxnChg chg="add mod">
          <ac:chgData name="bangsukyeong" userId="fa730157-cd0a-41dd-bd1a-94f02b019d20" providerId="ADAL" clId="{D651A7CB-29B0-404C-8F6D-850A795FCC0B}" dt="2026-03-22T12:08:40.163" v="57720" actId="14100"/>
          <ac:cxnSpMkLst>
            <pc:docMk/>
            <pc:sldMk cId="1821947564" sldId="329"/>
            <ac:cxnSpMk id="18" creationId="{45F7FB29-11AF-8A35-1D14-17C72A74144E}"/>
          </ac:cxnSpMkLst>
        </pc:cxnChg>
      </pc:sldChg>
      <pc:sldChg chg="addSp delSp modSp add mod">
        <pc:chgData name="bangsukyeong" userId="fa730157-cd0a-41dd-bd1a-94f02b019d20" providerId="ADAL" clId="{D651A7CB-29B0-404C-8F6D-850A795FCC0B}" dt="2026-03-22T17:11:54.575" v="69113" actId="2711"/>
        <pc:sldMkLst>
          <pc:docMk/>
          <pc:sldMk cId="3810059576" sldId="330"/>
        </pc:sldMkLst>
        <pc:spChg chg="mod">
          <ac:chgData name="bangsukyeong" userId="fa730157-cd0a-41dd-bd1a-94f02b019d20" providerId="ADAL" clId="{D651A7CB-29B0-404C-8F6D-850A795FCC0B}" dt="2026-03-22T17:11:54.575" v="69113" actId="2711"/>
          <ac:spMkLst>
            <pc:docMk/>
            <pc:sldMk cId="3810059576" sldId="330"/>
            <ac:spMk id="2" creationId="{B1CCAB8B-8C0D-B2B6-B148-F20D2799A9AF}"/>
          </ac:spMkLst>
        </pc:spChg>
        <pc:spChg chg="add del">
          <ac:chgData name="bangsukyeong" userId="fa730157-cd0a-41dd-bd1a-94f02b019d20" providerId="ADAL" clId="{D651A7CB-29B0-404C-8F6D-850A795FCC0B}" dt="2026-03-22T09:00:50.896" v="56233" actId="21"/>
          <ac:spMkLst>
            <pc:docMk/>
            <pc:sldMk cId="3810059576" sldId="330"/>
            <ac:spMk id="4" creationId="{6F4AD7BA-EA20-7814-3EC7-BD0360E1A559}"/>
          </ac:spMkLst>
        </pc:spChg>
        <pc:spChg chg="del">
          <ac:chgData name="bangsukyeong" userId="fa730157-cd0a-41dd-bd1a-94f02b019d20" providerId="ADAL" clId="{D651A7CB-29B0-404C-8F6D-850A795FCC0B}" dt="2026-03-22T09:00:52.799" v="56234" actId="21"/>
          <ac:spMkLst>
            <pc:docMk/>
            <pc:sldMk cId="3810059576" sldId="330"/>
            <ac:spMk id="6" creationId="{05F92C6F-AC59-0EB2-6D76-B1A6C3FAB3FC}"/>
          </ac:spMkLst>
        </pc:spChg>
        <pc:spChg chg="mod">
          <ac:chgData name="bangsukyeong" userId="fa730157-cd0a-41dd-bd1a-94f02b019d20" providerId="ADAL" clId="{D651A7CB-29B0-404C-8F6D-850A795FCC0B}" dt="2026-03-22T17:11:54.575" v="69113" actId="2711"/>
          <ac:spMkLst>
            <pc:docMk/>
            <pc:sldMk cId="3810059576" sldId="330"/>
            <ac:spMk id="7" creationId="{1406A340-5DF8-475C-6BE4-06B572E16909}"/>
          </ac:spMkLst>
        </pc:spChg>
        <pc:spChg chg="add del mod">
          <ac:chgData name="bangsukyeong" userId="fa730157-cd0a-41dd-bd1a-94f02b019d20" providerId="ADAL" clId="{D651A7CB-29B0-404C-8F6D-850A795FCC0B}" dt="2026-03-22T12:13:06.559" v="57831" actId="21"/>
          <ac:spMkLst>
            <pc:docMk/>
            <pc:sldMk cId="3810059576" sldId="330"/>
            <ac:spMk id="13" creationId="{C8A4E9DA-2F6B-8AB1-28C0-7468496CE4C1}"/>
          </ac:spMkLst>
        </pc:spChg>
        <pc:spChg chg="add mod">
          <ac:chgData name="bangsukyeong" userId="fa730157-cd0a-41dd-bd1a-94f02b019d20" providerId="ADAL" clId="{D651A7CB-29B0-404C-8F6D-850A795FCC0B}" dt="2026-03-22T17:11:54.575" v="69113" actId="2711"/>
          <ac:spMkLst>
            <pc:docMk/>
            <pc:sldMk cId="3810059576" sldId="330"/>
            <ac:spMk id="16" creationId="{158C7690-8E46-4ECD-F6EF-3AB60490046D}"/>
          </ac:spMkLst>
        </pc:spChg>
        <pc:grpChg chg="add mod">
          <ac:chgData name="bangsukyeong" userId="fa730157-cd0a-41dd-bd1a-94f02b019d20" providerId="ADAL" clId="{D651A7CB-29B0-404C-8F6D-850A795FCC0B}" dt="2026-03-22T11:48:39.923" v="57675" actId="1076"/>
          <ac:grpSpMkLst>
            <pc:docMk/>
            <pc:sldMk cId="3810059576" sldId="330"/>
            <ac:grpSpMk id="8" creationId="{4F190FA1-E4DB-6BB2-786E-545E0FF04053}"/>
          </ac:grpSpMkLst>
        </pc:grpChg>
        <pc:picChg chg="add mod">
          <ac:chgData name="bangsukyeong" userId="fa730157-cd0a-41dd-bd1a-94f02b019d20" providerId="ADAL" clId="{D651A7CB-29B0-404C-8F6D-850A795FCC0B}" dt="2026-03-22T09:00:43.157" v="56231"/>
          <ac:picMkLst>
            <pc:docMk/>
            <pc:sldMk cId="3810059576" sldId="330"/>
            <ac:picMk id="3" creationId="{F73B7387-E778-580D-DF76-206678718AD6}"/>
          </ac:picMkLst>
        </pc:picChg>
        <pc:picChg chg="mod">
          <ac:chgData name="bangsukyeong" userId="fa730157-cd0a-41dd-bd1a-94f02b019d20" providerId="ADAL" clId="{D651A7CB-29B0-404C-8F6D-850A795FCC0B}" dt="2026-03-22T09:01:07.516" v="56237"/>
          <ac:picMkLst>
            <pc:docMk/>
            <pc:sldMk cId="3810059576" sldId="330"/>
            <ac:picMk id="9" creationId="{D79DEE2A-DB0F-0CBB-819E-4B7F43945CC9}"/>
          </ac:picMkLst>
        </pc:picChg>
        <pc:inkChg chg="add mod">
          <ac:chgData name="bangsukyeong" userId="fa730157-cd0a-41dd-bd1a-94f02b019d20" providerId="ADAL" clId="{D651A7CB-29B0-404C-8F6D-850A795FCC0B}" dt="2026-03-22T09:00:56.422" v="56235"/>
          <ac:inkMkLst>
            <pc:docMk/>
            <pc:sldMk cId="3810059576" sldId="330"/>
            <ac:inkMk id="5" creationId="{851956B7-6AA0-646B-D3C2-A3EB666DACBA}"/>
          </ac:inkMkLst>
        </pc:inkChg>
        <pc:inkChg chg="mod">
          <ac:chgData name="bangsukyeong" userId="fa730157-cd0a-41dd-bd1a-94f02b019d20" providerId="ADAL" clId="{D651A7CB-29B0-404C-8F6D-850A795FCC0B}" dt="2026-03-22T09:01:07.516" v="56237"/>
          <ac:inkMkLst>
            <pc:docMk/>
            <pc:sldMk cId="3810059576" sldId="330"/>
            <ac:inkMk id="11" creationId="{C9DDC30C-3479-1F79-E52D-95D7B03ABDFB}"/>
          </ac:inkMkLst>
        </pc:inkChg>
        <pc:inkChg chg="mod">
          <ac:chgData name="bangsukyeong" userId="fa730157-cd0a-41dd-bd1a-94f02b019d20" providerId="ADAL" clId="{D651A7CB-29B0-404C-8F6D-850A795FCC0B}" dt="2026-03-22T09:01:07.516" v="56237"/>
          <ac:inkMkLst>
            <pc:docMk/>
            <pc:sldMk cId="3810059576" sldId="330"/>
            <ac:inkMk id="12" creationId="{5452407A-3822-D2FC-0379-6D2C0DB7882B}"/>
          </ac:inkMkLst>
        </pc:inkChg>
        <pc:inkChg chg="mod">
          <ac:chgData name="bangsukyeong" userId="fa730157-cd0a-41dd-bd1a-94f02b019d20" providerId="ADAL" clId="{D651A7CB-29B0-404C-8F6D-850A795FCC0B}" dt="2026-03-22T09:01:07.516" v="56237"/>
          <ac:inkMkLst>
            <pc:docMk/>
            <pc:sldMk cId="3810059576" sldId="330"/>
            <ac:inkMk id="14" creationId="{4A1CC08E-93D7-6E3A-9A29-D771442C6F29}"/>
          </ac:inkMkLst>
        </pc:inkChg>
        <pc:inkChg chg="mod">
          <ac:chgData name="bangsukyeong" userId="fa730157-cd0a-41dd-bd1a-94f02b019d20" providerId="ADAL" clId="{D651A7CB-29B0-404C-8F6D-850A795FCC0B}" dt="2026-03-22T09:01:07.516" v="56237"/>
          <ac:inkMkLst>
            <pc:docMk/>
            <pc:sldMk cId="3810059576" sldId="330"/>
            <ac:inkMk id="15" creationId="{F328ECEB-1DF8-E14B-39D3-172A3DCC7F3E}"/>
          </ac:inkMkLst>
        </pc:inkChg>
      </pc:sldChg>
      <pc:sldChg chg="add del">
        <pc:chgData name="bangsukyeong" userId="fa730157-cd0a-41dd-bd1a-94f02b019d20" providerId="ADAL" clId="{D651A7CB-29B0-404C-8F6D-850A795FCC0B}" dt="2026-03-22T09:00:32.913" v="56227"/>
        <pc:sldMkLst>
          <pc:docMk/>
          <pc:sldMk cId="2210672828" sldId="331"/>
        </pc:sldMkLst>
      </pc:sldChg>
      <pc:sldChg chg="addSp delSp modSp add mod ord modNotesTx">
        <pc:chgData name="bangsukyeong" userId="fa730157-cd0a-41dd-bd1a-94f02b019d20" providerId="ADAL" clId="{D651A7CB-29B0-404C-8F6D-850A795FCC0B}" dt="2026-03-23T04:26:52.434" v="69213" actId="14100"/>
        <pc:sldMkLst>
          <pc:docMk/>
          <pc:sldMk cId="2298754076" sldId="331"/>
        </pc:sldMkLst>
        <pc:spChg chg="mod">
          <ac:chgData name="bangsukyeong" userId="fa730157-cd0a-41dd-bd1a-94f02b019d20" providerId="ADAL" clId="{D651A7CB-29B0-404C-8F6D-850A795FCC0B}" dt="2026-03-22T17:11:47.418" v="69111" actId="2711"/>
          <ac:spMkLst>
            <pc:docMk/>
            <pc:sldMk cId="2298754076" sldId="331"/>
            <ac:spMk id="2" creationId="{2E6FEF16-15C3-2931-EB87-10AA5A81A658}"/>
          </ac:spMkLst>
        </pc:spChg>
        <pc:spChg chg="del">
          <ac:chgData name="bangsukyeong" userId="fa730157-cd0a-41dd-bd1a-94f02b019d20" providerId="ADAL" clId="{D651A7CB-29B0-404C-8F6D-850A795FCC0B}" dt="2026-03-22T12:28:17.530" v="59048"/>
          <ac:spMkLst>
            <pc:docMk/>
            <pc:sldMk cId="2298754076" sldId="331"/>
            <ac:spMk id="4" creationId="{6BF16741-3AFB-125B-B12B-5E186245DB5A}"/>
          </ac:spMkLst>
        </pc:spChg>
        <pc:spChg chg="add del">
          <ac:chgData name="bangsukyeong" userId="fa730157-cd0a-41dd-bd1a-94f02b019d20" providerId="ADAL" clId="{D651A7CB-29B0-404C-8F6D-850A795FCC0B}" dt="2026-03-22T12:28:35.229" v="59060"/>
          <ac:spMkLst>
            <pc:docMk/>
            <pc:sldMk cId="2298754076" sldId="331"/>
            <ac:spMk id="6" creationId="{967232A2-E350-3BE4-716F-87F8860AFFFC}"/>
          </ac:spMkLst>
        </pc:spChg>
        <pc:spChg chg="mod">
          <ac:chgData name="bangsukyeong" userId="fa730157-cd0a-41dd-bd1a-94f02b019d20" providerId="ADAL" clId="{D651A7CB-29B0-404C-8F6D-850A795FCC0B}" dt="2026-03-22T17:11:47.418" v="69111" actId="2711"/>
          <ac:spMkLst>
            <pc:docMk/>
            <pc:sldMk cId="2298754076" sldId="331"/>
            <ac:spMk id="7" creationId="{CEAA18CD-F795-AC38-49E4-F8F247C9D154}"/>
          </ac:spMkLst>
        </pc:spChg>
        <pc:spChg chg="add del mod">
          <ac:chgData name="bangsukyeong" userId="fa730157-cd0a-41dd-bd1a-94f02b019d20" providerId="ADAL" clId="{D651A7CB-29B0-404C-8F6D-850A795FCC0B}" dt="2026-03-22T12:28:21.840" v="59052"/>
          <ac:spMkLst>
            <pc:docMk/>
            <pc:sldMk cId="2298754076" sldId="331"/>
            <ac:spMk id="8" creationId="{059B12DB-AD96-120E-39DD-081BC1FB522E}"/>
          </ac:spMkLst>
        </pc:spChg>
        <pc:spChg chg="add del mod">
          <ac:chgData name="bangsukyeong" userId="fa730157-cd0a-41dd-bd1a-94f02b019d20" providerId="ADAL" clId="{D651A7CB-29B0-404C-8F6D-850A795FCC0B}" dt="2026-03-22T12:28:27.088" v="59056"/>
          <ac:spMkLst>
            <pc:docMk/>
            <pc:sldMk cId="2298754076" sldId="331"/>
            <ac:spMk id="12" creationId="{6A501181-E19F-1175-D3C4-174B1492F9A3}"/>
          </ac:spMkLst>
        </pc:spChg>
        <pc:spChg chg="mod">
          <ac:chgData name="bangsukyeong" userId="fa730157-cd0a-41dd-bd1a-94f02b019d20" providerId="ADAL" clId="{D651A7CB-29B0-404C-8F6D-850A795FCC0B}" dt="2026-03-22T17:11:47.418" v="69111" actId="2711"/>
          <ac:spMkLst>
            <pc:docMk/>
            <pc:sldMk cId="2298754076" sldId="331"/>
            <ac:spMk id="13" creationId="{DE57E39E-E0FE-AB7C-C179-C6ECE4353994}"/>
          </ac:spMkLst>
        </pc:spChg>
        <pc:spChg chg="add del mod">
          <ac:chgData name="bangsukyeong" userId="fa730157-cd0a-41dd-bd1a-94f02b019d20" providerId="ADAL" clId="{D651A7CB-29B0-404C-8F6D-850A795FCC0B}" dt="2026-03-22T12:30:20.262" v="59167"/>
          <ac:spMkLst>
            <pc:docMk/>
            <pc:sldMk cId="2298754076" sldId="331"/>
            <ac:spMk id="18" creationId="{663589F6-CB7B-C1E9-CC78-01FC3DED04E3}"/>
          </ac:spMkLst>
        </pc:spChg>
        <pc:spChg chg="add del mod">
          <ac:chgData name="bangsukyeong" userId="fa730157-cd0a-41dd-bd1a-94f02b019d20" providerId="ADAL" clId="{D651A7CB-29B0-404C-8F6D-850A795FCC0B}" dt="2026-03-22T13:15:58.728" v="60201" actId="22"/>
          <ac:spMkLst>
            <pc:docMk/>
            <pc:sldMk cId="2298754076" sldId="331"/>
            <ac:spMk id="20" creationId="{D2EBBCD0-595B-A046-807D-A7CE70DF2E79}"/>
          </ac:spMkLst>
        </pc:spChg>
        <pc:picChg chg="add del mod">
          <ac:chgData name="bangsukyeong" userId="fa730157-cd0a-41dd-bd1a-94f02b019d20" providerId="ADAL" clId="{D651A7CB-29B0-404C-8F6D-850A795FCC0B}" dt="2026-03-22T12:28:21.133" v="59051" actId="21"/>
          <ac:picMkLst>
            <pc:docMk/>
            <pc:sldMk cId="2298754076" sldId="331"/>
            <ac:picMk id="3" creationId="{42AC3AF0-D8EC-ACCA-1C1D-E29803D4FBA9}"/>
          </ac:picMkLst>
        </pc:picChg>
        <pc:picChg chg="add del mod">
          <ac:chgData name="bangsukyeong" userId="fa730157-cd0a-41dd-bd1a-94f02b019d20" providerId="ADAL" clId="{D651A7CB-29B0-404C-8F6D-850A795FCC0B}" dt="2026-03-22T12:28:24.218" v="59053" actId="21"/>
          <ac:picMkLst>
            <pc:docMk/>
            <pc:sldMk cId="2298754076" sldId="331"/>
            <ac:picMk id="9" creationId="{42AC3AF0-D8EC-ACCA-1C1D-E29803D4FBA9}"/>
          </ac:picMkLst>
        </pc:picChg>
        <pc:picChg chg="add mod">
          <ac:chgData name="bangsukyeong" userId="fa730157-cd0a-41dd-bd1a-94f02b019d20" providerId="ADAL" clId="{D651A7CB-29B0-404C-8F6D-850A795FCC0B}" dt="2026-03-22T12:28:26.073" v="59055"/>
          <ac:picMkLst>
            <pc:docMk/>
            <pc:sldMk cId="2298754076" sldId="331"/>
            <ac:picMk id="14" creationId="{42AC3AF0-D8EC-ACCA-1C1D-E29803D4FBA9}"/>
          </ac:picMkLst>
        </pc:picChg>
        <pc:picChg chg="add del mod">
          <ac:chgData name="bangsukyeong" userId="fa730157-cd0a-41dd-bd1a-94f02b019d20" providerId="ADAL" clId="{D651A7CB-29B0-404C-8F6D-850A795FCC0B}" dt="2026-03-22T12:30:17.390" v="59164" actId="21"/>
          <ac:picMkLst>
            <pc:docMk/>
            <pc:sldMk cId="2298754076" sldId="331"/>
            <ac:picMk id="15" creationId="{5DC4E409-1A0A-FB43-43C7-B9F40F7382C9}"/>
          </ac:picMkLst>
        </pc:picChg>
        <pc:picChg chg="add del mod">
          <ac:chgData name="bangsukyeong" userId="fa730157-cd0a-41dd-bd1a-94f02b019d20" providerId="ADAL" clId="{D651A7CB-29B0-404C-8F6D-850A795FCC0B}" dt="2026-03-22T12:30:19.502" v="59166" actId="21"/>
          <ac:picMkLst>
            <pc:docMk/>
            <pc:sldMk cId="2298754076" sldId="331"/>
            <ac:picMk id="16" creationId="{BBB1FCCD-6FB9-C476-3872-9E4BD39544BF}"/>
          </ac:picMkLst>
        </pc:picChg>
        <pc:picChg chg="add mod">
          <ac:chgData name="bangsukyeong" userId="fa730157-cd0a-41dd-bd1a-94f02b019d20" providerId="ADAL" clId="{D651A7CB-29B0-404C-8F6D-850A795FCC0B}" dt="2026-03-22T13:21:38.022" v="60317" actId="1076"/>
          <ac:picMkLst>
            <pc:docMk/>
            <pc:sldMk cId="2298754076" sldId="331"/>
            <ac:picMk id="21" creationId="{BBB1FCCD-6FB9-C476-3872-9E4BD39544BF}"/>
          </ac:picMkLst>
        </pc:picChg>
        <pc:picChg chg="add mod ord">
          <ac:chgData name="bangsukyeong" userId="fa730157-cd0a-41dd-bd1a-94f02b019d20" providerId="ADAL" clId="{D651A7CB-29B0-404C-8F6D-850A795FCC0B}" dt="2026-03-22T15:44:59.793" v="64740" actId="1076"/>
          <ac:picMkLst>
            <pc:docMk/>
            <pc:sldMk cId="2298754076" sldId="331"/>
            <ac:picMk id="23" creationId="{9318C803-E38A-8116-A7A3-E1F41684EEE1}"/>
          </ac:picMkLst>
        </pc:picChg>
        <pc:picChg chg="add del mod">
          <ac:chgData name="bangsukyeong" userId="fa730157-cd0a-41dd-bd1a-94f02b019d20" providerId="ADAL" clId="{D651A7CB-29B0-404C-8F6D-850A795FCC0B}" dt="2026-03-22T13:17:23.997" v="60223" actId="21"/>
          <ac:picMkLst>
            <pc:docMk/>
            <pc:sldMk cId="2298754076" sldId="331"/>
            <ac:picMk id="24" creationId="{FD3FC4C0-CAD9-2EF9-BFBB-A18A7A2FD015}"/>
          </ac:picMkLst>
        </pc:picChg>
        <pc:cxnChg chg="add mod">
          <ac:chgData name="bangsukyeong" userId="fa730157-cd0a-41dd-bd1a-94f02b019d20" providerId="ADAL" clId="{D651A7CB-29B0-404C-8F6D-850A795FCC0B}" dt="2026-03-23T04:26:52.434" v="69213" actId="14100"/>
          <ac:cxnSpMkLst>
            <pc:docMk/>
            <pc:sldMk cId="2298754076" sldId="331"/>
            <ac:cxnSpMk id="3" creationId="{A359042D-7226-7005-A20A-736FE586C24F}"/>
          </ac:cxnSpMkLst>
        </pc:cxnChg>
      </pc:sldChg>
      <pc:sldChg chg="addSp delSp modSp add mod modNotesTx">
        <pc:chgData name="bangsukyeong" userId="fa730157-cd0a-41dd-bd1a-94f02b019d20" providerId="ADAL" clId="{D651A7CB-29B0-404C-8F6D-850A795FCC0B}" dt="2026-03-22T17:45:43.545" v="69150" actId="1076"/>
        <pc:sldMkLst>
          <pc:docMk/>
          <pc:sldMk cId="4053680749" sldId="332"/>
        </pc:sldMkLst>
        <pc:spChg chg="mod">
          <ac:chgData name="bangsukyeong" userId="fa730157-cd0a-41dd-bd1a-94f02b019d20" providerId="ADAL" clId="{D651A7CB-29B0-404C-8F6D-850A795FCC0B}" dt="2026-03-22T17:11:29.444" v="69106" actId="2711"/>
          <ac:spMkLst>
            <pc:docMk/>
            <pc:sldMk cId="4053680749" sldId="332"/>
            <ac:spMk id="2" creationId="{064A75FB-13AC-C0D6-A944-879D58411A79}"/>
          </ac:spMkLst>
        </pc:spChg>
        <pc:spChg chg="mod">
          <ac:chgData name="bangsukyeong" userId="fa730157-cd0a-41dd-bd1a-94f02b019d20" providerId="ADAL" clId="{D651A7CB-29B0-404C-8F6D-850A795FCC0B}" dt="2026-03-22T17:11:29.444" v="69106" actId="2711"/>
          <ac:spMkLst>
            <pc:docMk/>
            <pc:sldMk cId="4053680749" sldId="332"/>
            <ac:spMk id="6" creationId="{EA4851B7-2073-B763-2CD7-F5679CF3109F}"/>
          </ac:spMkLst>
        </pc:spChg>
        <pc:spChg chg="mod">
          <ac:chgData name="bangsukyeong" userId="fa730157-cd0a-41dd-bd1a-94f02b019d20" providerId="ADAL" clId="{D651A7CB-29B0-404C-8F6D-850A795FCC0B}" dt="2026-03-22T17:11:29.444" v="69106" actId="2711"/>
          <ac:spMkLst>
            <pc:docMk/>
            <pc:sldMk cId="4053680749" sldId="332"/>
            <ac:spMk id="11" creationId="{8881C956-FE65-88A0-FCA0-BEFEEB7F15EF}"/>
          </ac:spMkLst>
        </pc:spChg>
        <pc:spChg chg="add del mod">
          <ac:chgData name="bangsukyeong" userId="fa730157-cd0a-41dd-bd1a-94f02b019d20" providerId="ADAL" clId="{D651A7CB-29B0-404C-8F6D-850A795FCC0B}" dt="2026-03-22T15:45:20.065" v="64744" actId="21"/>
          <ac:spMkLst>
            <pc:docMk/>
            <pc:sldMk cId="4053680749" sldId="332"/>
            <ac:spMk id="13" creationId="{88E08AE8-CC9F-D8D3-F35E-EC3522EEE1B0}"/>
          </ac:spMkLst>
        </pc:spChg>
        <pc:spChg chg="add del mod">
          <ac:chgData name="bangsukyeong" userId="fa730157-cd0a-41dd-bd1a-94f02b019d20" providerId="ADAL" clId="{D651A7CB-29B0-404C-8F6D-850A795FCC0B}" dt="2026-03-22T17:45:38.720" v="69149" actId="1076"/>
          <ac:spMkLst>
            <pc:docMk/>
            <pc:sldMk cId="4053680749" sldId="332"/>
            <ac:spMk id="14" creationId="{455D21AB-1231-708F-5033-65BB94AEBB44}"/>
          </ac:spMkLst>
        </pc:spChg>
        <pc:picChg chg="add mod modCrop">
          <ac:chgData name="bangsukyeong" userId="fa730157-cd0a-41dd-bd1a-94f02b019d20" providerId="ADAL" clId="{D651A7CB-29B0-404C-8F6D-850A795FCC0B}" dt="2026-03-22T17:45:43.545" v="69150" actId="1076"/>
          <ac:picMkLst>
            <pc:docMk/>
            <pc:sldMk cId="4053680749" sldId="332"/>
            <ac:picMk id="4" creationId="{8D4855E8-31F1-D38C-1409-4C809B3F9A4B}"/>
          </ac:picMkLst>
        </pc:picChg>
        <pc:picChg chg="add del mod">
          <ac:chgData name="bangsukyeong" userId="fa730157-cd0a-41dd-bd1a-94f02b019d20" providerId="ADAL" clId="{D651A7CB-29B0-404C-8F6D-850A795FCC0B}" dt="2026-03-22T15:33:21.324" v="64046" actId="21"/>
          <ac:picMkLst>
            <pc:docMk/>
            <pc:sldMk cId="4053680749" sldId="332"/>
            <ac:picMk id="4" creationId="{90EFB3B9-A364-73C6-590F-C0D580803F91}"/>
          </ac:picMkLst>
        </pc:picChg>
        <pc:picChg chg="add del">
          <ac:chgData name="bangsukyeong" userId="fa730157-cd0a-41dd-bd1a-94f02b019d20" providerId="ADAL" clId="{D651A7CB-29B0-404C-8F6D-850A795FCC0B}" dt="2026-03-22T15:33:20.680" v="64045" actId="21"/>
          <ac:picMkLst>
            <pc:docMk/>
            <pc:sldMk cId="4053680749" sldId="332"/>
            <ac:picMk id="7" creationId="{F60B809C-46F0-B39F-90DD-090DF94E638F}"/>
          </ac:picMkLst>
        </pc:picChg>
        <pc:picChg chg="add del mod">
          <ac:chgData name="bangsukyeong" userId="fa730157-cd0a-41dd-bd1a-94f02b019d20" providerId="ADAL" clId="{D651A7CB-29B0-404C-8F6D-850A795FCC0B}" dt="2026-03-22T15:33:24.265" v="64049" actId="21"/>
          <ac:picMkLst>
            <pc:docMk/>
            <pc:sldMk cId="4053680749" sldId="332"/>
            <ac:picMk id="9" creationId="{90EFB3B9-A364-73C6-590F-C0D580803F91}"/>
          </ac:picMkLst>
        </pc:picChg>
        <pc:picChg chg="add mod modCrop">
          <ac:chgData name="bangsukyeong" userId="fa730157-cd0a-41dd-bd1a-94f02b019d20" providerId="ADAL" clId="{D651A7CB-29B0-404C-8F6D-850A795FCC0B}" dt="2026-03-22T17:45:36.137" v="69148" actId="1076"/>
          <ac:picMkLst>
            <pc:docMk/>
            <pc:sldMk cId="4053680749" sldId="332"/>
            <ac:picMk id="12" creationId="{914B0CD7-71DC-7204-41B9-7239FB636878}"/>
          </ac:picMkLst>
        </pc:picChg>
        <pc:picChg chg="del">
          <ac:chgData name="bangsukyeong" userId="fa730157-cd0a-41dd-bd1a-94f02b019d20" providerId="ADAL" clId="{D651A7CB-29B0-404C-8F6D-850A795FCC0B}" dt="2026-03-22T15:32:12.919" v="64026" actId="21"/>
          <ac:picMkLst>
            <pc:docMk/>
            <pc:sldMk cId="4053680749" sldId="332"/>
            <ac:picMk id="20" creationId="{70FDF53E-08ED-F0A4-AF10-4B1E994B07A0}"/>
          </ac:picMkLst>
        </pc:picChg>
        <pc:picChg chg="del">
          <ac:chgData name="bangsukyeong" userId="fa730157-cd0a-41dd-bd1a-94f02b019d20" providerId="ADAL" clId="{D651A7CB-29B0-404C-8F6D-850A795FCC0B}" dt="2026-03-22T15:32:14.696" v="64028" actId="21"/>
          <ac:picMkLst>
            <pc:docMk/>
            <pc:sldMk cId="4053680749" sldId="332"/>
            <ac:picMk id="22" creationId="{BD0520CE-DF4B-28BC-2F96-932B88A16A60}"/>
          </ac:picMkLst>
        </pc:picChg>
        <pc:picChg chg="del">
          <ac:chgData name="bangsukyeong" userId="fa730157-cd0a-41dd-bd1a-94f02b019d20" providerId="ADAL" clId="{D651A7CB-29B0-404C-8F6D-850A795FCC0B}" dt="2026-03-22T15:32:13.415" v="64027" actId="21"/>
          <ac:picMkLst>
            <pc:docMk/>
            <pc:sldMk cId="4053680749" sldId="332"/>
            <ac:picMk id="24" creationId="{FD976100-B26E-2FFE-E998-05EFBC0378FA}"/>
          </ac:picMkLst>
        </pc:picChg>
      </pc:sldChg>
      <pc:sldChg chg="addSp delSp modSp add mod modNotesTx">
        <pc:chgData name="bangsukyeong" userId="fa730157-cd0a-41dd-bd1a-94f02b019d20" providerId="ADAL" clId="{D651A7CB-29B0-404C-8F6D-850A795FCC0B}" dt="2026-03-22T17:11:14.702" v="69104" actId="2711"/>
        <pc:sldMkLst>
          <pc:docMk/>
          <pc:sldMk cId="2697348168" sldId="333"/>
        </pc:sldMkLst>
        <pc:spChg chg="mod">
          <ac:chgData name="bangsukyeong" userId="fa730157-cd0a-41dd-bd1a-94f02b019d20" providerId="ADAL" clId="{D651A7CB-29B0-404C-8F6D-850A795FCC0B}" dt="2026-03-22T17:11:14.702" v="69104" actId="2711"/>
          <ac:spMkLst>
            <pc:docMk/>
            <pc:sldMk cId="2697348168" sldId="333"/>
            <ac:spMk id="2" creationId="{4E37C8C1-AF2D-0B08-6476-627319912C3B}"/>
          </ac:spMkLst>
        </pc:spChg>
        <pc:spChg chg="add mod">
          <ac:chgData name="bangsukyeong" userId="fa730157-cd0a-41dd-bd1a-94f02b019d20" providerId="ADAL" clId="{D651A7CB-29B0-404C-8F6D-850A795FCC0B}" dt="2026-03-22T17:11:14.702" v="69104" actId="2711"/>
          <ac:spMkLst>
            <pc:docMk/>
            <pc:sldMk cId="2697348168" sldId="333"/>
            <ac:spMk id="4" creationId="{28458B1E-FFF4-8EEB-B5AD-3BCF6DC89536}"/>
          </ac:spMkLst>
        </pc:spChg>
        <pc:spChg chg="mod">
          <ac:chgData name="bangsukyeong" userId="fa730157-cd0a-41dd-bd1a-94f02b019d20" providerId="ADAL" clId="{D651A7CB-29B0-404C-8F6D-850A795FCC0B}" dt="2026-03-22T17:11:14.702" v="69104" actId="2711"/>
          <ac:spMkLst>
            <pc:docMk/>
            <pc:sldMk cId="2697348168" sldId="333"/>
            <ac:spMk id="6" creationId="{740A02FF-B39A-E8C6-BC81-DE46C57FC3BB}"/>
          </ac:spMkLst>
        </pc:spChg>
        <pc:spChg chg="mod">
          <ac:chgData name="bangsukyeong" userId="fa730157-cd0a-41dd-bd1a-94f02b019d20" providerId="ADAL" clId="{D651A7CB-29B0-404C-8F6D-850A795FCC0B}" dt="2026-03-22T17:11:14.702" v="69104" actId="2711"/>
          <ac:spMkLst>
            <pc:docMk/>
            <pc:sldMk cId="2697348168" sldId="333"/>
            <ac:spMk id="11" creationId="{9C6594DE-9835-AD4D-7D0F-5458C6527422}"/>
          </ac:spMkLst>
        </pc:spChg>
        <pc:spChg chg="del">
          <ac:chgData name="bangsukyeong" userId="fa730157-cd0a-41dd-bd1a-94f02b019d20" providerId="ADAL" clId="{D651A7CB-29B0-404C-8F6D-850A795FCC0B}" dt="2026-03-22T16:10:01.794" v="66432" actId="21"/>
          <ac:spMkLst>
            <pc:docMk/>
            <pc:sldMk cId="2697348168" sldId="333"/>
            <ac:spMk id="14" creationId="{82B7BCDB-E117-9AD5-9CD1-DC5BED4F1064}"/>
          </ac:spMkLst>
        </pc:spChg>
        <pc:picChg chg="add mod">
          <ac:chgData name="bangsukyeong" userId="fa730157-cd0a-41dd-bd1a-94f02b019d20" providerId="ADAL" clId="{D651A7CB-29B0-404C-8F6D-850A795FCC0B}" dt="2026-03-22T16:10:03.551" v="66433" actId="1076"/>
          <ac:picMkLst>
            <pc:docMk/>
            <pc:sldMk cId="2697348168" sldId="333"/>
            <ac:picMk id="3" creationId="{8D67B737-5258-81F7-518E-F38E679A5230}"/>
          </ac:picMkLst>
        </pc:picChg>
        <pc:picChg chg="del">
          <ac:chgData name="bangsukyeong" userId="fa730157-cd0a-41dd-bd1a-94f02b019d20" providerId="ADAL" clId="{D651A7CB-29B0-404C-8F6D-850A795FCC0B}" dt="2026-03-22T16:09:55.393" v="66428" actId="21"/>
          <ac:picMkLst>
            <pc:docMk/>
            <pc:sldMk cId="2697348168" sldId="333"/>
            <ac:picMk id="12" creationId="{C9B477CC-24E0-4EB6-1ADA-F5FF35CAFB15}"/>
          </ac:picMkLst>
        </pc:picChg>
      </pc:sldChg>
      <pc:sldChg chg="addSp delSp modSp add del mod">
        <pc:chgData name="bangsukyeong" userId="fa730157-cd0a-41dd-bd1a-94f02b019d20" providerId="ADAL" clId="{D651A7CB-29B0-404C-8F6D-850A795FCC0B}" dt="2026-03-22T16:49:27.729" v="68853" actId="2696"/>
        <pc:sldMkLst>
          <pc:docMk/>
          <pc:sldMk cId="3407095757" sldId="334"/>
        </pc:sldMkLst>
        <pc:picChg chg="del mod">
          <ac:chgData name="bangsukyeong" userId="fa730157-cd0a-41dd-bd1a-94f02b019d20" providerId="ADAL" clId="{D651A7CB-29B0-404C-8F6D-850A795FCC0B}" dt="2026-03-22T16:48:19.979" v="68809" actId="21"/>
          <ac:picMkLst>
            <pc:docMk/>
            <pc:sldMk cId="3407095757" sldId="334"/>
            <ac:picMk id="4" creationId="{D89C9912-B526-9135-7D91-A309AF7EE840}"/>
          </ac:picMkLst>
        </pc:picChg>
        <pc:picChg chg="del">
          <ac:chgData name="bangsukyeong" userId="fa730157-cd0a-41dd-bd1a-94f02b019d20" providerId="ADAL" clId="{D651A7CB-29B0-404C-8F6D-850A795FCC0B}" dt="2026-03-22T16:46:19.978" v="68790" actId="21"/>
          <ac:picMkLst>
            <pc:docMk/>
            <pc:sldMk cId="3407095757" sldId="334"/>
            <ac:picMk id="5" creationId="{0222F595-4BB0-A5DE-5CFD-C411FE21250C}"/>
          </ac:picMkLst>
        </pc:picChg>
        <pc:picChg chg="add del mod modCrop">
          <ac:chgData name="bangsukyeong" userId="fa730157-cd0a-41dd-bd1a-94f02b019d20" providerId="ADAL" clId="{D651A7CB-29B0-404C-8F6D-850A795FCC0B}" dt="2026-03-22T16:49:24.262" v="68851" actId="478"/>
          <ac:picMkLst>
            <pc:docMk/>
            <pc:sldMk cId="3407095757" sldId="334"/>
            <ac:picMk id="9" creationId="{60AC11D1-E23F-879D-7726-58330D98603E}"/>
          </ac:picMkLst>
        </pc:picChg>
      </pc:sldChg>
      <pc:sldChg chg="addSp delSp modSp add del mod modNotesTx">
        <pc:chgData name="bangsukyeong" userId="fa730157-cd0a-41dd-bd1a-94f02b019d20" providerId="ADAL" clId="{D651A7CB-29B0-404C-8F6D-850A795FCC0B}" dt="2026-03-22T17:10:16" v="69091" actId="47"/>
        <pc:sldMkLst>
          <pc:docMk/>
          <pc:sldMk cId="825529888" sldId="335"/>
        </pc:sldMkLst>
        <pc:spChg chg="mod">
          <ac:chgData name="bangsukyeong" userId="fa730157-cd0a-41dd-bd1a-94f02b019d20" providerId="ADAL" clId="{D651A7CB-29B0-404C-8F6D-850A795FCC0B}" dt="2026-03-22T17:10:07.852" v="69090" actId="404"/>
          <ac:spMkLst>
            <pc:docMk/>
            <pc:sldMk cId="825529888" sldId="335"/>
            <ac:spMk id="7" creationId="{852C299E-1990-A8DA-8C79-541468459B42}"/>
          </ac:spMkLst>
        </pc:spChg>
        <pc:picChg chg="add mod">
          <ac:chgData name="bangsukyeong" userId="fa730157-cd0a-41dd-bd1a-94f02b019d20" providerId="ADAL" clId="{D651A7CB-29B0-404C-8F6D-850A795FCC0B}" dt="2026-03-22T16:58:54.732" v="68917" actId="1076"/>
          <ac:picMkLst>
            <pc:docMk/>
            <pc:sldMk cId="825529888" sldId="335"/>
            <ac:picMk id="4" creationId="{E0364AF8-F8AB-7305-2758-B9D93C506CAF}"/>
          </ac:picMkLst>
        </pc:picChg>
        <pc:picChg chg="del">
          <ac:chgData name="bangsukyeong" userId="fa730157-cd0a-41dd-bd1a-94f02b019d20" providerId="ADAL" clId="{D651A7CB-29B0-404C-8F6D-850A795FCC0B}" dt="2026-03-22T16:49:31.413" v="68855" actId="21"/>
          <ac:picMkLst>
            <pc:docMk/>
            <pc:sldMk cId="825529888" sldId="335"/>
            <ac:picMk id="9" creationId="{7E7A3FE2-16DD-A217-9AC2-1A40A74457E9}"/>
          </ac:picMkLst>
        </pc:picChg>
        <pc:picChg chg="add mod">
          <ac:chgData name="bangsukyeong" userId="fa730157-cd0a-41dd-bd1a-94f02b019d20" providerId="ADAL" clId="{D651A7CB-29B0-404C-8F6D-850A795FCC0B}" dt="2026-03-22T16:58:56.738" v="68918" actId="1076"/>
          <ac:picMkLst>
            <pc:docMk/>
            <pc:sldMk cId="825529888" sldId="335"/>
            <ac:picMk id="10" creationId="{57FFA4D0-D3EE-3A29-8D92-DC624F73FCA0}"/>
          </ac:picMkLst>
        </pc:picChg>
        <pc:picChg chg="del">
          <ac:chgData name="bangsukyeong" userId="fa730157-cd0a-41dd-bd1a-94f02b019d20" providerId="ADAL" clId="{D651A7CB-29B0-404C-8F6D-850A795FCC0B}" dt="2026-03-22T16:49:31.079" v="68854" actId="21"/>
          <ac:picMkLst>
            <pc:docMk/>
            <pc:sldMk cId="825529888" sldId="335"/>
            <ac:picMk id="11" creationId="{6FCFFFBE-515A-ADE2-6727-5FB3B75B007E}"/>
          </ac:picMkLst>
        </pc:picChg>
        <pc:picChg chg="add del mod modCrop">
          <ac:chgData name="bangsukyeong" userId="fa730157-cd0a-41dd-bd1a-94f02b019d20" providerId="ADAL" clId="{D651A7CB-29B0-404C-8F6D-850A795FCC0B}" dt="2026-03-22T16:58:57.706" v="68919" actId="21"/>
          <ac:picMkLst>
            <pc:docMk/>
            <pc:sldMk cId="825529888" sldId="335"/>
            <ac:picMk id="12" creationId="{BA200D43-872D-F672-ED0A-BD98359C8A42}"/>
          </ac:picMkLst>
        </pc:picChg>
        <pc:picChg chg="add mod">
          <ac:chgData name="bangsukyeong" userId="fa730157-cd0a-41dd-bd1a-94f02b019d20" providerId="ADAL" clId="{D651A7CB-29B0-404C-8F6D-850A795FCC0B}" dt="2026-03-22T16:59:11.959" v="68925" actId="1076"/>
          <ac:picMkLst>
            <pc:docMk/>
            <pc:sldMk cId="825529888" sldId="335"/>
            <ac:picMk id="13" creationId="{A6EFDF0F-8541-DBFE-32A3-68C94D05353D}"/>
          </ac:picMkLst>
        </pc:picChg>
      </pc:sldChg>
      <pc:sldChg chg="addSp delSp modSp add mod ord">
        <pc:chgData name="bangsukyeong" userId="fa730157-cd0a-41dd-bd1a-94f02b019d20" providerId="ADAL" clId="{D651A7CB-29B0-404C-8F6D-850A795FCC0B}" dt="2026-03-23T04:47:41.691" v="69245" actId="207"/>
        <pc:sldMkLst>
          <pc:docMk/>
          <pc:sldMk cId="4003272903" sldId="336"/>
        </pc:sldMkLst>
        <pc:spChg chg="mod">
          <ac:chgData name="bangsukyeong" userId="fa730157-cd0a-41dd-bd1a-94f02b019d20" providerId="ADAL" clId="{D651A7CB-29B0-404C-8F6D-850A795FCC0B}" dt="2026-03-22T17:11:03.846" v="69101" actId="2711"/>
          <ac:spMkLst>
            <pc:docMk/>
            <pc:sldMk cId="4003272903" sldId="336"/>
            <ac:spMk id="2" creationId="{43151D5F-C378-5960-BEC0-17A8B9D7F66E}"/>
          </ac:spMkLst>
        </pc:spChg>
        <pc:spChg chg="add del mod">
          <ac:chgData name="bangsukyeong" userId="fa730157-cd0a-41dd-bd1a-94f02b019d20" providerId="ADAL" clId="{D651A7CB-29B0-404C-8F6D-850A795FCC0B}" dt="2026-03-22T16:58:25.026" v="68903"/>
          <ac:spMkLst>
            <pc:docMk/>
            <pc:sldMk cId="4003272903" sldId="336"/>
            <ac:spMk id="5" creationId="{EE8DCD1A-69CA-D78F-064B-008604BB3617}"/>
          </ac:spMkLst>
        </pc:spChg>
        <pc:spChg chg="mod">
          <ac:chgData name="bangsukyeong" userId="fa730157-cd0a-41dd-bd1a-94f02b019d20" providerId="ADAL" clId="{D651A7CB-29B0-404C-8F6D-850A795FCC0B}" dt="2026-03-22T17:11:03.846" v="69101" actId="2711"/>
          <ac:spMkLst>
            <pc:docMk/>
            <pc:sldMk cId="4003272903" sldId="336"/>
            <ac:spMk id="6" creationId="{D6B71800-30B6-D0DE-AC97-6FBD0ABE1719}"/>
          </ac:spMkLst>
        </pc:spChg>
        <pc:spChg chg="mod">
          <ac:chgData name="bangsukyeong" userId="fa730157-cd0a-41dd-bd1a-94f02b019d20" providerId="ADAL" clId="{D651A7CB-29B0-404C-8F6D-850A795FCC0B}" dt="2026-03-23T04:47:41.691" v="69245" actId="207"/>
          <ac:spMkLst>
            <pc:docMk/>
            <pc:sldMk cId="4003272903" sldId="336"/>
            <ac:spMk id="7" creationId="{A7F21DD1-93B7-82FC-6311-B008572317C7}"/>
          </ac:spMkLst>
        </pc:spChg>
        <pc:picChg chg="add mod">
          <ac:chgData name="bangsukyeong" userId="fa730157-cd0a-41dd-bd1a-94f02b019d20" providerId="ADAL" clId="{D651A7CB-29B0-404C-8F6D-850A795FCC0B}" dt="2026-03-23T04:46:19.436" v="69235" actId="1076"/>
          <ac:picMkLst>
            <pc:docMk/>
            <pc:sldMk cId="4003272903" sldId="336"/>
            <ac:picMk id="4" creationId="{93916D0F-2B80-5B95-A6BF-D781E8979C69}"/>
          </ac:picMkLst>
        </pc:picChg>
        <pc:picChg chg="del">
          <ac:chgData name="bangsukyeong" userId="fa730157-cd0a-41dd-bd1a-94f02b019d20" providerId="ADAL" clId="{D651A7CB-29B0-404C-8F6D-850A795FCC0B}" dt="2026-03-22T16:58:39.474" v="68912" actId="21"/>
          <ac:picMkLst>
            <pc:docMk/>
            <pc:sldMk cId="4003272903" sldId="336"/>
            <ac:picMk id="4" creationId="{FD8754D4-F761-6291-1179-A992EF8A3801}"/>
          </ac:picMkLst>
        </pc:picChg>
        <pc:picChg chg="add mod">
          <ac:chgData name="bangsukyeong" userId="fa730157-cd0a-41dd-bd1a-94f02b019d20" providerId="ADAL" clId="{D651A7CB-29B0-404C-8F6D-850A795FCC0B}" dt="2026-03-22T17:10:29.619" v="69093" actId="1076"/>
          <ac:picMkLst>
            <pc:docMk/>
            <pc:sldMk cId="4003272903" sldId="336"/>
            <ac:picMk id="9" creationId="{BA200D43-872D-F672-ED0A-BD98359C8A42}"/>
          </ac:picMkLst>
        </pc:picChg>
        <pc:picChg chg="del mod">
          <ac:chgData name="bangsukyeong" userId="fa730157-cd0a-41dd-bd1a-94f02b019d20" providerId="ADAL" clId="{D651A7CB-29B0-404C-8F6D-850A795FCC0B}" dt="2026-03-22T16:58:45.890" v="68913" actId="21"/>
          <ac:picMkLst>
            <pc:docMk/>
            <pc:sldMk cId="4003272903" sldId="336"/>
            <ac:picMk id="10" creationId="{649E7E0C-FF48-C952-5EE1-A3017FA9A3A7}"/>
          </ac:picMkLst>
        </pc:picChg>
        <pc:picChg chg="add mod">
          <ac:chgData name="bangsukyeong" userId="fa730157-cd0a-41dd-bd1a-94f02b019d20" providerId="ADAL" clId="{D651A7CB-29B0-404C-8F6D-850A795FCC0B}" dt="2026-03-22T17:06:28.967" v="69053" actId="1076"/>
          <ac:picMkLst>
            <pc:docMk/>
            <pc:sldMk cId="4003272903" sldId="336"/>
            <ac:picMk id="11" creationId="{822F340E-56D0-620E-91B5-6C79DB747A7E}"/>
          </ac:picMkLst>
        </pc:picChg>
        <pc:picChg chg="del">
          <ac:chgData name="bangsukyeong" userId="fa730157-cd0a-41dd-bd1a-94f02b019d20" providerId="ADAL" clId="{D651A7CB-29B0-404C-8F6D-850A795FCC0B}" dt="2026-03-22T16:57:54.927" v="68895" actId="21"/>
          <ac:picMkLst>
            <pc:docMk/>
            <pc:sldMk cId="4003272903" sldId="336"/>
            <ac:picMk id="12" creationId="{8B35A3EC-66B2-1408-BC9B-F11890C1A025}"/>
          </ac:picMkLst>
        </pc:picChg>
        <pc:picChg chg="del">
          <ac:chgData name="bangsukyeong" userId="fa730157-cd0a-41dd-bd1a-94f02b019d20" providerId="ADAL" clId="{D651A7CB-29B0-404C-8F6D-850A795FCC0B}" dt="2026-03-22T16:58:38.822" v="68911" actId="21"/>
          <ac:picMkLst>
            <pc:docMk/>
            <pc:sldMk cId="4003272903" sldId="336"/>
            <ac:picMk id="13" creationId="{06ACF74B-DBAC-7FA5-ECE5-F426F9683C72}"/>
          </ac:picMkLst>
        </pc:picChg>
        <pc:picChg chg="add del mod modCrop">
          <ac:chgData name="bangsukyeong" userId="fa730157-cd0a-41dd-bd1a-94f02b019d20" providerId="ADAL" clId="{D651A7CB-29B0-404C-8F6D-850A795FCC0B}" dt="2026-03-23T04:46:13.126" v="69231" actId="21"/>
          <ac:picMkLst>
            <pc:docMk/>
            <pc:sldMk cId="4003272903" sldId="336"/>
            <ac:picMk id="14" creationId="{D2BCDCFF-2D7F-52C2-7C23-0B07956504E7}"/>
          </ac:picMkLst>
        </pc:picChg>
        <pc:picChg chg="add mod">
          <ac:chgData name="bangsukyeong" userId="fa730157-cd0a-41dd-bd1a-94f02b019d20" providerId="ADAL" clId="{D651A7CB-29B0-404C-8F6D-850A795FCC0B}" dt="2026-03-22T17:06:30.293" v="69054" actId="1076"/>
          <ac:picMkLst>
            <pc:docMk/>
            <pc:sldMk cId="4003272903" sldId="336"/>
            <ac:picMk id="15" creationId="{04392190-C3C1-BE8A-4E01-830562F8E36C}"/>
          </ac:picMkLst>
        </pc:picChg>
      </pc:sldChg>
      <pc:sldChg chg="addSp delSp modSp add mod">
        <pc:chgData name="bangsukyeong" userId="fa730157-cd0a-41dd-bd1a-94f02b019d20" providerId="ADAL" clId="{D651A7CB-29B0-404C-8F6D-850A795FCC0B}" dt="2026-03-23T04:54:15.798" v="69260" actId="1076"/>
        <pc:sldMkLst>
          <pc:docMk/>
          <pc:sldMk cId="50893021" sldId="337"/>
        </pc:sldMkLst>
        <pc:spChg chg="mod">
          <ac:chgData name="bangsukyeong" userId="fa730157-cd0a-41dd-bd1a-94f02b019d20" providerId="ADAL" clId="{D651A7CB-29B0-404C-8F6D-850A795FCC0B}" dt="2026-03-22T17:11:00.107" v="69100" actId="2711"/>
          <ac:spMkLst>
            <pc:docMk/>
            <pc:sldMk cId="50893021" sldId="337"/>
            <ac:spMk id="2" creationId="{FAADD5DB-498E-7EBD-6A3E-3642B2D83792}"/>
          </ac:spMkLst>
        </pc:spChg>
        <pc:spChg chg="mod">
          <ac:chgData name="bangsukyeong" userId="fa730157-cd0a-41dd-bd1a-94f02b019d20" providerId="ADAL" clId="{D651A7CB-29B0-404C-8F6D-850A795FCC0B}" dt="2026-03-23T04:53:50.235" v="69251" actId="1076"/>
          <ac:spMkLst>
            <pc:docMk/>
            <pc:sldMk cId="50893021" sldId="337"/>
            <ac:spMk id="7" creationId="{CE31AFD7-F20A-E8E3-37CB-ABE18182859C}"/>
          </ac:spMkLst>
        </pc:spChg>
        <pc:spChg chg="add mod">
          <ac:chgData name="bangsukyeong" userId="fa730157-cd0a-41dd-bd1a-94f02b019d20" providerId="ADAL" clId="{D651A7CB-29B0-404C-8F6D-850A795FCC0B}" dt="2026-03-23T04:54:15.798" v="69260" actId="1076"/>
          <ac:spMkLst>
            <pc:docMk/>
            <pc:sldMk cId="50893021" sldId="337"/>
            <ac:spMk id="9" creationId="{AE23BF49-52A4-DD0B-89F1-F4F483771505}"/>
          </ac:spMkLst>
        </pc:spChg>
        <pc:spChg chg="add mod">
          <ac:chgData name="bangsukyeong" userId="fa730157-cd0a-41dd-bd1a-94f02b019d20" providerId="ADAL" clId="{D651A7CB-29B0-404C-8F6D-850A795FCC0B}" dt="2026-03-23T04:54:15.798" v="69260" actId="1076"/>
          <ac:spMkLst>
            <pc:docMk/>
            <pc:sldMk cId="50893021" sldId="337"/>
            <ac:spMk id="11" creationId="{1E476ACD-36B1-64C9-D0F4-41FEBE0D546E}"/>
          </ac:spMkLst>
        </pc:spChg>
        <pc:picChg chg="del">
          <ac:chgData name="bangsukyeong" userId="fa730157-cd0a-41dd-bd1a-94f02b019d20" providerId="ADAL" clId="{D651A7CB-29B0-404C-8F6D-850A795FCC0B}" dt="2026-03-22T17:01:12.804" v="69023" actId="21"/>
          <ac:picMkLst>
            <pc:docMk/>
            <pc:sldMk cId="50893021" sldId="337"/>
            <ac:picMk id="4" creationId="{57FE43ED-4E2A-3E64-CD18-5A0D28D9C253}"/>
          </ac:picMkLst>
        </pc:picChg>
        <pc:picChg chg="add mod">
          <ac:chgData name="bangsukyeong" userId="fa730157-cd0a-41dd-bd1a-94f02b019d20" providerId="ADAL" clId="{D651A7CB-29B0-404C-8F6D-850A795FCC0B}" dt="2026-03-23T04:54:15.798" v="69260" actId="1076"/>
          <ac:picMkLst>
            <pc:docMk/>
            <pc:sldMk cId="50893021" sldId="337"/>
            <ac:picMk id="5" creationId="{90941CF0-BE66-8A04-AC66-7B1F730CD9DC}"/>
          </ac:picMkLst>
        </pc:picChg>
        <pc:picChg chg="del mod">
          <ac:chgData name="bangsukyeong" userId="fa730157-cd0a-41dd-bd1a-94f02b019d20" providerId="ADAL" clId="{D651A7CB-29B0-404C-8F6D-850A795FCC0B}" dt="2026-03-22T17:01:12.267" v="69022" actId="21"/>
          <ac:picMkLst>
            <pc:docMk/>
            <pc:sldMk cId="50893021" sldId="337"/>
            <ac:picMk id="10" creationId="{4339266D-4CBB-74B0-2D7F-BAA13C8D679E}"/>
          </ac:picMkLst>
        </pc:picChg>
        <pc:picChg chg="del">
          <ac:chgData name="bangsukyeong" userId="fa730157-cd0a-41dd-bd1a-94f02b019d20" providerId="ADAL" clId="{D651A7CB-29B0-404C-8F6D-850A795FCC0B}" dt="2026-03-22T17:01:13.184" v="69024" actId="21"/>
          <ac:picMkLst>
            <pc:docMk/>
            <pc:sldMk cId="50893021" sldId="337"/>
            <ac:picMk id="13" creationId="{F69CAA38-95AC-BC12-71F2-45F8B3956F70}"/>
          </ac:picMkLst>
        </pc:picChg>
        <pc:cxnChg chg="mod">
          <ac:chgData name="bangsukyeong" userId="fa730157-cd0a-41dd-bd1a-94f02b019d20" providerId="ADAL" clId="{D651A7CB-29B0-404C-8F6D-850A795FCC0B}" dt="2026-03-22T17:05:56.129" v="69037" actId="1076"/>
          <ac:cxnSpMkLst>
            <pc:docMk/>
            <pc:sldMk cId="50893021" sldId="337"/>
            <ac:cxnSpMk id="8" creationId="{68B35B99-3302-E6AC-D035-32D6C7366986}"/>
          </ac:cxnSpMkLst>
        </pc:cxn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2T09:01:07.51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0 233,'1864'0,"-1665"-9,230-40,149-9,-235 35,-48-16,-196 23,-12 0,0 5,92-1,1687 14,-1817 1,85 14,-82-8,64 2,704-9,-394-5,-366 4,0 2,89 16,-80-10,0-3,1-3,77-6,114 4,-230 4,-1 2,-1 0,1 2,-1 1,-1 2,46 24,-67-32,11 3,1 0,-1-1,22 4,13 3,80 15,-43-11,-33-8,0-3,1-2,102-7,-43 0,651 3,-734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2T09:01:07.51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3,'77'-1,"-1"4,118 19,-110-11,0-4,167-7,-106-3,1154 3,-1255-2,85-16,-81 10,63-4,572 11,-328 3,1261-2,-1579 2,0 2,48 10,-45-6,71 4,672-10,-375-5,1517 3,-1887 2,1 2,43 10,-40-6,64 3,52-13,68 4,-133 17,-69-13,-1-1,32 3,384-5,-225-6,-154 5,-38 0,0-1,-1-1,1-1,0-1,31-7,-36 1,-9-1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9:01:07.5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125 813 24575,'37'0'0,"-1"2"0,0 2 0,61 14 0,-37-9 0,1-2 0,0-2 0,119-8 0,-52 0 0,1796 3 0,-1917 0 0,1 0 0,-1-1 0,0 0 0,1 0 0,-1-1 0,0 0 0,0 0 0,0 0 0,0-1 0,-1 0 0,1-1 0,11-7 0,-4-1 0,0-1 0,-1 0 0,0 0 0,11-16 0,-14 15 0,0 0 0,-1 0 0,-1-1 0,0 0 0,-1 0 0,0-1 0,-1 0 0,-1-1 0,-1 1 0,4-24 0,-3-10 0,-2 0 0,-5-59 0,1 43 0,1 56 0,0 0 0,-1 0 0,0 0 0,-1 1 0,0-1 0,0 0 0,-6-12 0,6 17 0,0 1 0,-1 0 0,0-1 0,1 1 0,-2 0 0,1 1 0,0-1 0,-1 0 0,0 1 0,1 0 0,-1 0 0,0 0 0,-1 1 0,1-1 0,-1 1 0,-5-3 0,-17-4 0,-1 0 0,1 2 0,-1 1 0,-1 1 0,-36-1 0,-148 7 0,92 2 0,38-2 0,-102-3 0,161-2 0,1-1 0,0-1 0,-44-17 0,44 15 0,0 0 0,0 1 0,-40-6 0,-46 6 0,-124 9 0,73 1 0,-456-3 0,592 1 0,-1 2 0,1 0 0,-27 8 0,22-4 0,-50 5 0,-46-11 0,-41 3 0,150-3 0,-1 2 0,0 0 0,1 1 0,0 1 0,0 0 0,0 1 0,-24 14 0,35-17 0,1 1 0,-1 0 0,1 0 0,0 0 0,0 0 0,0 1 0,1 0 0,-1 0 0,1 0 0,0 0 0,1 0 0,-1 0 0,1 1 0,0-1 0,0 1 0,1 0 0,0 0 0,0-1 0,-1 9 0,0 15 0,1 1 0,6 50 0,-2-30 0,-3-32 0,1 1 0,1-1 0,1 0 0,8 32 0,-7-39 0,0-1 0,1 0 0,0-1 0,1 1 0,0-1 0,0 0 0,1-1 0,0 0 0,12 12 0,60 53-1365,-64-55-5461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9:01:07.5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 24575,'0'-7'0,"0"-1"-8191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E9F847-B94A-4334-BDC7-7456055A1C2A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79F01A-CBF1-40A9-B4BB-4ADBF445F3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5049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95-114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lang="en-US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ko-KR"/>
          </a:p>
          <a:p>
            <a:pPr marL="171450" indent="-171450">
              <a:buFont typeface="Wingdings" panose="05000000000000000000" pitchFamily="2" charset="2"/>
              <a:buChar char="è"/>
            </a:pPr>
            <a:endParaRPr lang="en-US" altLang="ko-KR"/>
          </a:p>
          <a:p>
            <a:pPr marL="171450" indent="-171450">
              <a:buFont typeface="Wingdings" panose="05000000000000000000" pitchFamily="2" charset="2"/>
              <a:buChar char="è"/>
            </a:pPr>
            <a:endParaRPr lang="en-US" altLang="ko-KR"/>
          </a:p>
          <a:p>
            <a:pPr marL="171450" indent="-171450">
              <a:buFont typeface="Wingdings" panose="05000000000000000000" pitchFamily="2" charset="2"/>
              <a:buChar char="è"/>
            </a:pPr>
            <a:endParaRPr lang="en-US" altLang="ko-KR"/>
          </a:p>
          <a:p>
            <a:pPr marL="171450" indent="-171450">
              <a:buFont typeface="Wingdings" panose="05000000000000000000" pitchFamily="2" charset="2"/>
              <a:buChar char="è"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9F01A-CBF1-40A9-B4BB-4ADBF445F39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71698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lang="en-US" altLang="ko-KR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lang="en-US" altLang="ko-KR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9F01A-CBF1-40A9-B4BB-4ADBF445F39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0473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9F01A-CBF1-40A9-B4BB-4ADBF445F39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77553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0422D-755C-3B39-B2EE-EF031E6ED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186921-2995-088B-FCCE-326B8801C5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E144B1-C8B0-00B0-34E0-6723A3A117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7C10FB-77E4-1B95-730C-FB6A21E7BF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9F01A-CBF1-40A9-B4BB-4ADBF445F39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193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FBCD5-F9D8-4F27-D24D-7218D522A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667520-F7C2-2AB0-B9CA-F74AF0682C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370B65-81C5-421F-F7AE-4E562221EA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2FBB98-A269-46F7-BE5E-7F7DDC0FF5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9F01A-CBF1-40A9-B4BB-4ADBF445F39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71894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4C960-7271-AA89-F0DC-16F08AEE6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2A0EE8-492B-7D00-E562-299D750EBF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E657A2-5031-9D9F-7FA2-C80B531929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83D9AD-7FF7-3C0E-C852-B5728C5CFB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9F01A-CBF1-40A9-B4BB-4ADBF445F39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77087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F3AC1-436E-D945-E618-847A6DF94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4DE6F0-9A15-496E-5E73-2229F56E3A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2A99DD-6F03-352E-EE20-B83C8F3724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32703E-39A1-2CD4-1029-70EB164D2F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9F01A-CBF1-40A9-B4BB-4ADBF445F39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5014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73F75-4D0D-1D50-042A-9AC0E14F5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CD29496-5664-4D03-732F-3DB8520918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81E1D26-BC1D-6A51-5405-1676EAB4E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F00C85-FB0C-5EAD-CFC8-31633F3F31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9F01A-CBF1-40A9-B4BB-4ADBF445F39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3783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45440-C5A6-B783-9189-446C10764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E08380-AC7C-9779-7053-F9AF5BE9D0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9E98E4B-B918-01CE-F7B6-23269269E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845BDE-0066-4AED-2FF7-6465BE3733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9F01A-CBF1-40A9-B4BB-4ADBF445F39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04454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41A8A-BABA-8FD9-F524-D85A9BE6D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4147C7-CF4E-2812-FE16-CCC85D3344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9806499-615F-F130-DD4B-915C5910F8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78E0F7-8FF3-0090-D7FF-384556275C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9F01A-CBF1-40A9-B4BB-4ADBF445F39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25720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A4794-D9E0-4FB3-1BF5-70FB3DFEC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F31D03-43C2-4228-79DD-ECCB51E4CE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36C3EA-A39E-1D0B-4744-781FE49FB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ED0518-C4DC-4040-476B-CA58ABC0F9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9F01A-CBF1-40A9-B4BB-4ADBF445F39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82658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F8066-F7AC-680D-AAAE-64F0CB7D4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CCF3372-1134-910F-F748-86A4164080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86B73F-E587-F1BA-A502-EAE812712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2E6138-4277-C11F-9737-C4AD298024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9F01A-CBF1-40A9-B4BB-4ADBF445F393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3798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299A3-6BE2-6E70-CC04-2AFF717BF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385C86-9153-AF55-7028-A8BF15B73F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6F10FA-F039-B89A-A47A-2F71A1A0B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CE947B-6017-FD1B-DF47-F10C9D1B40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9F01A-CBF1-40A9-B4BB-4ADBF445F393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22249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230A5-D04F-E91B-334A-F212C8754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C08AB3-AB87-75A7-8523-7971BA517A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494473-8E0E-2A09-3FA1-5B45C04277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681D24-8D0F-1915-E6D0-85CF23D412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9F01A-CBF1-40A9-B4BB-4ADBF445F393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580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7B62C-C4BC-9475-FE52-1BA59665E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A0C104-2822-3CCC-318E-288E01BE62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1CC4F8-8580-52C1-A1D8-5DC26C140F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13D176-0C1C-473F-613E-95AF78522C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9F01A-CBF1-40A9-B4BB-4ADBF445F393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9875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E66F5-B0F0-E2E7-ECF7-BC59D0305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EAC5D4-CBBF-602B-CAC9-316B777751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5C82AE-9F1A-8B9D-BD60-5B12A05C0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5F7B9A-DB7C-CB66-877F-426001D6E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9F01A-CBF1-40A9-B4BB-4ADBF445F393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92573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67251-2952-D672-0C0B-AB7EEF13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AD0F54-043F-3DFC-B28E-EA0F5A2239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C564A6-BA4F-D0F9-E621-2ECDB54045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F54BBD-6369-C29F-4853-83C6A5C324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9F01A-CBF1-40A9-B4BB-4ADBF445F393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36830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0F176-43F7-AEE2-D646-E7C8D6370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4DCA0F0-D42F-BD3E-4B43-8A221440E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5F3535D-CB92-000D-B7B4-C6D38B90F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891947-1751-81DA-7D0C-1423ADD2A4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9F01A-CBF1-40A9-B4BB-4ADBF445F393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21570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6C7E1-7DE9-FBC2-2E62-1625A1B04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9E6749-E762-8A0C-84C3-B33AB72A42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F52FDF-0B1E-E5EB-9A31-8DE8E7C99A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403C6D-03CE-D001-3557-D7FCB4F36D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9F01A-CBF1-40A9-B4BB-4ADBF445F393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4493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8B48A9-6D93-D612-6819-B15FA6D8CA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39B6814-2EC7-4D24-FEDE-CF2BA4FA10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8EB58E-0966-9010-F019-09105DB47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ABEC4-031C-46CB-BEFF-698A534DD2FE}" type="datetime1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D537A9-4475-0767-ADD0-BE75937BE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CE9DA6-55BD-53BD-5110-6DED4C44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F363D-ADD6-4A54-A420-A4E675B7FD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4773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EAEE6D-ED8D-9415-6F89-625E24B14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85821D-6C54-2AF9-25AD-9FC6F46BA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2A072F-DCC6-7584-05C4-2A529140D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59C63-F157-4368-A8BD-E02B2525D98C}" type="datetime1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B94899-4A83-DD89-3E58-C4B2E4845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CC0868-E979-0C84-48BD-15A57D369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F363D-ADD6-4A54-A420-A4E675B7FD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078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3ED4B1-5D80-F0B0-C976-6DB12C2BA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56A235-3E0E-5D34-48CD-9E6577DF38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FEBD01-061E-2E01-E3F6-057B316E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3554F-7525-4245-847A-FCDB20B62BAA}" type="datetime1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BF1E38-0746-789A-8796-594EC893E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08B5CA-B922-4135-2A42-DD3830C33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F363D-ADD6-4A54-A420-A4E675B7FD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4254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EC2AEA-536A-479D-CF8A-7AE46E549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314E44-92A4-0D74-7CDF-E69CAD30E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99F1C2A-C297-E127-3534-3A9DEE0B9B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2F0804-B074-5E0E-5944-6CB1A396B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DAE73-400E-4021-A0F7-9936EC48BA23}" type="datetime1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F85A03-A174-9541-D81F-ADBAB4D24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5B6FA6-7A43-A645-A0C1-11A626792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F363D-ADD6-4A54-A420-A4E675B7FD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6451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657A-5020-4DD5-5BE4-4D8049F2D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9737EC-4B51-1A66-B4BB-FB25FAAED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819F4B-AE12-72D2-33BA-85627935AC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D73E84B-61DA-BF5D-5889-E96CB03A35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A79ABB9-0B7C-EAE3-DFA5-ECDF6B0919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EF84765-0BED-7DB6-8E69-4EAAE0187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68E48-DCD2-49DF-83FC-9FD79DACE24C}" type="datetime1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F581FA7-3183-20E3-D834-A3D5D738C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BC5E4FB-DF70-BCE6-0589-E7423D755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F363D-ADD6-4A54-A420-A4E675B7FD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24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A8C302-517A-2D49-1876-304E94103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2F2E6A9-B7C4-8DB0-70AC-A285A0200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F4B1D-516B-48A2-B0F2-924DB5501A77}" type="datetime1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198F3B-3C03-3FB8-CE98-8256F6EF3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131FEDB-AB61-3B6B-4142-65C49CCDE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F363D-ADD6-4A54-A420-A4E675B7FD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0109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9181A2E-98D9-ED3F-7F21-FA2B6A6FC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26CD-4260-49D5-8A3A-33518CFCAD98}" type="datetime1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199F286-8D0A-5A56-157E-BB4E59678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F36044-32D8-8C12-8BFE-A947233BF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F363D-ADD6-4A54-A420-A4E675B7FD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1325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DC3FB3-48E5-7ECA-5507-DF07279A5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524EF2-BEC0-2E60-93E4-2BBAF9EE5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DD50C4-912D-DEDB-8D00-FA3664C514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D0097-7AC7-8D6A-85DE-8D4C1418D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3EE73-B066-4EF5-BBD6-998DADAB484D}" type="datetime1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9E8BE8-D684-0B92-CD0D-1448FE662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5816F7-B4E7-9A04-6457-C47AD1BC4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F363D-ADD6-4A54-A420-A4E675B7FD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6774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0ACA35-670C-0819-FFB9-A41692F1D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A3AA301-8F6B-649C-559E-041B514289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10EECB-C168-1B17-66FB-133F1F2E33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709648-27FA-0CD7-DA2C-FB3ED1F3D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B8A22-3D78-4A13-9291-AABD54861E51}" type="datetime1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E27073-3CCB-7A9F-B0AD-75AFA6EB7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D9FD296-D605-CF98-816F-6BBBB430E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F363D-ADD6-4A54-A420-A4E675B7FD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136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C1B282-8EE7-4B76-7AA6-FB0F83852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8CABEAC-AA0F-A23A-38F7-0E466789E1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0E8ED7-C4C6-2DAC-3C3F-9AC2DEE31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B0C40-7521-4DF6-9277-CA79911FD5E0}" type="datetime1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31FCC0-0DA1-A0D7-75B2-E14932C44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78B094-727A-0CDB-8BBA-0E11A04DB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F363D-ADD6-4A54-A420-A4E675B7FD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4443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7A3CB12-085D-F5AC-BDDB-A33D0EDB3F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BA4D038-E2D8-CBAD-4780-271D92E7D3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E5A07B-6389-77D5-1144-75310C0F6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9D4F2-57AB-4A56-8934-7E2E378DB8D6}" type="datetime1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1BE511-E54D-F59C-0504-767265DD4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6AF523-A8A9-DB5A-37AB-5C03CA38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F363D-ADD6-4A54-A420-A4E675B7FD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869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B2AFCA9-B8E9-31B8-8F5F-6D1805328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7D399E-D81C-0EAD-3835-9965AAF5B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B92F07-899A-05C1-FE24-D6E013D54F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A78640-A2CF-4D77-AF88-69983D92F1D0}" type="datetime1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99FBFF-6575-812D-B293-46FC010948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6179B4-F500-AA11-0388-87572A4D0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DF363D-ADD6-4A54-A420-A4E675B7FD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1520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2.xml"/><Relationship Id="rId11" Type="http://schemas.openxmlformats.org/officeDocument/2006/relationships/image" Target="../media/image10.png"/><Relationship Id="rId5" Type="http://schemas.openxmlformats.org/officeDocument/2006/relationships/image" Target="../media/image70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980AEB-D3AE-C3B5-A22D-0CE35CBBD8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Fuzzing and Symbolic Execution</a:t>
            </a:r>
            <a:br>
              <a:rPr lang="en-US" altLang="ko-K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ko-KR" altLang="en-US">
              <a:latin typeface="Calibri" panose="020F0502020204030204" pitchFamily="34" charset="0"/>
              <a:ea typeface="KoPub돋움체 Bold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B305203-BF6D-304A-87C9-8FFB706151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50874"/>
            <a:ext cx="9144000" cy="2992726"/>
          </a:xfrm>
        </p:spPr>
        <p:txBody>
          <a:bodyPr/>
          <a:lstStyle/>
          <a:p>
            <a:r>
              <a:rPr lang="en-US" altLang="ko-K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05_angr_symbolic_memory</a:t>
            </a:r>
            <a:br>
              <a:rPr lang="en-US" altLang="ko-K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06_angr_symbolic_dynamic_memory</a:t>
            </a:r>
            <a:br>
              <a:rPr lang="en-US" altLang="ko-K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07_angr_symbolic_file</a:t>
            </a:r>
          </a:p>
          <a:p>
            <a:endParaRPr lang="en-US" altLang="ko-KR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Presenter: Sukyeong Bang</a:t>
            </a:r>
            <a:endParaRPr lang="ko-KR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EA80F9-C1BC-31B6-9B05-2CDAE4559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F363D-ADD6-4A54-A420-A4E675B7FD6A}" type="slidenum">
              <a:rPr lang="ko-KR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1</a:t>
            </a:fld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9042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120D3D-F7A5-D891-B8B3-C88EC73F7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356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Previous</a:t>
            </a:r>
            <a:endParaRPr lang="ko-KR" altLang="en-US" sz="4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7C57A2-E94B-F848-652B-40C71EF2D5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49040" y="1659365"/>
            <a:ext cx="5070761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 main(int argc, char* argv[]) {</a:t>
            </a:r>
          </a:p>
          <a:p>
            <a:pPr marL="457200" lvl="1" indent="0">
              <a:buNone/>
            </a:pPr>
            <a:r>
              <a:rPr lang="fr-FR" altLang="ko-KR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uint32_t user_int0;</a:t>
            </a:r>
          </a:p>
          <a:p>
            <a:pPr marL="457200" lvl="1" indent="0">
              <a:buNone/>
            </a:pPr>
            <a:r>
              <a:rPr lang="fr-FR" altLang="ko-KR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uint32_t user_int1;</a:t>
            </a:r>
          </a:p>
          <a:p>
            <a:pPr marL="457200" lvl="1" indent="0">
              <a:buNone/>
            </a:pPr>
            <a:r>
              <a:rPr lang="fr-FR" altLang="ko-KR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scanf("%u %u", &amp;user_int0, &amp;user_int1);</a:t>
            </a:r>
          </a:p>
          <a:p>
            <a:pPr marL="457200" lvl="1" indent="0">
              <a:buNone/>
            </a:pPr>
            <a:r>
              <a:rPr lang="fr-FR" altLang="ko-KR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...</a:t>
            </a:r>
            <a:endParaRPr lang="en-US" altLang="ko-KR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en-US" altLang="ko-KR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r>
              <a:rPr lang="en-US" altLang="ko-KR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if </a:t>
            </a:r>
            <a:r>
              <a:rPr lang="en-US" altLang="ko-KR" sz="1800" b="1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((user_int0 ^ USERDEF0) || (user_int1 ^ USERDEF1)) </a:t>
            </a:r>
            <a:r>
              <a:rPr lang="en-US" altLang="ko-KR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pPr marL="457200" lvl="1" indent="0">
              <a:buNone/>
            </a:pPr>
            <a:r>
              <a:rPr lang="en-US" altLang="ko-KR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	</a:t>
            </a:r>
            <a:r>
              <a:rPr lang="en-US" altLang="ko-KR" sz="180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printf("Try again.\n");</a:t>
            </a:r>
          </a:p>
          <a:p>
            <a:pPr marL="457200" lvl="1" indent="0">
              <a:buNone/>
            </a:pPr>
            <a:r>
              <a:rPr lang="en-US" altLang="ko-KR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} else {</a:t>
            </a:r>
          </a:p>
          <a:p>
            <a:pPr marL="457200" lvl="1" indent="0">
              <a:buNone/>
            </a:pPr>
            <a:r>
              <a:rPr lang="en-US" altLang="ko-KR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	</a:t>
            </a:r>
            <a:r>
              <a:rPr lang="en-US" altLang="ko-KR" sz="180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printf("Good Job.\n");</a:t>
            </a:r>
          </a:p>
          <a:p>
            <a:pPr marL="457200" lvl="1" indent="0">
              <a:buNone/>
            </a:pPr>
            <a:r>
              <a:rPr lang="en-US" altLang="ko-KR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}</a:t>
            </a:r>
          </a:p>
          <a:p>
            <a:pPr marL="0" indent="0">
              <a:buNone/>
            </a:pPr>
            <a:r>
              <a:rPr lang="en-US" altLang="ko-KR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0FD8544-B288-420C-68C5-918175D29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59365"/>
            <a:ext cx="5181600" cy="4351338"/>
          </a:xfrm>
        </p:spPr>
        <p:txBody>
          <a:bodyPr>
            <a:normAutofit/>
          </a:bodyPr>
          <a:lstStyle/>
          <a:p>
            <a:r>
              <a:rPr lang="en-US" altLang="ko-K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Processes ‘</a:t>
            </a:r>
            <a:r>
              <a:rPr lang="en-US" altLang="ko-KR" sz="20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user_input’ </a:t>
            </a:r>
            <a:r>
              <a:rPr lang="en-US" altLang="ko-K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compares it with </a:t>
            </a:r>
            <a:r>
              <a:rPr lang="en-US" altLang="ko-KR" sz="20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‘USERDEF’ </a:t>
            </a:r>
            <a:r>
              <a:rPr lang="en-US" altLang="ko-K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trigger </a:t>
            </a:r>
            <a:r>
              <a:rPr lang="en-US" altLang="ko-KR" sz="2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"Good Job"</a:t>
            </a:r>
          </a:p>
          <a:p>
            <a:endParaRPr lang="en-US" altLang="ko-KR" sz="20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angr to explore execution paths and calculate the specific input required to reach the </a:t>
            </a:r>
            <a:r>
              <a:rPr lang="en-US" altLang="ko-KR" sz="2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"Good Job"</a:t>
            </a:r>
            <a:r>
              <a:rPr lang="en-US" altLang="ko-K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state</a:t>
            </a:r>
          </a:p>
          <a:p>
            <a:endParaRPr lang="en-US" altLang="ko-KR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Injects symbols for variables stored in Stack, Register or Heap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A15F8B-BF68-8223-A106-83D40FD67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F363D-ADD6-4A54-A420-A4E675B7FD6A}" type="slidenum">
              <a:rPr lang="ko-KR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2</a:t>
            </a:fld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CBA27188-157B-4491-8146-EDAA95894C16}"/>
              </a:ext>
            </a:extLst>
          </p:cNvPr>
          <p:cNvCxnSpPr>
            <a:cxnSpLocks/>
          </p:cNvCxnSpPr>
          <p:nvPr/>
        </p:nvCxnSpPr>
        <p:spPr>
          <a:xfrm>
            <a:off x="957469" y="1378103"/>
            <a:ext cx="10396331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8332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01375F-3FB1-0D89-912D-D9C7B86AE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889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05_angr_symbolic_memory</a:t>
            </a:r>
            <a:endParaRPr lang="ko-KR" altLang="en-US" sz="4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6E8074-1A1B-6B38-2D99-778C61FB7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F363D-ADD6-4A54-A420-A4E675B7FD6A}" type="slidenum">
              <a:rPr lang="ko-KR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3</a:t>
            </a:fld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83BEE7D8-1989-02F7-6D78-76B6B1A6E76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t="66469" b="2013"/>
          <a:stretch>
            <a:fillRect/>
          </a:stretch>
        </p:blipFill>
        <p:spPr>
          <a:xfrm>
            <a:off x="839788" y="2845510"/>
            <a:ext cx="5157787" cy="1505118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3C34DD8-346B-44B2-D32F-A1F8578F144B}"/>
              </a:ext>
            </a:extLst>
          </p:cNvPr>
          <p:cNvCxnSpPr>
            <a:cxnSpLocks/>
          </p:cNvCxnSpPr>
          <p:nvPr/>
        </p:nvCxnSpPr>
        <p:spPr>
          <a:xfrm>
            <a:off x="1144443" y="4390675"/>
            <a:ext cx="72245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83FEE3F-7EF1-8088-3EB2-6F92297ABDAC}"/>
              </a:ext>
            </a:extLst>
          </p:cNvPr>
          <p:cNvCxnSpPr>
            <a:cxnSpLocks/>
          </p:cNvCxnSpPr>
          <p:nvPr/>
        </p:nvCxnSpPr>
        <p:spPr>
          <a:xfrm>
            <a:off x="957469" y="1378103"/>
            <a:ext cx="10396331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내용 개체 틀 10">
            <a:extLst>
              <a:ext uri="{FF2B5EF4-FFF2-40B4-BE49-F238E27FC236}">
                <a16:creationId xmlns:a16="http://schemas.microsoft.com/office/drawing/2014/main" id="{03B7707C-4080-C304-F437-CB5FCAAADD2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6172200" y="2595409"/>
            <a:ext cx="5183188" cy="2005320"/>
          </a:xfrm>
          <a:prstGeom prst="rect">
            <a:avLst/>
          </a:prstGeom>
        </p:spPr>
      </p:pic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3ADFC7D4-B3C0-87E4-284B-5D68F552E1ED}"/>
              </a:ext>
            </a:extLst>
          </p:cNvPr>
          <p:cNvSpPr txBox="1">
            <a:spLocks/>
          </p:cNvSpPr>
          <p:nvPr/>
        </p:nvSpPr>
        <p:spPr>
          <a:xfrm>
            <a:off x="897834" y="1549208"/>
            <a:ext cx="10515600" cy="8145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Symbolic Execution in Global Memory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start_address: 0x08049318</a:t>
            </a:r>
          </a:p>
        </p:txBody>
      </p:sp>
    </p:spTree>
    <p:extLst>
      <p:ext uri="{BB962C8B-B14F-4D97-AF65-F5344CB8AC3E}">
        <p14:creationId xmlns:p14="http://schemas.microsoft.com/office/powerpoint/2010/main" val="1235299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30D2F-F402-4843-E5B6-5A561F12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2FD25F-990D-9A59-C044-D6F6441FF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889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05_angr_symbolic_memory</a:t>
            </a:r>
            <a:endParaRPr lang="ko-KR" altLang="en-US" sz="4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0A2D92-B03E-DCC6-0E5A-CCA41DF27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F363D-ADD6-4A54-A420-A4E675B7FD6A}" type="slidenum">
              <a:rPr lang="ko-KR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4</a:t>
            </a:fld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1FA9C83-2A38-AAC2-5D58-F36541715325}"/>
              </a:ext>
            </a:extLst>
          </p:cNvPr>
          <p:cNvCxnSpPr>
            <a:cxnSpLocks/>
          </p:cNvCxnSpPr>
          <p:nvPr/>
        </p:nvCxnSpPr>
        <p:spPr>
          <a:xfrm>
            <a:off x="957469" y="1378103"/>
            <a:ext cx="10396331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2BE5701D-4FD5-EA89-32C3-6DAD10C09B29}"/>
              </a:ext>
            </a:extLst>
          </p:cNvPr>
          <p:cNvSpPr txBox="1">
            <a:spLocks/>
          </p:cNvSpPr>
          <p:nvPr/>
        </p:nvSpPr>
        <p:spPr>
          <a:xfrm>
            <a:off x="897834" y="1523807"/>
            <a:ext cx="10515600" cy="8908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Symbolic Execution in Global Memory</a:t>
            </a:r>
            <a:r>
              <a:rPr lang="en-US" altLang="ko-KR"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ko-KR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“%8s %8s %8s %8s”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D06D7E01-816D-B819-B1CC-79FE7D5D638B}"/>
              </a:ext>
            </a:extLst>
          </p:cNvPr>
          <p:cNvGrpSpPr/>
          <p:nvPr/>
        </p:nvGrpSpPr>
        <p:grpSpPr>
          <a:xfrm>
            <a:off x="839788" y="2946400"/>
            <a:ext cx="5157787" cy="571500"/>
            <a:chOff x="927100" y="3097410"/>
            <a:chExt cx="5157787" cy="423345"/>
          </a:xfrm>
        </p:grpSpPr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5CB32D12-5891-3313-EF8A-334B0152AE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85069" r="14691" b="8507"/>
            <a:stretch>
              <a:fillRect/>
            </a:stretch>
          </p:blipFill>
          <p:spPr>
            <a:xfrm>
              <a:off x="927100" y="3097410"/>
              <a:ext cx="5157787" cy="423345"/>
            </a:xfrm>
            <a:prstGeom prst="rect">
              <a:avLst/>
            </a:prstGeom>
          </p:spPr>
        </p:pic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509B1623-F498-EC26-491F-AE1938D2FBDC}"/>
                </a:ext>
              </a:extLst>
            </p:cNvPr>
            <p:cNvCxnSpPr>
              <a:cxnSpLocks/>
            </p:cNvCxnSpPr>
            <p:nvPr/>
          </p:nvCxnSpPr>
          <p:spPr>
            <a:xfrm>
              <a:off x="4843656" y="3431855"/>
              <a:ext cx="1153919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38" name="내용 개체 틀 37">
            <a:extLst>
              <a:ext uri="{FF2B5EF4-FFF2-40B4-BE49-F238E27FC236}">
                <a16:creationId xmlns:a16="http://schemas.microsoft.com/office/drawing/2014/main" id="{9A2C3782-586E-6907-63F1-E1FE5886F04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rcRect l="-3230" t="20114" r="19181" b="751"/>
          <a:stretch>
            <a:fillRect/>
          </a:stretch>
        </p:blipFill>
        <p:spPr>
          <a:xfrm>
            <a:off x="6432440" y="2651045"/>
            <a:ext cx="4611908" cy="1213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381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79D9F-580B-96B4-FD27-3E1D0DFC5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E002C4-C63F-FE45-D33D-B59B469B7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889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05_angr_symbolic_memory</a:t>
            </a:r>
            <a:endParaRPr lang="ko-KR" altLang="en-US" sz="4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F8DFE7-F2B3-9189-8863-EB67D68C9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F363D-ADD6-4A54-A420-A4E675B7FD6A}" type="slidenum">
              <a:rPr lang="ko-KR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5</a:t>
            </a:fld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E78059C7-077E-A6FB-883C-6D172583F421}"/>
              </a:ext>
            </a:extLst>
          </p:cNvPr>
          <p:cNvCxnSpPr>
            <a:cxnSpLocks/>
          </p:cNvCxnSpPr>
          <p:nvPr/>
        </p:nvCxnSpPr>
        <p:spPr>
          <a:xfrm>
            <a:off x="957469" y="1378103"/>
            <a:ext cx="10396331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2F8AEF3B-C804-281A-361E-265740E79E3D}"/>
              </a:ext>
            </a:extLst>
          </p:cNvPr>
          <p:cNvSpPr txBox="1">
            <a:spLocks/>
          </p:cNvSpPr>
          <p:nvPr/>
        </p:nvSpPr>
        <p:spPr>
          <a:xfrm>
            <a:off x="897834" y="1485708"/>
            <a:ext cx="10515600" cy="9855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Symbolic Execution in Global Memory</a:t>
            </a:r>
            <a:r>
              <a:rPr lang="en-US" altLang="ko-KR" sz="4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ko-KR" sz="3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User_input</a:t>
            </a:r>
          </a:p>
        </p:txBody>
      </p:sp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C4C10C22-73F6-109D-C2A1-4A061C65AFF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39788" y="2745740"/>
            <a:ext cx="5157787" cy="3203257"/>
          </a:xfrm>
          <a:prstGeom prst="rect">
            <a:avLst/>
          </a:prstGeom>
        </p:spPr>
      </p:pic>
      <p:pic>
        <p:nvPicPr>
          <p:cNvPr id="14" name="내용 개체 틀 13">
            <a:extLst>
              <a:ext uri="{FF2B5EF4-FFF2-40B4-BE49-F238E27FC236}">
                <a16:creationId xmlns:a16="http://schemas.microsoft.com/office/drawing/2014/main" id="{638254E3-54F9-720D-95BB-A6D77A9A6D39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6172200" y="3096255"/>
            <a:ext cx="5183188" cy="250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217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F4046-2B57-4957-8272-827BBB3B1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AEE9D2-26B8-3779-F1CB-8924F88C6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889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05_angr_symbolic_memory</a:t>
            </a:r>
            <a:endParaRPr lang="ko-KR" altLang="en-US" sz="4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EAB487-67F8-6DDA-76AE-FA5E8760C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F363D-ADD6-4A54-A420-A4E675B7FD6A}" type="slidenum">
              <a:rPr lang="ko-KR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6</a:t>
            </a:fld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4979509-D4C6-1283-553B-908E564867BE}"/>
              </a:ext>
            </a:extLst>
          </p:cNvPr>
          <p:cNvCxnSpPr>
            <a:cxnSpLocks/>
          </p:cNvCxnSpPr>
          <p:nvPr/>
        </p:nvCxnSpPr>
        <p:spPr>
          <a:xfrm>
            <a:off x="957469" y="1378103"/>
            <a:ext cx="10396331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B4547F74-DD58-65E2-3E3A-353BB464ED1E}"/>
              </a:ext>
            </a:extLst>
          </p:cNvPr>
          <p:cNvSpPr txBox="1">
            <a:spLocks/>
          </p:cNvSpPr>
          <p:nvPr/>
        </p:nvSpPr>
        <p:spPr>
          <a:xfrm>
            <a:off x="897834" y="1371407"/>
            <a:ext cx="10515600" cy="7656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Symbolic Execution in Global Memory</a:t>
            </a:r>
            <a:r>
              <a:rPr lang="en-US" altLang="ko-KR" sz="4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ko-KR" sz="4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83C078A2-4D1D-22C5-A69A-E283FB558A3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957469" y="2314882"/>
            <a:ext cx="5117482" cy="3684588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DB34322-33C5-3D8F-A333-D097151C82BF}"/>
              </a:ext>
            </a:extLst>
          </p:cNvPr>
          <p:cNvCxnSpPr>
            <a:cxnSpLocks/>
          </p:cNvCxnSpPr>
          <p:nvPr/>
        </p:nvCxnSpPr>
        <p:spPr>
          <a:xfrm>
            <a:off x="1071769" y="3734400"/>
            <a:ext cx="3627231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내용 개체 틀 14">
            <a:extLst>
              <a:ext uri="{FF2B5EF4-FFF2-40B4-BE49-F238E27FC236}">
                <a16:creationId xmlns:a16="http://schemas.microsoft.com/office/drawing/2014/main" id="{E6BD7EC3-E4A0-FDAD-BCD1-B1F7F6F643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39975"/>
            <a:ext cx="5183188" cy="3684588"/>
          </a:xfrm>
        </p:spPr>
        <p:txBody>
          <a:bodyPr>
            <a:normAutofit/>
          </a:bodyPr>
          <a:lstStyle/>
          <a:p>
            <a:r>
              <a:rPr lang="en-US" altLang="ko-K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Initiates the search for the optimal execution path by defining target addresses to reach (find) and to bypass (avoid)</a:t>
            </a:r>
          </a:p>
          <a:p>
            <a:endParaRPr lang="en-US" altLang="ko-KR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a solution is found, solve the accumulated constraints to determine the valid input</a:t>
            </a:r>
            <a:endParaRPr lang="ko-KR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45F7FB29-11AF-8A35-1D14-17C72A74144E}"/>
              </a:ext>
            </a:extLst>
          </p:cNvPr>
          <p:cNvCxnSpPr>
            <a:cxnSpLocks/>
          </p:cNvCxnSpPr>
          <p:nvPr/>
        </p:nvCxnSpPr>
        <p:spPr>
          <a:xfrm>
            <a:off x="1173369" y="4534500"/>
            <a:ext cx="4567031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1947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725B4-22E5-B886-53A9-A5233F7D7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CCAB8B-8C0D-B2B6-B148-F20D2799A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889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05_angr_symbolic_memory</a:t>
            </a:r>
            <a:endParaRPr lang="ko-KR" altLang="en-US" sz="4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06A340-5DF8-475C-6BE4-06B572E16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F363D-ADD6-4A54-A420-A4E675B7FD6A}" type="slidenum">
              <a:rPr lang="ko-KR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7</a:t>
            </a:fld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1C24446-2EDB-7A64-72B4-11B19E8ECEE4}"/>
              </a:ext>
            </a:extLst>
          </p:cNvPr>
          <p:cNvCxnSpPr>
            <a:cxnSpLocks/>
          </p:cNvCxnSpPr>
          <p:nvPr/>
        </p:nvCxnSpPr>
        <p:spPr>
          <a:xfrm>
            <a:off x="957469" y="1378103"/>
            <a:ext cx="10396331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그룹 7">
            <a:extLst>
              <a:ext uri="{FF2B5EF4-FFF2-40B4-BE49-F238E27FC236}">
                <a16:creationId xmlns:a16="http://schemas.microsoft.com/office/drawing/2014/main" id="{4F190FA1-E4DB-6BB2-786E-545E0FF04053}"/>
              </a:ext>
            </a:extLst>
          </p:cNvPr>
          <p:cNvGrpSpPr/>
          <p:nvPr/>
        </p:nvGrpSpPr>
        <p:grpSpPr>
          <a:xfrm>
            <a:off x="744802" y="2612987"/>
            <a:ext cx="10821663" cy="1238423"/>
            <a:chOff x="730636" y="2856298"/>
            <a:chExt cx="10821663" cy="1238423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D79DEE2A-DB0F-0CBB-819E-4B7F43945C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8968" y="2856298"/>
              <a:ext cx="10793331" cy="1238423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C9DDC30C-3479-1F79-E52D-95D7B03ABDFB}"/>
                    </a:ext>
                  </a:extLst>
                </p14:cNvPr>
                <p14:cNvContentPartPr/>
                <p14:nvPr/>
              </p14:nvContentPartPr>
              <p14:xfrm>
                <a:off x="803356" y="3116400"/>
                <a:ext cx="3739680" cy="9972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2C11E088-794E-495A-9DE6-A78A5977295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49356" y="3008400"/>
                  <a:ext cx="384732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5452407A-3822-D2FC-0379-6D2C0DB7882B}"/>
                    </a:ext>
                  </a:extLst>
                </p14:cNvPr>
                <p14:cNvContentPartPr/>
                <p14:nvPr/>
              </p14:nvContentPartPr>
              <p14:xfrm>
                <a:off x="2895676" y="3697800"/>
                <a:ext cx="3747600" cy="4500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DF7E8756-44E7-280B-DA68-B810DBB1AC5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842036" y="3590160"/>
                  <a:ext cx="38552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4A1CC08E-93D7-6E3A-9A29-D771442C6F29}"/>
                    </a:ext>
                  </a:extLst>
                </p14:cNvPr>
                <p14:cNvContentPartPr/>
                <p14:nvPr/>
              </p14:nvContentPartPr>
              <p14:xfrm>
                <a:off x="730636" y="3766560"/>
                <a:ext cx="1085760" cy="30888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58A31904-D331-0815-CE14-E144C40F4D3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24516" y="3760440"/>
                  <a:ext cx="109800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F328ECEB-1DF8-E14B-39D3-172A3DCC7F3E}"/>
                    </a:ext>
                  </a:extLst>
                </p14:cNvPr>
                <p14:cNvContentPartPr/>
                <p14:nvPr/>
              </p14:nvContentPartPr>
              <p14:xfrm>
                <a:off x="4904476" y="3485760"/>
                <a:ext cx="360" cy="612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3540B7A6-4B41-786D-BC10-54F3F608D30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898356" y="3479640"/>
                  <a:ext cx="12600" cy="183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158C7690-8E46-4ECD-F6EF-3AB60490046D}"/>
              </a:ext>
            </a:extLst>
          </p:cNvPr>
          <p:cNvSpPr txBox="1">
            <a:spLocks/>
          </p:cNvSpPr>
          <p:nvPr/>
        </p:nvSpPr>
        <p:spPr>
          <a:xfrm>
            <a:off x="897834" y="1371407"/>
            <a:ext cx="10515600" cy="7656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Symbolic Execution in Global Memory</a:t>
            </a:r>
            <a:r>
              <a:rPr lang="en-US" altLang="ko-KR" sz="4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ko-KR" sz="4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059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04155-EBD7-5B66-9CDB-0927ED820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4F995F73-CA15-D4D6-285D-87EEFA684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834" y="1523808"/>
            <a:ext cx="10515600" cy="4832542"/>
          </a:xfrm>
        </p:spPr>
        <p:txBody>
          <a:bodyPr>
            <a:normAutofit/>
          </a:bodyPr>
          <a:lstStyle/>
          <a:p>
            <a:r>
              <a:rPr lang="en-US" altLang="ko-K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Dynamic memory is allocated on the heap, where addresses are subject to change with every execution</a:t>
            </a:r>
          </a:p>
          <a:p>
            <a:endParaRPr lang="en-US" altLang="ko-KR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However, the pointer variable that stores the heap address is located at a fixed address</a:t>
            </a:r>
          </a:p>
          <a:p>
            <a:endParaRPr lang="en-US" altLang="ko-KR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sz="2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to conduct symbolic execution in</a:t>
            </a:r>
            <a:r>
              <a:rPr lang="ko-KR" altLang="en-US" sz="2000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2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memory</a:t>
            </a:r>
          </a:p>
          <a:p>
            <a:pPr marL="0" indent="0">
              <a:buNone/>
            </a:pPr>
            <a:endParaRPr lang="en-US" altLang="ko-KR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altLang="ko-KR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altLang="ko-KR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altLang="ko-KR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altLang="ko-KR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altLang="ko-KR" sz="20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BB73EB1-743F-FCDF-6BAD-49143130B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7196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06_angr_symbolic_dynamic_memory</a:t>
            </a:r>
            <a:endParaRPr lang="ko-KR" altLang="en-US" sz="4000" b="1">
              <a:latin typeface="Calibri" panose="020F0502020204030204" pitchFamily="34" charset="0"/>
              <a:ea typeface="KoPub돋움체 Bold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0FE449-64F1-335C-E123-C1C88D38B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F363D-ADD6-4A54-A420-A4E675B7FD6A}" type="slidenum">
              <a:rPr lang="ko-KR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8</a:t>
            </a:fld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D171A02-DB69-4CB6-5205-F474979A7E4E}"/>
              </a:ext>
            </a:extLst>
          </p:cNvPr>
          <p:cNvCxnSpPr>
            <a:cxnSpLocks/>
          </p:cNvCxnSpPr>
          <p:nvPr/>
        </p:nvCxnSpPr>
        <p:spPr>
          <a:xfrm>
            <a:off x="957469" y="1378103"/>
            <a:ext cx="10396331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009E12D-9D20-805A-8A75-3F13782161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276981"/>
              </p:ext>
            </p:extLst>
          </p:nvPr>
        </p:nvGraphicFramePr>
        <p:xfrm>
          <a:off x="1190333" y="3710278"/>
          <a:ext cx="8118767" cy="15156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7579">
                  <a:extLst>
                    <a:ext uri="{9D8B030D-6E8A-4147-A177-3AD203B41FA5}">
                      <a16:colId xmlns:a16="http://schemas.microsoft.com/office/drawing/2014/main" val="3470581829"/>
                    </a:ext>
                  </a:extLst>
                </a:gridCol>
                <a:gridCol w="1912988">
                  <a:extLst>
                    <a:ext uri="{9D8B030D-6E8A-4147-A177-3AD203B41FA5}">
                      <a16:colId xmlns:a16="http://schemas.microsoft.com/office/drawing/2014/main" val="2660608279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4176111597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517225011"/>
                    </a:ext>
                  </a:extLst>
                </a:gridCol>
              </a:tblGrid>
              <a:tr h="4900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Register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Stack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Global Memory</a:t>
                      </a:r>
                      <a:endParaRPr lang="ko-KR" altLang="en-US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Heap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97123770"/>
                  </a:ext>
                </a:extLst>
              </a:tr>
              <a:tr h="10255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Register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Register + Offset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Fixed Address</a:t>
                      </a:r>
                      <a:endParaRPr lang="ko-KR" altLang="en-US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Pointer Address </a:t>
                      </a:r>
                    </a:p>
                    <a:p>
                      <a:pPr algn="ctr" latinLnBrk="1"/>
                      <a:r>
                        <a:rPr lang="en-US" altLang="ko-KR"/>
                        <a:t>→ Fake Pointer Address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93160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1763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67FE1-29EE-2D94-2C96-D32B71133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6FEF16-15C3-2931-EB87-10AA5A81A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889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06_angr_symbolic_dynamic_memory</a:t>
            </a:r>
            <a:endParaRPr lang="ko-KR" altLang="en-US" sz="4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AA18CD-F795-AC38-49E4-F8F247C9D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F363D-ADD6-4A54-A420-A4E675B7FD6A}" type="slidenum">
              <a:rPr lang="ko-KR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9</a:t>
            </a:fld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A652221-E4FE-39A7-F414-F6BD87A699BD}"/>
              </a:ext>
            </a:extLst>
          </p:cNvPr>
          <p:cNvCxnSpPr>
            <a:cxnSpLocks/>
          </p:cNvCxnSpPr>
          <p:nvPr/>
        </p:nvCxnSpPr>
        <p:spPr>
          <a:xfrm>
            <a:off x="957469" y="1378103"/>
            <a:ext cx="10396331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DE57E39E-E0FE-AB7C-C179-C6ECE4353994}"/>
              </a:ext>
            </a:extLst>
          </p:cNvPr>
          <p:cNvSpPr txBox="1">
            <a:spLocks/>
          </p:cNvSpPr>
          <p:nvPr/>
        </p:nvSpPr>
        <p:spPr>
          <a:xfrm>
            <a:off x="897834" y="1523808"/>
            <a:ext cx="10515600" cy="8145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Symbolic Execution in Dynamic Memory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start_address: 0x0804938F</a:t>
            </a:r>
          </a:p>
        </p:txBody>
      </p:sp>
      <p:pic>
        <p:nvPicPr>
          <p:cNvPr id="23" name="내용 개체 틀 22">
            <a:extLst>
              <a:ext uri="{FF2B5EF4-FFF2-40B4-BE49-F238E27FC236}">
                <a16:creationId xmlns:a16="http://schemas.microsoft.com/office/drawing/2014/main" id="{9318C803-E38A-8116-A7A3-E1F41684EEE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1695982" y="4038570"/>
            <a:ext cx="5121844" cy="719238"/>
          </a:xfrm>
          <a:prstGeom prst="rect">
            <a:avLst/>
          </a:prstGeom>
        </p:spPr>
      </p:pic>
      <p:pic>
        <p:nvPicPr>
          <p:cNvPr id="21" name="내용 개체 틀 15">
            <a:extLst>
              <a:ext uri="{FF2B5EF4-FFF2-40B4-BE49-F238E27FC236}">
                <a16:creationId xmlns:a16="http://schemas.microsoft.com/office/drawing/2014/main" id="{BBB1FCCD-6FB9-C476-3872-9E4BD39544B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1695982" y="2753489"/>
            <a:ext cx="4933296" cy="869980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359042D-7226-7005-A20A-736FE586C24F}"/>
              </a:ext>
            </a:extLst>
          </p:cNvPr>
          <p:cNvCxnSpPr>
            <a:cxnSpLocks/>
          </p:cNvCxnSpPr>
          <p:nvPr/>
        </p:nvCxnSpPr>
        <p:spPr>
          <a:xfrm>
            <a:off x="5821569" y="2985100"/>
            <a:ext cx="655431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8754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5A420-D5E0-0D49-5426-52E981EE5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02F37F-766E-7A5E-852E-6B2D8D9D1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7196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06_angr_symbolic_dynamic_memory</a:t>
            </a:r>
            <a:endParaRPr lang="ko-KR" altLang="en-US" sz="4000" b="1">
              <a:latin typeface="Calibri" panose="020F0502020204030204" pitchFamily="34" charset="0"/>
              <a:ea typeface="KoPub돋움체 Bold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6A20C5-F92C-6205-0197-A10E95771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F363D-ADD6-4A54-A420-A4E675B7FD6A}" type="slidenum">
              <a:rPr lang="ko-KR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10</a:t>
            </a:fld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5DBC030-BFF2-A2B5-649A-52FE122575D1}"/>
              </a:ext>
            </a:extLst>
          </p:cNvPr>
          <p:cNvCxnSpPr>
            <a:cxnSpLocks/>
          </p:cNvCxnSpPr>
          <p:nvPr/>
        </p:nvCxnSpPr>
        <p:spPr>
          <a:xfrm>
            <a:off x="957469" y="1378103"/>
            <a:ext cx="10396331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9DC19298-694F-8CFF-3AAC-00B94D4AA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532" y="3053614"/>
            <a:ext cx="5420481" cy="218152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1F32973-C47E-568C-58FB-61CD2D3C3B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8586" y="2504872"/>
            <a:ext cx="3406214" cy="3279011"/>
          </a:xfrm>
          <a:prstGeom prst="rect">
            <a:avLst/>
          </a:prstGeom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B5029997-FB18-0527-2B85-A30BFB548088}"/>
              </a:ext>
            </a:extLst>
          </p:cNvPr>
          <p:cNvSpPr txBox="1">
            <a:spLocks/>
          </p:cNvSpPr>
          <p:nvPr/>
        </p:nvSpPr>
        <p:spPr>
          <a:xfrm>
            <a:off x="897834" y="1523808"/>
            <a:ext cx="10515600" cy="8145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Symbolic Execution in Dynamic Memory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Pointer address</a:t>
            </a:r>
          </a:p>
        </p:txBody>
      </p:sp>
    </p:spTree>
    <p:extLst>
      <p:ext uri="{BB962C8B-B14F-4D97-AF65-F5344CB8AC3E}">
        <p14:creationId xmlns:p14="http://schemas.microsoft.com/office/powerpoint/2010/main" val="3640735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16686-7ABE-E91E-E27E-9DF185A53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1C95EF-CB58-0356-0C47-F83EBC3F0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7196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06_angr_symbolic_dynamic_memory</a:t>
            </a:r>
            <a:endParaRPr lang="ko-KR" altLang="en-US" sz="4000" b="1">
              <a:latin typeface="Calibri" panose="020F0502020204030204" pitchFamily="34" charset="0"/>
              <a:ea typeface="KoPub돋움체 Bold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D59741-6189-7AB9-EA44-1DC397E1E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F363D-ADD6-4A54-A420-A4E675B7FD6A}" type="slidenum">
              <a:rPr lang="ko-KR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11</a:t>
            </a:fld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B14D0C0-3E1D-1433-D1D6-CF1A9DB5C4A8}"/>
              </a:ext>
            </a:extLst>
          </p:cNvPr>
          <p:cNvCxnSpPr>
            <a:cxnSpLocks/>
          </p:cNvCxnSpPr>
          <p:nvPr/>
        </p:nvCxnSpPr>
        <p:spPr>
          <a:xfrm>
            <a:off x="957469" y="1378103"/>
            <a:ext cx="10396331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90ADFF6D-F47E-0F84-C007-0D1B0ECA1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204" y="2484092"/>
            <a:ext cx="8897592" cy="2553056"/>
          </a:xfrm>
          <a:prstGeom prst="rect">
            <a:avLst/>
          </a:prstGeom>
        </p:spPr>
      </p:pic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0BF515C2-36AC-DE2C-3C67-F2EA6A188146}"/>
              </a:ext>
            </a:extLst>
          </p:cNvPr>
          <p:cNvSpPr txBox="1">
            <a:spLocks/>
          </p:cNvSpPr>
          <p:nvPr/>
        </p:nvSpPr>
        <p:spPr>
          <a:xfrm>
            <a:off x="897834" y="1523808"/>
            <a:ext cx="10515600" cy="8145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Symbolic Execution in Dynamic Memory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Pointer address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958E333-A039-7AA4-BD48-2E9042EAB9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7204" y="5334192"/>
            <a:ext cx="6163535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911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64F51-B903-B91D-9128-D01404811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1A1F12-D505-3348-E8EE-6A6132F89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7196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06_angr_symbolic_dynamic_memory</a:t>
            </a:r>
            <a:endParaRPr lang="ko-KR" altLang="en-US" sz="4000" b="1">
              <a:latin typeface="Calibri" panose="020F0502020204030204" pitchFamily="34" charset="0"/>
              <a:ea typeface="KoPub돋움체 Bold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C4822C-B55F-E263-0E0A-07230352E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F363D-ADD6-4A54-A420-A4E675B7FD6A}" type="slidenum">
              <a:rPr lang="ko-KR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12</a:t>
            </a:fld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AF1E33C-1255-5E33-A33B-12FA4323EDA0}"/>
              </a:ext>
            </a:extLst>
          </p:cNvPr>
          <p:cNvCxnSpPr>
            <a:cxnSpLocks/>
          </p:cNvCxnSpPr>
          <p:nvPr/>
        </p:nvCxnSpPr>
        <p:spPr>
          <a:xfrm>
            <a:off x="957469" y="1378103"/>
            <a:ext cx="10396331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6AEE3156-C3AC-A616-B830-AE72501EF9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781"/>
          <a:stretch>
            <a:fillRect/>
          </a:stretch>
        </p:blipFill>
        <p:spPr>
          <a:xfrm>
            <a:off x="520298" y="2398315"/>
            <a:ext cx="11270672" cy="1868885"/>
          </a:xfrm>
          <a:prstGeom prst="rect">
            <a:avLst/>
          </a:prstGeom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DB200CC8-EDED-DA00-242D-225AF23211D7}"/>
              </a:ext>
            </a:extLst>
          </p:cNvPr>
          <p:cNvSpPr txBox="1">
            <a:spLocks/>
          </p:cNvSpPr>
          <p:nvPr/>
        </p:nvSpPr>
        <p:spPr>
          <a:xfrm>
            <a:off x="897834" y="1523808"/>
            <a:ext cx="10515600" cy="8145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Symbolic Execution in Dynamic Memory</a:t>
            </a:r>
          </a:p>
          <a:p>
            <a:pPr lvl="1"/>
            <a:endParaRPr lang="en-US" altLang="ko-KR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90B5AEE-B0AF-94A5-1C4B-534A292CBE93}"/>
              </a:ext>
            </a:extLst>
          </p:cNvPr>
          <p:cNvSpPr/>
          <p:nvPr/>
        </p:nvSpPr>
        <p:spPr>
          <a:xfrm>
            <a:off x="678874" y="4080164"/>
            <a:ext cx="858982" cy="1870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82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A1808-8BA9-61FA-B39D-BBE07DBF3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8B5E6C-1058-D531-4137-ED356B891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7196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07_angr_symbolic_file</a:t>
            </a:r>
            <a:endParaRPr lang="ko-KR" altLang="en-US" sz="4000" b="1">
              <a:latin typeface="Calibri" panose="020F0502020204030204" pitchFamily="34" charset="0"/>
              <a:ea typeface="KoPub돋움체 Bold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7EB8C6-AC1F-0D04-C495-FE437DA27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F363D-ADD6-4A54-A420-A4E675B7FD6A}" type="slidenum">
              <a:rPr lang="ko-KR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13</a:t>
            </a:fld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35BCD9F-9E4E-6834-00FA-6955D03EF203}"/>
              </a:ext>
            </a:extLst>
          </p:cNvPr>
          <p:cNvCxnSpPr>
            <a:cxnSpLocks/>
          </p:cNvCxnSpPr>
          <p:nvPr/>
        </p:nvCxnSpPr>
        <p:spPr>
          <a:xfrm>
            <a:off x="957469" y="1433329"/>
            <a:ext cx="10396331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CAF248F6-6287-34D4-2E42-9B2660C96FC0}"/>
              </a:ext>
            </a:extLst>
          </p:cNvPr>
          <p:cNvSpPr txBox="1">
            <a:spLocks/>
          </p:cNvSpPr>
          <p:nvPr/>
        </p:nvSpPr>
        <p:spPr>
          <a:xfrm>
            <a:off x="897834" y="1523808"/>
            <a:ext cx="10515600" cy="15383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Treating Files (linux file, txt file, program, etc) as Symbolic Memory Regions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13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Symbolic Execution in file</a:t>
            </a:r>
          </a:p>
          <a:p>
            <a:pPr lvl="1"/>
            <a:r>
              <a:rPr lang="en-US" altLang="ko-K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 address: 0x08049567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A4AE6837-B3EA-E9BB-DB3E-C0205DA64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096" y="3993333"/>
            <a:ext cx="3439005" cy="600159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6232C261-4B75-EB4A-7AE8-64848F5E4F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1096" y="3367880"/>
            <a:ext cx="3439005" cy="428467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1298E84D-2329-9E7B-52F2-64DDD142EE1D}"/>
              </a:ext>
            </a:extLst>
          </p:cNvPr>
          <p:cNvGrpSpPr/>
          <p:nvPr/>
        </p:nvGrpSpPr>
        <p:grpSpPr>
          <a:xfrm>
            <a:off x="1460051" y="3278043"/>
            <a:ext cx="4944965" cy="2862407"/>
            <a:chOff x="1428126" y="2669942"/>
            <a:chExt cx="5941939" cy="3184028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1BBC7441-382C-A79F-54C2-A9BF552C71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28126" y="2669942"/>
              <a:ext cx="5941939" cy="3184028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023E1908-91F7-36F3-7A9D-48C0AEFD2D3B}"/>
                </a:ext>
              </a:extLst>
            </p:cNvPr>
            <p:cNvSpPr/>
            <p:nvPr/>
          </p:nvSpPr>
          <p:spPr>
            <a:xfrm>
              <a:off x="4441766" y="4779817"/>
              <a:ext cx="858982" cy="18010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17E98251-D527-3BEE-24E9-B6BCF2FB1CB4}"/>
              </a:ext>
            </a:extLst>
          </p:cNvPr>
          <p:cNvSpPr/>
          <p:nvPr/>
        </p:nvSpPr>
        <p:spPr>
          <a:xfrm>
            <a:off x="3968044" y="3912375"/>
            <a:ext cx="714857" cy="1619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9546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55F7A-6D24-BCAD-2F33-4F5424C83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4A75FB-13AC-C0D6-A944-879D58411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7196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07_angr_symbolic_file</a:t>
            </a:r>
            <a:endParaRPr lang="ko-KR" altLang="en-US" sz="4000" b="1">
              <a:latin typeface="Calibri" panose="020F0502020204030204" pitchFamily="34" charset="0"/>
              <a:ea typeface="KoPub돋움체 Bold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4851B7-2073-B763-2CD7-F5679CF31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F363D-ADD6-4A54-A420-A4E675B7FD6A}" type="slidenum">
              <a:rPr lang="ko-KR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14</a:t>
            </a:fld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9F8E2120-C10B-44B9-27F4-B256779599E1}"/>
              </a:ext>
            </a:extLst>
          </p:cNvPr>
          <p:cNvCxnSpPr>
            <a:cxnSpLocks/>
          </p:cNvCxnSpPr>
          <p:nvPr/>
        </p:nvCxnSpPr>
        <p:spPr>
          <a:xfrm>
            <a:off x="957469" y="1433329"/>
            <a:ext cx="10396331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8881C956-FE65-88A0-FCA0-BEFEEB7F15EF}"/>
              </a:ext>
            </a:extLst>
          </p:cNvPr>
          <p:cNvSpPr txBox="1">
            <a:spLocks/>
          </p:cNvSpPr>
          <p:nvPr/>
        </p:nvSpPr>
        <p:spPr>
          <a:xfrm>
            <a:off x="897834" y="1523808"/>
            <a:ext cx="10515600" cy="8145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Symbolic Execution in file</a:t>
            </a:r>
          </a:p>
          <a:p>
            <a:pPr lvl="1"/>
            <a:endParaRPr lang="en-US" altLang="ko-KR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14B0CD7-71DC-7204-41B9-7239FB636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573" y="2082079"/>
            <a:ext cx="8074931" cy="109061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55D21AB-1231-708F-5033-65BB94AEBB44}"/>
              </a:ext>
            </a:extLst>
          </p:cNvPr>
          <p:cNvSpPr txBox="1"/>
          <p:nvPr/>
        </p:nvSpPr>
        <p:spPr>
          <a:xfrm>
            <a:off x="1461573" y="3331367"/>
            <a:ext cx="71074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 a symbolic bitvector for the file's contents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 its contents to symbolic data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D4855E8-31F1-D38C-1409-4C809B3F9A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01" b="29900"/>
          <a:stretch>
            <a:fillRect/>
          </a:stretch>
        </p:blipFill>
        <p:spPr>
          <a:xfrm>
            <a:off x="5502807" y="3782291"/>
            <a:ext cx="5227620" cy="278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680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6DFC-5C72-80DE-DE05-724AE3FBD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37C8C1-AF2D-0B08-6476-627319912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7196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07_angr_symbolic_file</a:t>
            </a:r>
            <a:endParaRPr lang="ko-KR" altLang="en-US" sz="4000" b="1">
              <a:latin typeface="Calibri" panose="020F0502020204030204" pitchFamily="34" charset="0"/>
              <a:ea typeface="KoPub돋움체 Bold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0A02FF-B39A-E8C6-BC81-DE46C57FC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F363D-ADD6-4A54-A420-A4E675B7FD6A}" type="slidenum">
              <a:rPr lang="ko-KR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15</a:t>
            </a:fld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06E719A-37DF-D3A2-7317-F9BC39FFA143}"/>
              </a:ext>
            </a:extLst>
          </p:cNvPr>
          <p:cNvCxnSpPr>
            <a:cxnSpLocks/>
          </p:cNvCxnSpPr>
          <p:nvPr/>
        </p:nvCxnSpPr>
        <p:spPr>
          <a:xfrm>
            <a:off x="957469" y="1433329"/>
            <a:ext cx="10396331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9C6594DE-9835-AD4D-7D0F-5458C6527422}"/>
              </a:ext>
            </a:extLst>
          </p:cNvPr>
          <p:cNvSpPr txBox="1">
            <a:spLocks/>
          </p:cNvSpPr>
          <p:nvPr/>
        </p:nvSpPr>
        <p:spPr>
          <a:xfrm>
            <a:off x="897834" y="1523808"/>
            <a:ext cx="10515600" cy="8145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Symbolic Execution in file</a:t>
            </a:r>
          </a:p>
          <a:p>
            <a:pPr lvl="1"/>
            <a:endParaRPr lang="en-US" altLang="ko-KR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7B737-5258-81F7-518E-F38E679A5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572" y="2299833"/>
            <a:ext cx="10526594" cy="1390844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28458B1E-FFF4-8EEB-B5AD-3BCF6DC89536}"/>
              </a:ext>
            </a:extLst>
          </p:cNvPr>
          <p:cNvSpPr/>
          <p:nvPr/>
        </p:nvSpPr>
        <p:spPr>
          <a:xfrm>
            <a:off x="897833" y="3214255"/>
            <a:ext cx="1055657" cy="2147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7348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B5A46-FA0B-C376-1FD3-6E4657F45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F346CB91-33F1-6425-4335-88B64EFD2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834" y="1523808"/>
            <a:ext cx="10515600" cy="492429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Detecting Hardcoded Backdoors via Symbolic Execution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Adversary: Malicious internal developer</a:t>
            </a:r>
          </a:p>
          <a:p>
            <a:pPr>
              <a:lnSpc>
                <a:spcPct val="150000"/>
              </a:lnSpc>
            </a:pPr>
            <a:r>
              <a:rPr lang="en-US" altLang="ko-KR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Inputting the secret Key grants immediate system shell access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FE402EC-4AED-E00A-FC87-04798BEE5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7196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Practice</a:t>
            </a:r>
            <a:endParaRPr lang="ko-KR" altLang="en-US" sz="4000" b="1">
              <a:latin typeface="Calibri" panose="020F0502020204030204" pitchFamily="34" charset="0"/>
              <a:ea typeface="KoPub돋움체 Bold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98309C-BB32-03EA-A959-71BFCF45D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F363D-ADD6-4A54-A420-A4E675B7FD6A}" type="slidenum">
              <a:rPr lang="ko-KR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16</a:t>
            </a:fld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E90F98-8068-36CA-8DF5-475C19E92732}"/>
              </a:ext>
            </a:extLst>
          </p:cNvPr>
          <p:cNvCxnSpPr>
            <a:cxnSpLocks/>
          </p:cNvCxnSpPr>
          <p:nvPr/>
        </p:nvCxnSpPr>
        <p:spPr>
          <a:xfrm>
            <a:off x="957469" y="1378103"/>
            <a:ext cx="10396331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67947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0C75C-766E-DB11-99E1-318B886EC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0A2C0BF8-04E9-CCAF-BB07-59F0C24A5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834" y="1523808"/>
            <a:ext cx="10515600" cy="4924290"/>
          </a:xfrm>
        </p:spPr>
        <p:txBody>
          <a:bodyPr>
            <a:normAutofit/>
          </a:bodyPr>
          <a:lstStyle/>
          <a:p>
            <a:r>
              <a:rPr lang="en-US" altLang="ko-KR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 the Start address and input address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405CD2-7397-C9DB-3BF9-F38B6768E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7196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Practice</a:t>
            </a:r>
            <a:endParaRPr lang="ko-KR" altLang="en-US" sz="4000" b="1">
              <a:latin typeface="Calibri" panose="020F0502020204030204" pitchFamily="34" charset="0"/>
              <a:ea typeface="KoPub돋움체 Bold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4494C3-A6CE-EB8B-E13E-42F588797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F363D-ADD6-4A54-A420-A4E675B7FD6A}" type="slidenum">
              <a:rPr lang="ko-KR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17</a:t>
            </a:fld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94D85E53-FB34-55C1-65E6-638000ED6987}"/>
              </a:ext>
            </a:extLst>
          </p:cNvPr>
          <p:cNvCxnSpPr>
            <a:cxnSpLocks/>
          </p:cNvCxnSpPr>
          <p:nvPr/>
        </p:nvCxnSpPr>
        <p:spPr>
          <a:xfrm>
            <a:off x="957469" y="1378103"/>
            <a:ext cx="10396331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A7C73E8D-9FAC-238D-A623-A3ACAD0D55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763"/>
          <a:stretch>
            <a:fillRect/>
          </a:stretch>
        </p:blipFill>
        <p:spPr>
          <a:xfrm>
            <a:off x="1075233" y="2099637"/>
            <a:ext cx="7535367" cy="193079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2E2C81F-5E26-31DF-8611-71AA057CB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233" y="4418231"/>
            <a:ext cx="7160117" cy="848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5338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2E41D-6855-2ED9-AE7A-1F5DE45F2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A7F21DD1-93B7-82FC-6311-B00857231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834" y="1523808"/>
            <a:ext cx="10515600" cy="4924290"/>
          </a:xfrm>
        </p:spPr>
        <p:txBody>
          <a:bodyPr>
            <a:normAutofit/>
          </a:bodyPr>
          <a:lstStyle/>
          <a:p>
            <a:r>
              <a:rPr lang="en-US" altLang="ko-KR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(1) Find the function</a:t>
            </a:r>
          </a:p>
          <a:p>
            <a:pPr lvl="1"/>
            <a:r>
              <a:rPr lang="en-US" altLang="ko-K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simulation.explore(</a:t>
            </a:r>
            <a:r>
              <a:rPr lang="en-US" altLang="ko-KR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</a:t>
            </a:r>
            <a:r>
              <a:rPr lang="en-US" altLang="ko-K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=is_successful, </a:t>
            </a:r>
            <a:r>
              <a:rPr lang="en-US" altLang="ko-KR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avoid</a:t>
            </a:r>
            <a:r>
              <a:rPr lang="en-US" altLang="ko-K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=should_abort, </a:t>
            </a:r>
            <a:r>
              <a:rPr lang="en-US" altLang="ko-KR" i="1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num_find</a:t>
            </a:r>
            <a:r>
              <a:rPr lang="en-US" altLang="ko-KR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=3</a:t>
            </a:r>
            <a:r>
              <a:rPr lang="en-US" altLang="ko-K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endParaRPr lang="en-US" altLang="ko-KR" sz="16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16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16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16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(2) Find the command</a:t>
            </a:r>
            <a:endParaRPr lang="en-US" altLang="ko-KR" sz="32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3151D5F-C378-5960-BEC0-17A8B9D7F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7196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Practice</a:t>
            </a:r>
            <a:endParaRPr lang="ko-KR" altLang="en-US" sz="4000" b="1">
              <a:latin typeface="Calibri" panose="020F0502020204030204" pitchFamily="34" charset="0"/>
              <a:ea typeface="KoPub돋움체 Bold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B71800-30B6-D0DE-AC97-6FBD0ABE1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F363D-ADD6-4A54-A420-A4E675B7FD6A}" type="slidenum">
              <a:rPr lang="ko-KR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18</a:t>
            </a:fld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A403E15-29A7-18B2-FF02-DE8A61284ADC}"/>
              </a:ext>
            </a:extLst>
          </p:cNvPr>
          <p:cNvCxnSpPr>
            <a:cxnSpLocks/>
          </p:cNvCxnSpPr>
          <p:nvPr/>
        </p:nvCxnSpPr>
        <p:spPr>
          <a:xfrm>
            <a:off x="957469" y="1378103"/>
            <a:ext cx="10396331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BA200D43-872D-F672-ED0A-BD98359C8A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868" t="880" r="18835" b="80759"/>
          <a:stretch>
            <a:fillRect/>
          </a:stretch>
        </p:blipFill>
        <p:spPr>
          <a:xfrm>
            <a:off x="1204004" y="2469011"/>
            <a:ext cx="9783992" cy="65766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22F340E-56D0-620E-91B5-6C79DB747A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920" y="4196865"/>
            <a:ext cx="5214210" cy="91337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4392190-C3C1-BE8A-4E01-830562F8E3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7679" y="5427832"/>
            <a:ext cx="9735909" cy="42868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3916D0F-2B80-5B95-A6BF-D781E8979C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2170" y="4196865"/>
            <a:ext cx="4624414" cy="113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2729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C73B8-B826-E40C-517E-7F374E429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CE31AFD7-F20A-E8E3-37CB-ABE181828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834" y="1523808"/>
            <a:ext cx="10515600" cy="4924290"/>
          </a:xfrm>
        </p:spPr>
        <p:txBody>
          <a:bodyPr>
            <a:normAutofit/>
          </a:bodyPr>
          <a:lstStyle/>
          <a:p>
            <a:r>
              <a:rPr lang="en-US" altLang="ko-KR" sz="2400" b="1"/>
              <a:t>Authentication Bypass &amp; Privilege Escalation</a:t>
            </a:r>
            <a:endParaRPr lang="en-US" altLang="ko-KR" sz="1600" b="1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AADD5DB-498E-7EBD-6A3E-3642B2D83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7196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Practice</a:t>
            </a:r>
            <a:endParaRPr lang="ko-KR" altLang="en-US" sz="4000" b="1">
              <a:latin typeface="Calibri" panose="020F0502020204030204" pitchFamily="34" charset="0"/>
              <a:ea typeface="KoPub돋움체 Bold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E821C0-71A7-356D-9571-2B9A78558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F363D-ADD6-4A54-A420-A4E675B7FD6A}" type="slidenum">
              <a:rPr lang="ko-KR" altLang="en-US" smtClean="0"/>
              <a:t>19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8B35B99-3302-E6AC-D035-32D6C7366986}"/>
              </a:ext>
            </a:extLst>
          </p:cNvPr>
          <p:cNvCxnSpPr>
            <a:cxnSpLocks/>
          </p:cNvCxnSpPr>
          <p:nvPr/>
        </p:nvCxnSpPr>
        <p:spPr>
          <a:xfrm>
            <a:off x="957469" y="1378103"/>
            <a:ext cx="10396331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90941CF0-BE66-8A04-AC66-7B1F730CD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50" y="2212745"/>
            <a:ext cx="10172700" cy="1647825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AE23BF49-52A4-DD0B-89F1-F4F483771505}"/>
              </a:ext>
            </a:extLst>
          </p:cNvPr>
          <p:cNvSpPr/>
          <p:nvPr/>
        </p:nvSpPr>
        <p:spPr>
          <a:xfrm>
            <a:off x="1009650" y="3622272"/>
            <a:ext cx="501475" cy="2147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E476ACD-36B1-64C9-D0F4-41FEBE0D546E}"/>
              </a:ext>
            </a:extLst>
          </p:cNvPr>
          <p:cNvSpPr/>
          <p:nvPr/>
        </p:nvSpPr>
        <p:spPr>
          <a:xfrm>
            <a:off x="10398817" y="3429000"/>
            <a:ext cx="673099" cy="2147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893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-Cambria">
      <a:majorFont>
        <a:latin typeface="Calibri" panose="020F0502020204030204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8717</TotalTime>
  <Words>598</Words>
  <Application>Microsoft Office PowerPoint</Application>
  <PresentationFormat>와이드스크린</PresentationFormat>
  <Paragraphs>140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6" baseType="lpstr">
      <vt:lpstr>KoPub돋움체 Medium</vt:lpstr>
      <vt:lpstr>맑은 고딕</vt:lpstr>
      <vt:lpstr>Arial</vt:lpstr>
      <vt:lpstr>Calibri</vt:lpstr>
      <vt:lpstr>Cambria</vt:lpstr>
      <vt:lpstr>Wingdings</vt:lpstr>
      <vt:lpstr>Office 테마</vt:lpstr>
      <vt:lpstr>Fuzzing and Symbolic Execution </vt:lpstr>
      <vt:lpstr>Previous</vt:lpstr>
      <vt:lpstr>05_angr_symbolic_memory</vt:lpstr>
      <vt:lpstr>05_angr_symbolic_memory</vt:lpstr>
      <vt:lpstr>05_angr_symbolic_memory</vt:lpstr>
      <vt:lpstr>05_angr_symbolic_memory</vt:lpstr>
      <vt:lpstr>05_angr_symbolic_memory</vt:lpstr>
      <vt:lpstr>06_angr_symbolic_dynamic_memory</vt:lpstr>
      <vt:lpstr>06_angr_symbolic_dynamic_memory</vt:lpstr>
      <vt:lpstr>06_angr_symbolic_dynamic_memory</vt:lpstr>
      <vt:lpstr>06_angr_symbolic_dynamic_memory</vt:lpstr>
      <vt:lpstr>06_angr_symbolic_dynamic_memory</vt:lpstr>
      <vt:lpstr>07_angr_symbolic_file</vt:lpstr>
      <vt:lpstr>07_angr_symbolic_file</vt:lpstr>
      <vt:lpstr>07_angr_symbolic_file</vt:lpstr>
      <vt:lpstr>Practice</vt:lpstr>
      <vt:lpstr>Practice</vt:lpstr>
      <vt:lpstr>Practice</vt:lpstr>
      <vt:lpstr>Practice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bangsukyeong</dc:creator>
  <cp:lastModifiedBy>bangsukyeong</cp:lastModifiedBy>
  <cp:revision>1</cp:revision>
  <dcterms:created xsi:type="dcterms:W3CDTF">2025-09-02T05:28:17Z</dcterms:created>
  <dcterms:modified xsi:type="dcterms:W3CDTF">2026-03-23T07:25:43Z</dcterms:modified>
</cp:coreProperties>
</file>