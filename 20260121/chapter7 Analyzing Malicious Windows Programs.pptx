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31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94" r:id="rId33"/>
    <p:sldId id="289" r:id="rId34"/>
    <p:sldId id="290" r:id="rId35"/>
    <p:sldId id="292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291" r:id="rId5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C2E922-CB1F-452A-AFDC-BB7CB3C7C406}" v="257" dt="2026-01-21T02:09:47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68" y="62"/>
      </p:cViewPr>
      <p:guideLst/>
    </p:cSldViewPr>
  </p:slideViewPr>
  <p:notesTextViewPr>
    <p:cViewPr>
      <p:scale>
        <a:sx n="1" d="1"/>
        <a:sy n="1" d="1"/>
      </p:scale>
      <p:origin x="0" y="-14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 jun jang" userId="1cf573f1aa69da6f" providerId="LiveId" clId="{89B23E7C-3D6A-4CD3-9756-89B8C464AAAD}"/>
    <pc:docChg chg="undo custSel addSld delSld modSld sldOrd">
      <pc:chgData name="hee jun jang" userId="1cf573f1aa69da6f" providerId="LiveId" clId="{89B23E7C-3D6A-4CD3-9756-89B8C464AAAD}" dt="2026-01-21T03:12:14.082" v="24020" actId="20577"/>
      <pc:docMkLst>
        <pc:docMk/>
      </pc:docMkLst>
      <pc:sldChg chg="addSp modSp mod modNotesTx">
        <pc:chgData name="hee jun jang" userId="1cf573f1aa69da6f" providerId="LiveId" clId="{89B23E7C-3D6A-4CD3-9756-89B8C464AAAD}" dt="2026-01-20T09:16:24.798" v="18397" actId="20577"/>
        <pc:sldMkLst>
          <pc:docMk/>
          <pc:sldMk cId="3805768428" sldId="257"/>
        </pc:sldMkLst>
        <pc:spChg chg="mod">
          <ac:chgData name="hee jun jang" userId="1cf573f1aa69da6f" providerId="LiveId" clId="{89B23E7C-3D6A-4CD3-9756-89B8C464AAAD}" dt="2026-01-19T03:44:26.111" v="209" actId="20577"/>
          <ac:spMkLst>
            <pc:docMk/>
            <pc:sldMk cId="3805768428" sldId="257"/>
            <ac:spMk id="2" creationId="{00000000-0000-0000-0000-000000000000}"/>
          </ac:spMkLst>
        </pc:spChg>
        <pc:spChg chg="mod">
          <ac:chgData name="hee jun jang" userId="1cf573f1aa69da6f" providerId="LiveId" clId="{89B23E7C-3D6A-4CD3-9756-89B8C464AAAD}" dt="2026-01-20T07:49:43.791" v="15911" actId="20577"/>
          <ac:spMkLst>
            <pc:docMk/>
            <pc:sldMk cId="3805768428" sldId="257"/>
            <ac:spMk id="3" creationId="{00000000-0000-0000-0000-000000000000}"/>
          </ac:spMkLst>
        </pc:spChg>
        <pc:spChg chg="add mod">
          <ac:chgData name="hee jun jang" userId="1cf573f1aa69da6f" providerId="LiveId" clId="{89B23E7C-3D6A-4CD3-9756-89B8C464AAAD}" dt="2026-01-19T05:51:05.021" v="3471" actId="20577"/>
          <ac:spMkLst>
            <pc:docMk/>
            <pc:sldMk cId="3805768428" sldId="257"/>
            <ac:spMk id="6" creationId="{10CAAABE-C525-DE14-D987-82DCC6C4BA53}"/>
          </ac:spMkLst>
        </pc:spChg>
      </pc:sldChg>
      <pc:sldChg chg="modSp mod">
        <pc:chgData name="hee jun jang" userId="1cf573f1aa69da6f" providerId="LiveId" clId="{89B23E7C-3D6A-4CD3-9756-89B8C464AAAD}" dt="2026-01-20T07:44:47.794" v="15517" actId="14100"/>
        <pc:sldMkLst>
          <pc:docMk/>
          <pc:sldMk cId="3160630702" sldId="258"/>
        </pc:sldMkLst>
        <pc:spChg chg="mod">
          <ac:chgData name="hee jun jang" userId="1cf573f1aa69da6f" providerId="LiveId" clId="{89B23E7C-3D6A-4CD3-9756-89B8C464AAAD}" dt="2026-01-20T07:44:47.794" v="15517" actId="14100"/>
          <ac:spMkLst>
            <pc:docMk/>
            <pc:sldMk cId="3160630702" sldId="258"/>
            <ac:spMk id="6" creationId="{00000000-0000-0000-0000-000000000000}"/>
          </ac:spMkLst>
        </pc:spChg>
        <pc:spChg chg="mod">
          <ac:chgData name="hee jun jang" userId="1cf573f1aa69da6f" providerId="LiveId" clId="{89B23E7C-3D6A-4CD3-9756-89B8C464AAAD}" dt="2026-01-19T03:39:14.620" v="173" actId="27636"/>
          <ac:spMkLst>
            <pc:docMk/>
            <pc:sldMk cId="3160630702" sldId="258"/>
            <ac:spMk id="7" creationId="{00000000-0000-0000-0000-000000000000}"/>
          </ac:spMkLst>
        </pc:spChg>
      </pc:sldChg>
      <pc:sldChg chg="modSp new mod">
        <pc:chgData name="hee jun jang" userId="1cf573f1aa69da6f" providerId="LiveId" clId="{89B23E7C-3D6A-4CD3-9756-89B8C464AAAD}" dt="2026-01-21T00:17:28.580" v="23112" actId="20577"/>
        <pc:sldMkLst>
          <pc:docMk/>
          <pc:sldMk cId="1339631303" sldId="259"/>
        </pc:sldMkLst>
        <pc:spChg chg="mod">
          <ac:chgData name="hee jun jang" userId="1cf573f1aa69da6f" providerId="LiveId" clId="{89B23E7C-3D6A-4CD3-9756-89B8C464AAAD}" dt="2026-01-19T03:54:55.607" v="605" actId="20577"/>
          <ac:spMkLst>
            <pc:docMk/>
            <pc:sldMk cId="1339631303" sldId="259"/>
            <ac:spMk id="2" creationId="{4F9BF8C5-A1DA-C6DF-BE1D-3CBE4BBCC741}"/>
          </ac:spMkLst>
        </pc:spChg>
        <pc:spChg chg="mod">
          <ac:chgData name="hee jun jang" userId="1cf573f1aa69da6f" providerId="LiveId" clId="{89B23E7C-3D6A-4CD3-9756-89B8C464AAAD}" dt="2026-01-21T00:17:28.580" v="23112" actId="20577"/>
          <ac:spMkLst>
            <pc:docMk/>
            <pc:sldMk cId="1339631303" sldId="259"/>
            <ac:spMk id="3" creationId="{25BA9BF0-42EA-BAFF-7221-4D4E6012B8A1}"/>
          </ac:spMkLst>
        </pc:spChg>
      </pc:sldChg>
      <pc:sldChg chg="modSp new mod">
        <pc:chgData name="hee jun jang" userId="1cf573f1aa69da6f" providerId="LiveId" clId="{89B23E7C-3D6A-4CD3-9756-89B8C464AAAD}" dt="2026-01-20T09:08:37.392" v="17959" actId="947"/>
        <pc:sldMkLst>
          <pc:docMk/>
          <pc:sldMk cId="637415774" sldId="260"/>
        </pc:sldMkLst>
        <pc:spChg chg="mod">
          <ac:chgData name="hee jun jang" userId="1cf573f1aa69da6f" providerId="LiveId" clId="{89B23E7C-3D6A-4CD3-9756-89B8C464AAAD}" dt="2026-01-19T03:58:14.286" v="658" actId="20577"/>
          <ac:spMkLst>
            <pc:docMk/>
            <pc:sldMk cId="637415774" sldId="260"/>
            <ac:spMk id="2" creationId="{7400499E-7DD2-B6C0-2A14-7D8C351F7A4C}"/>
          </ac:spMkLst>
        </pc:spChg>
        <pc:spChg chg="mod">
          <ac:chgData name="hee jun jang" userId="1cf573f1aa69da6f" providerId="LiveId" clId="{89B23E7C-3D6A-4CD3-9756-89B8C464AAAD}" dt="2026-01-20T09:08:37.392" v="17959" actId="947"/>
          <ac:spMkLst>
            <pc:docMk/>
            <pc:sldMk cId="637415774" sldId="260"/>
            <ac:spMk id="3" creationId="{9AD9B777-B7B3-A511-32EA-60E37B29F183}"/>
          </ac:spMkLst>
        </pc:spChg>
      </pc:sldChg>
      <pc:sldChg chg="modSp new del mod ord modNotesTx">
        <pc:chgData name="hee jun jang" userId="1cf573f1aa69da6f" providerId="LiveId" clId="{89B23E7C-3D6A-4CD3-9756-89B8C464AAAD}" dt="2026-01-21T01:39:37.896" v="23715" actId="47"/>
        <pc:sldMkLst>
          <pc:docMk/>
          <pc:sldMk cId="701925351" sldId="261"/>
        </pc:sldMkLst>
      </pc:sldChg>
      <pc:sldChg chg="addSp delSp modSp new mod modNotesTx">
        <pc:chgData name="hee jun jang" userId="1cf573f1aa69da6f" providerId="LiveId" clId="{89B23E7C-3D6A-4CD3-9756-89B8C464AAAD}" dt="2026-01-20T08:47:47.254" v="17295" actId="20577"/>
        <pc:sldMkLst>
          <pc:docMk/>
          <pc:sldMk cId="3864334035" sldId="262"/>
        </pc:sldMkLst>
        <pc:spChg chg="mod">
          <ac:chgData name="hee jun jang" userId="1cf573f1aa69da6f" providerId="LiveId" clId="{89B23E7C-3D6A-4CD3-9756-89B8C464AAAD}" dt="2026-01-20T08:47:47.254" v="17295" actId="20577"/>
          <ac:spMkLst>
            <pc:docMk/>
            <pc:sldMk cId="3864334035" sldId="262"/>
            <ac:spMk id="2" creationId="{2EC01347-EB88-69DD-8E19-795B662AAA81}"/>
          </ac:spMkLst>
        </pc:spChg>
        <pc:picChg chg="add mod ord">
          <ac:chgData name="hee jun jang" userId="1cf573f1aa69da6f" providerId="LiveId" clId="{89B23E7C-3D6A-4CD3-9756-89B8C464AAAD}" dt="2026-01-19T05:15:47.642" v="2053" actId="167"/>
          <ac:picMkLst>
            <pc:docMk/>
            <pc:sldMk cId="3864334035" sldId="262"/>
            <ac:picMk id="7" creationId="{907C6DBE-968B-F293-5BFF-417F4CAE2989}"/>
          </ac:picMkLst>
        </pc:picChg>
      </pc:sldChg>
      <pc:sldChg chg="addSp modSp new mod modNotesTx">
        <pc:chgData name="hee jun jang" userId="1cf573f1aa69da6f" providerId="LiveId" clId="{89B23E7C-3D6A-4CD3-9756-89B8C464AAAD}" dt="2026-01-20T08:58:48.005" v="17807" actId="20577"/>
        <pc:sldMkLst>
          <pc:docMk/>
          <pc:sldMk cId="1546938910" sldId="263"/>
        </pc:sldMkLst>
        <pc:spChg chg="mod">
          <ac:chgData name="hee jun jang" userId="1cf573f1aa69da6f" providerId="LiveId" clId="{89B23E7C-3D6A-4CD3-9756-89B8C464AAAD}" dt="2026-01-19T06:33:03.764" v="4416" actId="20577"/>
          <ac:spMkLst>
            <pc:docMk/>
            <pc:sldMk cId="1546938910" sldId="263"/>
            <ac:spMk id="2" creationId="{BD894A6B-4B36-EC16-87F1-BC49BCB7D15D}"/>
          </ac:spMkLst>
        </pc:spChg>
        <pc:spChg chg="mod">
          <ac:chgData name="hee jun jang" userId="1cf573f1aa69da6f" providerId="LiveId" clId="{89B23E7C-3D6A-4CD3-9756-89B8C464AAAD}" dt="2026-01-19T06:16:36.178" v="4112" actId="20577"/>
          <ac:spMkLst>
            <pc:docMk/>
            <pc:sldMk cId="1546938910" sldId="263"/>
            <ac:spMk id="3" creationId="{A87B3EE7-FC27-4FA2-0892-CAC88578885F}"/>
          </ac:spMkLst>
        </pc:spChg>
        <pc:spChg chg="add mod">
          <ac:chgData name="hee jun jang" userId="1cf573f1aa69da6f" providerId="LiveId" clId="{89B23E7C-3D6A-4CD3-9756-89B8C464AAAD}" dt="2026-01-19T06:03:05.068" v="3594" actId="6549"/>
          <ac:spMkLst>
            <pc:docMk/>
            <pc:sldMk cId="1546938910" sldId="263"/>
            <ac:spMk id="6" creationId="{8E32CA55-D8EB-2D68-A7A9-8BA0161FECA0}"/>
          </ac:spMkLst>
        </pc:spChg>
        <pc:spChg chg="add mod">
          <ac:chgData name="hee jun jang" userId="1cf573f1aa69da6f" providerId="LiveId" clId="{89B23E7C-3D6A-4CD3-9756-89B8C464AAAD}" dt="2026-01-19T06:17:44.192" v="4116" actId="208"/>
          <ac:spMkLst>
            <pc:docMk/>
            <pc:sldMk cId="1546938910" sldId="263"/>
            <ac:spMk id="7" creationId="{6A617F5A-D3B3-5C37-67B7-65C6B64DEFF9}"/>
          </ac:spMkLst>
        </pc:spChg>
        <pc:spChg chg="add mod">
          <ac:chgData name="hee jun jang" userId="1cf573f1aa69da6f" providerId="LiveId" clId="{89B23E7C-3D6A-4CD3-9756-89B8C464AAAD}" dt="2026-01-19T06:31:06.931" v="4224" actId="20577"/>
          <ac:spMkLst>
            <pc:docMk/>
            <pc:sldMk cId="1546938910" sldId="263"/>
            <ac:spMk id="8" creationId="{84ED1103-E6BB-769C-4A0B-1FAABE4E1CE9}"/>
          </ac:spMkLst>
        </pc:spChg>
        <pc:cxnChg chg="add mod">
          <ac:chgData name="hee jun jang" userId="1cf573f1aa69da6f" providerId="LiveId" clId="{89B23E7C-3D6A-4CD3-9756-89B8C464AAAD}" dt="2026-01-19T06:19:19.107" v="4222" actId="208"/>
          <ac:cxnSpMkLst>
            <pc:docMk/>
            <pc:sldMk cId="1546938910" sldId="263"/>
            <ac:cxnSpMk id="10" creationId="{DAF7938D-8D4E-8463-4361-C44145438D22}"/>
          </ac:cxnSpMkLst>
        </pc:cxnChg>
      </pc:sldChg>
      <pc:sldChg chg="modSp new mod modNotesTx">
        <pc:chgData name="hee jun jang" userId="1cf573f1aa69da6f" providerId="LiveId" clId="{89B23E7C-3D6A-4CD3-9756-89B8C464AAAD}" dt="2026-01-21T02:14:16.564" v="23745" actId="27636"/>
        <pc:sldMkLst>
          <pc:docMk/>
          <pc:sldMk cId="1908811653" sldId="264"/>
        </pc:sldMkLst>
        <pc:spChg chg="mod">
          <ac:chgData name="hee jun jang" userId="1cf573f1aa69da6f" providerId="LiveId" clId="{89B23E7C-3D6A-4CD3-9756-89B8C464AAAD}" dt="2026-01-19T06:32:56.888" v="4414" actId="20577"/>
          <ac:spMkLst>
            <pc:docMk/>
            <pc:sldMk cId="1908811653" sldId="264"/>
            <ac:spMk id="2" creationId="{7C1B190F-25F5-2E26-6F01-C208204E0C04}"/>
          </ac:spMkLst>
        </pc:spChg>
        <pc:spChg chg="mod">
          <ac:chgData name="hee jun jang" userId="1cf573f1aa69da6f" providerId="LiveId" clId="{89B23E7C-3D6A-4CD3-9756-89B8C464AAAD}" dt="2026-01-21T02:14:16.564" v="23745" actId="27636"/>
          <ac:spMkLst>
            <pc:docMk/>
            <pc:sldMk cId="1908811653" sldId="264"/>
            <ac:spMk id="3" creationId="{98A08F05-3AE6-E14A-7216-5C55C15BC1C4}"/>
          </ac:spMkLst>
        </pc:spChg>
      </pc:sldChg>
      <pc:sldChg chg="addSp delSp modSp new mod">
        <pc:chgData name="hee jun jang" userId="1cf573f1aa69da6f" providerId="LiveId" clId="{89B23E7C-3D6A-4CD3-9756-89B8C464AAAD}" dt="2026-01-21T00:43:06.196" v="23530" actId="21"/>
        <pc:sldMkLst>
          <pc:docMk/>
          <pc:sldMk cId="3374872500" sldId="265"/>
        </pc:sldMkLst>
        <pc:spChg chg="mod">
          <ac:chgData name="hee jun jang" userId="1cf573f1aa69da6f" providerId="LiveId" clId="{89B23E7C-3D6A-4CD3-9756-89B8C464AAAD}" dt="2026-01-19T08:09:13.415" v="7263" actId="20577"/>
          <ac:spMkLst>
            <pc:docMk/>
            <pc:sldMk cId="3374872500" sldId="265"/>
            <ac:spMk id="2" creationId="{9C0D558B-76CC-45ED-D3A0-12BCB7F0B161}"/>
          </ac:spMkLst>
        </pc:spChg>
        <pc:spChg chg="mod">
          <ac:chgData name="hee jun jang" userId="1cf573f1aa69da6f" providerId="LiveId" clId="{89B23E7C-3D6A-4CD3-9756-89B8C464AAAD}" dt="2026-01-21T00:35:33.809" v="23435" actId="20577"/>
          <ac:spMkLst>
            <pc:docMk/>
            <pc:sldMk cId="3374872500" sldId="265"/>
            <ac:spMk id="3" creationId="{CF215EE0-847E-6235-9B1A-202B9039C50E}"/>
          </ac:spMkLst>
        </pc:spChg>
        <pc:spChg chg="add mod">
          <ac:chgData name="hee jun jang" userId="1cf573f1aa69da6f" providerId="LiveId" clId="{89B23E7C-3D6A-4CD3-9756-89B8C464AAAD}" dt="2026-01-19T08:09:00.214" v="7259" actId="6549"/>
          <ac:spMkLst>
            <pc:docMk/>
            <pc:sldMk cId="3374872500" sldId="265"/>
            <ac:spMk id="6" creationId="{43AC4E60-B1F2-D2E2-680E-CB6FB1EB66DB}"/>
          </ac:spMkLst>
        </pc:spChg>
        <pc:spChg chg="add del mod">
          <ac:chgData name="hee jun jang" userId="1cf573f1aa69da6f" providerId="LiveId" clId="{89B23E7C-3D6A-4CD3-9756-89B8C464AAAD}" dt="2026-01-21T00:43:06.196" v="23530" actId="21"/>
          <ac:spMkLst>
            <pc:docMk/>
            <pc:sldMk cId="3374872500" sldId="265"/>
            <ac:spMk id="7" creationId="{CB588F94-1834-2A27-771A-B388F63613B5}"/>
          </ac:spMkLst>
        </pc:spChg>
        <pc:spChg chg="add mod">
          <ac:chgData name="hee jun jang" userId="1cf573f1aa69da6f" providerId="LiveId" clId="{89B23E7C-3D6A-4CD3-9756-89B8C464AAAD}" dt="2026-01-21T00:42:47.425" v="23526"/>
          <ac:spMkLst>
            <pc:docMk/>
            <pc:sldMk cId="3374872500" sldId="265"/>
            <ac:spMk id="8" creationId="{F1F56008-7491-C0F5-3CEF-1215483F2FB7}"/>
          </ac:spMkLst>
        </pc:spChg>
        <pc:spChg chg="add mod">
          <ac:chgData name="hee jun jang" userId="1cf573f1aa69da6f" providerId="LiveId" clId="{89B23E7C-3D6A-4CD3-9756-89B8C464AAAD}" dt="2026-01-21T00:42:59.968" v="23527"/>
          <ac:spMkLst>
            <pc:docMk/>
            <pc:sldMk cId="3374872500" sldId="265"/>
            <ac:spMk id="9" creationId="{6096518D-4AC5-5B30-8B00-EA9D28184D7D}"/>
          </ac:spMkLst>
        </pc:spChg>
        <pc:spChg chg="add del mod">
          <ac:chgData name="hee jun jang" userId="1cf573f1aa69da6f" providerId="LiveId" clId="{89B23E7C-3D6A-4CD3-9756-89B8C464AAAD}" dt="2026-01-21T00:43:04.723" v="23529" actId="478"/>
          <ac:spMkLst>
            <pc:docMk/>
            <pc:sldMk cId="3374872500" sldId="265"/>
            <ac:spMk id="10" creationId="{F8C75906-8F1D-C8B2-7417-39F29ECDAA25}"/>
          </ac:spMkLst>
        </pc:spChg>
      </pc:sldChg>
      <pc:sldChg chg="addSp delSp modSp new mod modNotesTx">
        <pc:chgData name="hee jun jang" userId="1cf573f1aa69da6f" providerId="LiveId" clId="{89B23E7C-3D6A-4CD3-9756-89B8C464AAAD}" dt="2026-01-19T08:12:11.148" v="7419" actId="20577"/>
        <pc:sldMkLst>
          <pc:docMk/>
          <pc:sldMk cId="3991774385" sldId="266"/>
        </pc:sldMkLst>
        <pc:spChg chg="mod">
          <ac:chgData name="hee jun jang" userId="1cf573f1aa69da6f" providerId="LiveId" clId="{89B23E7C-3D6A-4CD3-9756-89B8C464AAAD}" dt="2026-01-19T07:25:30.462" v="5898" actId="20577"/>
          <ac:spMkLst>
            <pc:docMk/>
            <pc:sldMk cId="3991774385" sldId="266"/>
            <ac:spMk id="2" creationId="{6400885F-1EAB-5723-F2AF-604023EFF184}"/>
          </ac:spMkLst>
        </pc:spChg>
        <pc:spChg chg="add del mod">
          <ac:chgData name="hee jun jang" userId="1cf573f1aa69da6f" providerId="LiveId" clId="{89B23E7C-3D6A-4CD3-9756-89B8C464AAAD}" dt="2026-01-19T07:57:39.106" v="6813" actId="478"/>
          <ac:spMkLst>
            <pc:docMk/>
            <pc:sldMk cId="3991774385" sldId="266"/>
            <ac:spMk id="10" creationId="{48632582-5D48-0D2D-7778-61C8D5F3F3F7}"/>
          </ac:spMkLst>
        </pc:spChg>
        <pc:spChg chg="add del mod">
          <ac:chgData name="hee jun jang" userId="1cf573f1aa69da6f" providerId="LiveId" clId="{89B23E7C-3D6A-4CD3-9756-89B8C464AAAD}" dt="2026-01-19T07:59:23.188" v="6937" actId="20577"/>
          <ac:spMkLst>
            <pc:docMk/>
            <pc:sldMk cId="3991774385" sldId="266"/>
            <ac:spMk id="12" creationId="{F8A4070F-BF73-BEA2-A510-3F6E1F5A7DCC}"/>
          </ac:spMkLst>
        </pc:spChg>
        <pc:spChg chg="add mod">
          <ac:chgData name="hee jun jang" userId="1cf573f1aa69da6f" providerId="LiveId" clId="{89B23E7C-3D6A-4CD3-9756-89B8C464AAAD}" dt="2026-01-19T07:57:53.197" v="6829" actId="1076"/>
          <ac:spMkLst>
            <pc:docMk/>
            <pc:sldMk cId="3991774385" sldId="266"/>
            <ac:spMk id="13" creationId="{7B721A4F-A51C-5EF9-33A7-C92783515F17}"/>
          </ac:spMkLst>
        </pc:spChg>
        <pc:spChg chg="add mod">
          <ac:chgData name="hee jun jang" userId="1cf573f1aa69da6f" providerId="LiveId" clId="{89B23E7C-3D6A-4CD3-9756-89B8C464AAAD}" dt="2026-01-19T07:57:09.790" v="6807" actId="14100"/>
          <ac:spMkLst>
            <pc:docMk/>
            <pc:sldMk cId="3991774385" sldId="266"/>
            <ac:spMk id="15" creationId="{0CBC6B66-9557-DC67-827B-5C41CA195A59}"/>
          </ac:spMkLst>
        </pc:spChg>
        <pc:spChg chg="add mod">
          <ac:chgData name="hee jun jang" userId="1cf573f1aa69da6f" providerId="LiveId" clId="{89B23E7C-3D6A-4CD3-9756-89B8C464AAAD}" dt="2026-01-19T08:09:47.799" v="7266" actId="14100"/>
          <ac:spMkLst>
            <pc:docMk/>
            <pc:sldMk cId="3991774385" sldId="266"/>
            <ac:spMk id="16" creationId="{F0B2519F-D6C9-B25D-9CBD-C036EA6C7884}"/>
          </ac:spMkLst>
        </pc:spChg>
        <pc:spChg chg="add mod">
          <ac:chgData name="hee jun jang" userId="1cf573f1aa69da6f" providerId="LiveId" clId="{89B23E7C-3D6A-4CD3-9756-89B8C464AAAD}" dt="2026-01-19T08:11:18.148" v="7383" actId="20577"/>
          <ac:spMkLst>
            <pc:docMk/>
            <pc:sldMk cId="3991774385" sldId="266"/>
            <ac:spMk id="17" creationId="{E9FE3E0B-0CA6-2B58-0F80-74BFF7109411}"/>
          </ac:spMkLst>
        </pc:spChg>
        <pc:picChg chg="add mod">
          <ac:chgData name="hee jun jang" userId="1cf573f1aa69da6f" providerId="LiveId" clId="{89B23E7C-3D6A-4CD3-9756-89B8C464AAAD}" dt="2026-01-19T07:28:37.385" v="5945" actId="1076"/>
          <ac:picMkLst>
            <pc:docMk/>
            <pc:sldMk cId="3991774385" sldId="266"/>
            <ac:picMk id="9" creationId="{8C7D519E-E924-A9A4-208D-05A58382E7DE}"/>
          </ac:picMkLst>
        </pc:picChg>
      </pc:sldChg>
      <pc:sldChg chg="modSp new mod">
        <pc:chgData name="hee jun jang" userId="1cf573f1aa69da6f" providerId="LiveId" clId="{89B23E7C-3D6A-4CD3-9756-89B8C464AAAD}" dt="2026-01-19T08:06:11.043" v="7093" actId="20577"/>
        <pc:sldMkLst>
          <pc:docMk/>
          <pc:sldMk cId="232597645" sldId="267"/>
        </pc:sldMkLst>
        <pc:spChg chg="mod">
          <ac:chgData name="hee jun jang" userId="1cf573f1aa69da6f" providerId="LiveId" clId="{89B23E7C-3D6A-4CD3-9756-89B8C464AAAD}" dt="2026-01-19T07:39:20.509" v="6250" actId="20577"/>
          <ac:spMkLst>
            <pc:docMk/>
            <pc:sldMk cId="232597645" sldId="267"/>
            <ac:spMk id="2" creationId="{6C437BDD-1079-32C2-BC97-683FBBD58D31}"/>
          </ac:spMkLst>
        </pc:spChg>
        <pc:spChg chg="mod">
          <ac:chgData name="hee jun jang" userId="1cf573f1aa69da6f" providerId="LiveId" clId="{89B23E7C-3D6A-4CD3-9756-89B8C464AAAD}" dt="2026-01-19T08:06:11.043" v="7093" actId="20577"/>
          <ac:spMkLst>
            <pc:docMk/>
            <pc:sldMk cId="232597645" sldId="267"/>
            <ac:spMk id="3" creationId="{0B523E52-D886-F023-CF9C-C35B60C8BBC1}"/>
          </ac:spMkLst>
        </pc:spChg>
      </pc:sldChg>
      <pc:sldChg chg="addSp modSp new mod">
        <pc:chgData name="hee jun jang" userId="1cf573f1aa69da6f" providerId="LiveId" clId="{89B23E7C-3D6A-4CD3-9756-89B8C464AAAD}" dt="2026-01-21T00:44:20.431" v="23571" actId="20577"/>
        <pc:sldMkLst>
          <pc:docMk/>
          <pc:sldMk cId="1972973958" sldId="268"/>
        </pc:sldMkLst>
        <pc:spChg chg="mod">
          <ac:chgData name="hee jun jang" userId="1cf573f1aa69da6f" providerId="LiveId" clId="{89B23E7C-3D6A-4CD3-9756-89B8C464AAAD}" dt="2026-01-19T08:13:34.165" v="7445" actId="20577"/>
          <ac:spMkLst>
            <pc:docMk/>
            <pc:sldMk cId="1972973958" sldId="268"/>
            <ac:spMk id="2" creationId="{F92DBB9A-9436-C5A9-D749-1F40F63BA17D}"/>
          </ac:spMkLst>
        </pc:spChg>
        <pc:spChg chg="mod">
          <ac:chgData name="hee jun jang" userId="1cf573f1aa69da6f" providerId="LiveId" clId="{89B23E7C-3D6A-4CD3-9756-89B8C464AAAD}" dt="2026-01-21T00:44:20.431" v="23571" actId="20577"/>
          <ac:spMkLst>
            <pc:docMk/>
            <pc:sldMk cId="1972973958" sldId="268"/>
            <ac:spMk id="3" creationId="{9CD482A0-AE7A-786F-B20A-CC4D81F07EA3}"/>
          </ac:spMkLst>
        </pc:spChg>
        <pc:spChg chg="add mod">
          <ac:chgData name="hee jun jang" userId="1cf573f1aa69da6f" providerId="LiveId" clId="{89B23E7C-3D6A-4CD3-9756-89B8C464AAAD}" dt="2026-01-19T08:27:14.125" v="7969" actId="164"/>
          <ac:spMkLst>
            <pc:docMk/>
            <pc:sldMk cId="1972973958" sldId="268"/>
            <ac:spMk id="8" creationId="{CB635A07-3B5A-FFFA-C2BB-F9B694DCAF96}"/>
          </ac:spMkLst>
        </pc:spChg>
        <pc:spChg chg="add mod">
          <ac:chgData name="hee jun jang" userId="1cf573f1aa69da6f" providerId="LiveId" clId="{89B23E7C-3D6A-4CD3-9756-89B8C464AAAD}" dt="2026-01-19T08:27:14.125" v="7969" actId="164"/>
          <ac:spMkLst>
            <pc:docMk/>
            <pc:sldMk cId="1972973958" sldId="268"/>
            <ac:spMk id="9" creationId="{1443E979-4D89-CA09-B079-2B06783930E5}"/>
          </ac:spMkLst>
        </pc:spChg>
        <pc:spChg chg="add mod">
          <ac:chgData name="hee jun jang" userId="1cf573f1aa69da6f" providerId="LiveId" clId="{89B23E7C-3D6A-4CD3-9756-89B8C464AAAD}" dt="2026-01-21T00:41:21.329" v="23517" actId="1076"/>
          <ac:spMkLst>
            <pc:docMk/>
            <pc:sldMk cId="1972973958" sldId="268"/>
            <ac:spMk id="10" creationId="{DA244A0B-DE57-11ED-BF70-20AF410AC854}"/>
          </ac:spMkLst>
        </pc:spChg>
        <pc:spChg chg="add mod">
          <ac:chgData name="hee jun jang" userId="1cf573f1aa69da6f" providerId="LiveId" clId="{89B23E7C-3D6A-4CD3-9756-89B8C464AAAD}" dt="2026-01-19T08:27:14.125" v="7969" actId="164"/>
          <ac:spMkLst>
            <pc:docMk/>
            <pc:sldMk cId="1972973958" sldId="268"/>
            <ac:spMk id="17" creationId="{4185674B-E2D7-6AF7-19EE-0B7BE2AD3B28}"/>
          </ac:spMkLst>
        </pc:spChg>
        <pc:spChg chg="add mod">
          <ac:chgData name="hee jun jang" userId="1cf573f1aa69da6f" providerId="LiveId" clId="{89B23E7C-3D6A-4CD3-9756-89B8C464AAAD}" dt="2026-01-21T00:43:57.869" v="23561" actId="20577"/>
          <ac:spMkLst>
            <pc:docMk/>
            <pc:sldMk cId="1972973958" sldId="268"/>
            <ac:spMk id="20" creationId="{CB588F94-1834-2A27-771A-B388F63613B5}"/>
          </ac:spMkLst>
        </pc:spChg>
        <pc:grpChg chg="add mod">
          <ac:chgData name="hee jun jang" userId="1cf573f1aa69da6f" providerId="LiveId" clId="{89B23E7C-3D6A-4CD3-9756-89B8C464AAAD}" dt="2026-01-21T00:44:15.030" v="23570" actId="1036"/>
          <ac:grpSpMkLst>
            <pc:docMk/>
            <pc:sldMk cId="1972973958" sldId="268"/>
            <ac:grpSpMk id="18" creationId="{C95392A0-5167-1175-789A-15AB5BD5652D}"/>
          </ac:grpSpMkLst>
        </pc:grpChg>
        <pc:picChg chg="add mod ord modCrop">
          <ac:chgData name="hee jun jang" userId="1cf573f1aa69da6f" providerId="LiveId" clId="{89B23E7C-3D6A-4CD3-9756-89B8C464AAAD}" dt="2026-01-19T08:27:14.125" v="7969" actId="164"/>
          <ac:picMkLst>
            <pc:docMk/>
            <pc:sldMk cId="1972973958" sldId="268"/>
            <ac:picMk id="7" creationId="{67E34594-3F25-AACB-060F-4CACF8C311A8}"/>
          </ac:picMkLst>
        </pc:picChg>
        <pc:picChg chg="add mod ord modCrop">
          <ac:chgData name="hee jun jang" userId="1cf573f1aa69da6f" providerId="LiveId" clId="{89B23E7C-3D6A-4CD3-9756-89B8C464AAAD}" dt="2026-01-19T08:27:14.125" v="7969" actId="164"/>
          <ac:picMkLst>
            <pc:docMk/>
            <pc:sldMk cId="1972973958" sldId="268"/>
            <ac:picMk id="14" creationId="{A3CAF54A-15FB-CA78-81D2-28101C7A30FE}"/>
          </ac:picMkLst>
        </pc:picChg>
        <pc:picChg chg="add mod ord modCrop">
          <ac:chgData name="hee jun jang" userId="1cf573f1aa69da6f" providerId="LiveId" clId="{89B23E7C-3D6A-4CD3-9756-89B8C464AAAD}" dt="2026-01-19T08:27:14.125" v="7969" actId="164"/>
          <ac:picMkLst>
            <pc:docMk/>
            <pc:sldMk cId="1972973958" sldId="268"/>
            <ac:picMk id="15" creationId="{B14988C5-D897-F990-14CE-E28F2C94DE1E}"/>
          </ac:picMkLst>
        </pc:picChg>
        <pc:picChg chg="add mod modCrop">
          <ac:chgData name="hee jun jang" userId="1cf573f1aa69da6f" providerId="LiveId" clId="{89B23E7C-3D6A-4CD3-9756-89B8C464AAAD}" dt="2026-01-19T08:27:14.125" v="7969" actId="164"/>
          <ac:picMkLst>
            <pc:docMk/>
            <pc:sldMk cId="1972973958" sldId="268"/>
            <ac:picMk id="16" creationId="{B8F7E416-1813-17B3-B0FF-FE5F3F67170D}"/>
          </ac:picMkLst>
        </pc:picChg>
        <pc:cxnChg chg="add mod">
          <ac:chgData name="hee jun jang" userId="1cf573f1aa69da6f" providerId="LiveId" clId="{89B23E7C-3D6A-4CD3-9756-89B8C464AAAD}" dt="2026-01-21T00:41:21.329" v="23517" actId="1076"/>
          <ac:cxnSpMkLst>
            <pc:docMk/>
            <pc:sldMk cId="1972973958" sldId="268"/>
            <ac:cxnSpMk id="11" creationId="{943C4694-82B4-BEAB-F83B-12E9D8D5AC3F}"/>
          </ac:cxnSpMkLst>
        </pc:cxnChg>
      </pc:sldChg>
      <pc:sldChg chg="addSp modSp new mod">
        <pc:chgData name="hee jun jang" userId="1cf573f1aa69da6f" providerId="LiveId" clId="{89B23E7C-3D6A-4CD3-9756-89B8C464AAAD}" dt="2026-01-19T08:40:31.092" v="8202" actId="1038"/>
        <pc:sldMkLst>
          <pc:docMk/>
          <pc:sldMk cId="2517440302" sldId="269"/>
        </pc:sldMkLst>
        <pc:spChg chg="mod">
          <ac:chgData name="hee jun jang" userId="1cf573f1aa69da6f" providerId="LiveId" clId="{89B23E7C-3D6A-4CD3-9756-89B8C464AAAD}" dt="2026-01-19T08:27:49.520" v="8004" actId="20577"/>
          <ac:spMkLst>
            <pc:docMk/>
            <pc:sldMk cId="2517440302" sldId="269"/>
            <ac:spMk id="2" creationId="{D1EE110D-1A17-32D3-A16C-5CF5C8B99223}"/>
          </ac:spMkLst>
        </pc:spChg>
        <pc:spChg chg="mod">
          <ac:chgData name="hee jun jang" userId="1cf573f1aa69da6f" providerId="LiveId" clId="{89B23E7C-3D6A-4CD3-9756-89B8C464AAAD}" dt="2026-01-19T08:31:57.576" v="8176" actId="404"/>
          <ac:spMkLst>
            <pc:docMk/>
            <pc:sldMk cId="2517440302" sldId="269"/>
            <ac:spMk id="3" creationId="{AD916E05-2BA4-9A83-4B37-642C769C5C1C}"/>
          </ac:spMkLst>
        </pc:spChg>
        <pc:picChg chg="add mod">
          <ac:chgData name="hee jun jang" userId="1cf573f1aa69da6f" providerId="LiveId" clId="{89B23E7C-3D6A-4CD3-9756-89B8C464AAAD}" dt="2026-01-19T08:40:31.092" v="8202" actId="1038"/>
          <ac:picMkLst>
            <pc:docMk/>
            <pc:sldMk cId="2517440302" sldId="269"/>
            <ac:picMk id="7" creationId="{92B08DEB-2F70-FBA5-0EFC-AEAE7C0FBB05}"/>
          </ac:picMkLst>
        </pc:picChg>
      </pc:sldChg>
      <pc:sldChg chg="modSp new mod">
        <pc:chgData name="hee jun jang" userId="1cf573f1aa69da6f" providerId="LiveId" clId="{89B23E7C-3D6A-4CD3-9756-89B8C464AAAD}" dt="2026-01-19T08:57:55.754" v="8569" actId="20577"/>
        <pc:sldMkLst>
          <pc:docMk/>
          <pc:sldMk cId="511536818" sldId="270"/>
        </pc:sldMkLst>
        <pc:spChg chg="mod">
          <ac:chgData name="hee jun jang" userId="1cf573f1aa69da6f" providerId="LiveId" clId="{89B23E7C-3D6A-4CD3-9756-89B8C464AAAD}" dt="2026-01-19T08:41:23.035" v="8226" actId="20577"/>
          <ac:spMkLst>
            <pc:docMk/>
            <pc:sldMk cId="511536818" sldId="270"/>
            <ac:spMk id="2" creationId="{B089810E-7887-0F21-F643-EE5410EABF95}"/>
          </ac:spMkLst>
        </pc:spChg>
        <pc:spChg chg="mod">
          <ac:chgData name="hee jun jang" userId="1cf573f1aa69da6f" providerId="LiveId" clId="{89B23E7C-3D6A-4CD3-9756-89B8C464AAAD}" dt="2026-01-19T08:57:55.754" v="8569" actId="20577"/>
          <ac:spMkLst>
            <pc:docMk/>
            <pc:sldMk cId="511536818" sldId="270"/>
            <ac:spMk id="3" creationId="{FDBF179B-9E67-FC14-9A67-D045E80DFD00}"/>
          </ac:spMkLst>
        </pc:spChg>
      </pc:sldChg>
      <pc:sldChg chg="addSp delSp modSp new mod">
        <pc:chgData name="hee jun jang" userId="1cf573f1aa69da6f" providerId="LiveId" clId="{89B23E7C-3D6A-4CD3-9756-89B8C464AAAD}" dt="2026-01-19T09:02:50.346" v="8871" actId="313"/>
        <pc:sldMkLst>
          <pc:docMk/>
          <pc:sldMk cId="1696406599" sldId="271"/>
        </pc:sldMkLst>
        <pc:spChg chg="mod">
          <ac:chgData name="hee jun jang" userId="1cf573f1aa69da6f" providerId="LiveId" clId="{89B23E7C-3D6A-4CD3-9756-89B8C464AAAD}" dt="2026-01-19T08:59:40.499" v="8596" actId="20577"/>
          <ac:spMkLst>
            <pc:docMk/>
            <pc:sldMk cId="1696406599" sldId="271"/>
            <ac:spMk id="2" creationId="{F184E543-33EA-E5B9-62C3-69449AF35F92}"/>
          </ac:spMkLst>
        </pc:spChg>
        <pc:spChg chg="add mod">
          <ac:chgData name="hee jun jang" userId="1cf573f1aa69da6f" providerId="LiveId" clId="{89B23E7C-3D6A-4CD3-9756-89B8C464AAAD}" dt="2026-01-19T09:02:50.346" v="8871" actId="313"/>
          <ac:spMkLst>
            <pc:docMk/>
            <pc:sldMk cId="1696406599" sldId="271"/>
            <ac:spMk id="8" creationId="{4565FCAE-8972-A16B-EA09-0AB96A845125}"/>
          </ac:spMkLst>
        </pc:spChg>
        <pc:picChg chg="add mod ord">
          <ac:chgData name="hee jun jang" userId="1cf573f1aa69da6f" providerId="LiveId" clId="{89B23E7C-3D6A-4CD3-9756-89B8C464AAAD}" dt="2026-01-19T09:00:16.162" v="8605" actId="1036"/>
          <ac:picMkLst>
            <pc:docMk/>
            <pc:sldMk cId="1696406599" sldId="271"/>
            <ac:picMk id="7" creationId="{2E46D24B-6F72-BFBD-3F46-C5853B06FE55}"/>
          </ac:picMkLst>
        </pc:picChg>
      </pc:sldChg>
      <pc:sldChg chg="addSp delSp modSp new mod">
        <pc:chgData name="hee jun jang" userId="1cf573f1aa69da6f" providerId="LiveId" clId="{89B23E7C-3D6A-4CD3-9756-89B8C464AAAD}" dt="2026-01-19T09:10:34.910" v="9219" actId="20577"/>
        <pc:sldMkLst>
          <pc:docMk/>
          <pc:sldMk cId="2374943447" sldId="272"/>
        </pc:sldMkLst>
        <pc:spChg chg="mod">
          <ac:chgData name="hee jun jang" userId="1cf573f1aa69da6f" providerId="LiveId" clId="{89B23E7C-3D6A-4CD3-9756-89B8C464AAAD}" dt="2026-01-19T09:03:36.263" v="8910" actId="20577"/>
          <ac:spMkLst>
            <pc:docMk/>
            <pc:sldMk cId="2374943447" sldId="272"/>
            <ac:spMk id="2" creationId="{D142FBE4-551D-6EAC-A573-ED737310F83C}"/>
          </ac:spMkLst>
        </pc:spChg>
        <pc:spChg chg="add mod">
          <ac:chgData name="hee jun jang" userId="1cf573f1aa69da6f" providerId="LiveId" clId="{89B23E7C-3D6A-4CD3-9756-89B8C464AAAD}" dt="2026-01-19T09:10:23.774" v="9207" actId="552"/>
          <ac:spMkLst>
            <pc:docMk/>
            <pc:sldMk cId="2374943447" sldId="272"/>
            <ac:spMk id="8" creationId="{32FB1FF3-4512-7606-90B2-F9C80501FD08}"/>
          </ac:spMkLst>
        </pc:spChg>
        <pc:spChg chg="add mod">
          <ac:chgData name="hee jun jang" userId="1cf573f1aa69da6f" providerId="LiveId" clId="{89B23E7C-3D6A-4CD3-9756-89B8C464AAAD}" dt="2026-01-19T09:10:34.910" v="9219" actId="20577"/>
          <ac:spMkLst>
            <pc:docMk/>
            <pc:sldMk cId="2374943447" sldId="272"/>
            <ac:spMk id="9" creationId="{E69F9870-41B6-AA34-EC40-A1DF93338ECB}"/>
          </ac:spMkLst>
        </pc:spChg>
        <pc:spChg chg="add mod">
          <ac:chgData name="hee jun jang" userId="1cf573f1aa69da6f" providerId="LiveId" clId="{89B23E7C-3D6A-4CD3-9756-89B8C464AAAD}" dt="2026-01-19T09:10:23.774" v="9207" actId="552"/>
          <ac:spMkLst>
            <pc:docMk/>
            <pc:sldMk cId="2374943447" sldId="272"/>
            <ac:spMk id="10" creationId="{7E2B79F0-F164-2B4F-1877-512A16FC0F57}"/>
          </ac:spMkLst>
        </pc:spChg>
        <pc:spChg chg="add mod">
          <ac:chgData name="hee jun jang" userId="1cf573f1aa69da6f" providerId="LiveId" clId="{89B23E7C-3D6A-4CD3-9756-89B8C464AAAD}" dt="2026-01-19T09:10:23.774" v="9207" actId="552"/>
          <ac:spMkLst>
            <pc:docMk/>
            <pc:sldMk cId="2374943447" sldId="272"/>
            <ac:spMk id="11" creationId="{07589A14-1935-5D8F-FD6F-B69BE79FDE23}"/>
          </ac:spMkLst>
        </pc:spChg>
        <pc:spChg chg="add mod">
          <ac:chgData name="hee jun jang" userId="1cf573f1aa69da6f" providerId="LiveId" clId="{89B23E7C-3D6A-4CD3-9756-89B8C464AAAD}" dt="2026-01-19T09:10:23.774" v="9207" actId="552"/>
          <ac:spMkLst>
            <pc:docMk/>
            <pc:sldMk cId="2374943447" sldId="272"/>
            <ac:spMk id="12" creationId="{BD63C789-508D-DC70-E6F9-7BE74E530CD7}"/>
          </ac:spMkLst>
        </pc:spChg>
        <pc:spChg chg="add mod">
          <ac:chgData name="hee jun jang" userId="1cf573f1aa69da6f" providerId="LiveId" clId="{89B23E7C-3D6A-4CD3-9756-89B8C464AAAD}" dt="2026-01-19T09:10:23.774" v="9207" actId="552"/>
          <ac:spMkLst>
            <pc:docMk/>
            <pc:sldMk cId="2374943447" sldId="272"/>
            <ac:spMk id="13" creationId="{08E6EF27-7811-CAE9-D9F3-C6DA945C6166}"/>
          </ac:spMkLst>
        </pc:spChg>
        <pc:picChg chg="add mod ord modCrop">
          <ac:chgData name="hee jun jang" userId="1cf573f1aa69da6f" providerId="LiveId" clId="{89B23E7C-3D6A-4CD3-9756-89B8C464AAAD}" dt="2026-01-19T09:05:48.613" v="8923" actId="732"/>
          <ac:picMkLst>
            <pc:docMk/>
            <pc:sldMk cId="2374943447" sldId="272"/>
            <ac:picMk id="7" creationId="{B8D8C05C-ED0A-4F0A-9E92-DEDEC3B334D7}"/>
          </ac:picMkLst>
        </pc:picChg>
      </pc:sldChg>
      <pc:sldChg chg="modSp new mod">
        <pc:chgData name="hee jun jang" userId="1cf573f1aa69da6f" providerId="LiveId" clId="{89B23E7C-3D6A-4CD3-9756-89B8C464AAAD}" dt="2026-01-19T09:14:06.542" v="9530" actId="20577"/>
        <pc:sldMkLst>
          <pc:docMk/>
          <pc:sldMk cId="3754288755" sldId="273"/>
        </pc:sldMkLst>
        <pc:spChg chg="mod">
          <ac:chgData name="hee jun jang" userId="1cf573f1aa69da6f" providerId="LiveId" clId="{89B23E7C-3D6A-4CD3-9756-89B8C464AAAD}" dt="2026-01-19T09:11:12.556" v="9243" actId="20577"/>
          <ac:spMkLst>
            <pc:docMk/>
            <pc:sldMk cId="3754288755" sldId="273"/>
            <ac:spMk id="2" creationId="{6B0EA2DF-D83A-1110-4373-D53EE3752F1C}"/>
          </ac:spMkLst>
        </pc:spChg>
        <pc:spChg chg="mod">
          <ac:chgData name="hee jun jang" userId="1cf573f1aa69da6f" providerId="LiveId" clId="{89B23E7C-3D6A-4CD3-9756-89B8C464AAAD}" dt="2026-01-19T09:14:06.542" v="9530" actId="20577"/>
          <ac:spMkLst>
            <pc:docMk/>
            <pc:sldMk cId="3754288755" sldId="273"/>
            <ac:spMk id="3" creationId="{B7FC3617-D0E5-383B-299D-A310D0B3B7F9}"/>
          </ac:spMkLst>
        </pc:spChg>
      </pc:sldChg>
      <pc:sldChg chg="modSp new mod">
        <pc:chgData name="hee jun jang" userId="1cf573f1aa69da6f" providerId="LiveId" clId="{89B23E7C-3D6A-4CD3-9756-89B8C464AAAD}" dt="2026-01-21T02:47:32.554" v="23758" actId="20577"/>
        <pc:sldMkLst>
          <pc:docMk/>
          <pc:sldMk cId="2769964984" sldId="274"/>
        </pc:sldMkLst>
        <pc:spChg chg="mod">
          <ac:chgData name="hee jun jang" userId="1cf573f1aa69da6f" providerId="LiveId" clId="{89B23E7C-3D6A-4CD3-9756-89B8C464AAAD}" dt="2026-01-21T02:47:32.554" v="23758" actId="20577"/>
          <ac:spMkLst>
            <pc:docMk/>
            <pc:sldMk cId="2769964984" sldId="274"/>
            <ac:spMk id="2" creationId="{E78BE3D0-C982-30C3-04A4-55B9232C4CE9}"/>
          </ac:spMkLst>
        </pc:spChg>
        <pc:spChg chg="mod">
          <ac:chgData name="hee jun jang" userId="1cf573f1aa69da6f" providerId="LiveId" clId="{89B23E7C-3D6A-4CD3-9756-89B8C464AAAD}" dt="2026-01-20T22:09:47.031" v="23101" actId="313"/>
          <ac:spMkLst>
            <pc:docMk/>
            <pc:sldMk cId="2769964984" sldId="274"/>
            <ac:spMk id="3" creationId="{7A95AE70-48A9-E56E-962F-8C4A3BD94F1E}"/>
          </ac:spMkLst>
        </pc:spChg>
      </pc:sldChg>
      <pc:sldChg chg="modSp new mod">
        <pc:chgData name="hee jun jang" userId="1cf573f1aa69da6f" providerId="LiveId" clId="{89B23E7C-3D6A-4CD3-9756-89B8C464AAAD}" dt="2026-01-19T21:47:58.935" v="10244" actId="20577"/>
        <pc:sldMkLst>
          <pc:docMk/>
          <pc:sldMk cId="3489874213" sldId="275"/>
        </pc:sldMkLst>
        <pc:spChg chg="mod">
          <ac:chgData name="hee jun jang" userId="1cf573f1aa69da6f" providerId="LiveId" clId="{89B23E7C-3D6A-4CD3-9756-89B8C464AAAD}" dt="2026-01-19T21:39:51.950" v="10021" actId="20577"/>
          <ac:spMkLst>
            <pc:docMk/>
            <pc:sldMk cId="3489874213" sldId="275"/>
            <ac:spMk id="2" creationId="{2F48A43D-5E46-E1B5-FE84-30FDC053375B}"/>
          </ac:spMkLst>
        </pc:spChg>
        <pc:spChg chg="mod">
          <ac:chgData name="hee jun jang" userId="1cf573f1aa69da6f" providerId="LiveId" clId="{89B23E7C-3D6A-4CD3-9756-89B8C464AAAD}" dt="2026-01-19T21:47:58.935" v="10244" actId="20577"/>
          <ac:spMkLst>
            <pc:docMk/>
            <pc:sldMk cId="3489874213" sldId="275"/>
            <ac:spMk id="3" creationId="{9CE6DA2C-2AED-01A4-C532-ED7CBF245725}"/>
          </ac:spMkLst>
        </pc:spChg>
      </pc:sldChg>
      <pc:sldChg chg="addSp delSp modSp new mod">
        <pc:chgData name="hee jun jang" userId="1cf573f1aa69da6f" providerId="LiveId" clId="{89B23E7C-3D6A-4CD3-9756-89B8C464AAAD}" dt="2026-01-21T00:59:04.113" v="23572" actId="478"/>
        <pc:sldMkLst>
          <pc:docMk/>
          <pc:sldMk cId="2762103682" sldId="276"/>
        </pc:sldMkLst>
        <pc:spChg chg="mod">
          <ac:chgData name="hee jun jang" userId="1cf573f1aa69da6f" providerId="LiveId" clId="{89B23E7C-3D6A-4CD3-9756-89B8C464AAAD}" dt="2026-01-19T21:50:39.647" v="10379" actId="20577"/>
          <ac:spMkLst>
            <pc:docMk/>
            <pc:sldMk cId="2762103682" sldId="276"/>
            <ac:spMk id="2" creationId="{018C80F3-E9FE-8B68-0E5F-9FA6AE04166C}"/>
          </ac:spMkLst>
        </pc:spChg>
        <pc:spChg chg="add del mod">
          <ac:chgData name="hee jun jang" userId="1cf573f1aa69da6f" providerId="LiveId" clId="{89B23E7C-3D6A-4CD3-9756-89B8C464AAAD}" dt="2026-01-21T00:59:04.113" v="23572" actId="478"/>
          <ac:spMkLst>
            <pc:docMk/>
            <pc:sldMk cId="2762103682" sldId="276"/>
            <ac:spMk id="8" creationId="{FF28E406-C0CD-FD85-1041-ACFDFE04BD46}"/>
          </ac:spMkLst>
        </pc:spChg>
        <pc:spChg chg="add del mod">
          <ac:chgData name="hee jun jang" userId="1cf573f1aa69da6f" providerId="LiveId" clId="{89B23E7C-3D6A-4CD3-9756-89B8C464AAAD}" dt="2026-01-21T00:59:04.113" v="23572" actId="478"/>
          <ac:spMkLst>
            <pc:docMk/>
            <pc:sldMk cId="2762103682" sldId="276"/>
            <ac:spMk id="9" creationId="{9AFDD6E8-3AFC-0527-D0EC-6479B044496F}"/>
          </ac:spMkLst>
        </pc:spChg>
        <pc:spChg chg="add del mod">
          <ac:chgData name="hee jun jang" userId="1cf573f1aa69da6f" providerId="LiveId" clId="{89B23E7C-3D6A-4CD3-9756-89B8C464AAAD}" dt="2026-01-21T00:59:04.113" v="23572" actId="478"/>
          <ac:spMkLst>
            <pc:docMk/>
            <pc:sldMk cId="2762103682" sldId="276"/>
            <ac:spMk id="10" creationId="{7E4E409C-47F5-F00E-AEAA-BA25D07751CE}"/>
          </ac:spMkLst>
        </pc:spChg>
        <pc:spChg chg="add mod">
          <ac:chgData name="hee jun jang" userId="1cf573f1aa69da6f" providerId="LiveId" clId="{89B23E7C-3D6A-4CD3-9756-89B8C464AAAD}" dt="2026-01-19T22:05:27.788" v="10604" actId="552"/>
          <ac:spMkLst>
            <pc:docMk/>
            <pc:sldMk cId="2762103682" sldId="276"/>
            <ac:spMk id="11" creationId="{768C406E-E1AE-A377-9F5B-6B1F1FF88E16}"/>
          </ac:spMkLst>
        </pc:spChg>
        <pc:spChg chg="add mod">
          <ac:chgData name="hee jun jang" userId="1cf573f1aa69da6f" providerId="LiveId" clId="{89B23E7C-3D6A-4CD3-9756-89B8C464AAAD}" dt="2026-01-19T22:08:48.222" v="10830" actId="14100"/>
          <ac:spMkLst>
            <pc:docMk/>
            <pc:sldMk cId="2762103682" sldId="276"/>
            <ac:spMk id="18" creationId="{7A9C8131-BD2C-7DA7-C066-487F29A3F8CA}"/>
          </ac:spMkLst>
        </pc:spChg>
        <pc:spChg chg="add mod">
          <ac:chgData name="hee jun jang" userId="1cf573f1aa69da6f" providerId="LiveId" clId="{89B23E7C-3D6A-4CD3-9756-89B8C464AAAD}" dt="2026-01-19T22:05:27.788" v="10604" actId="552"/>
          <ac:spMkLst>
            <pc:docMk/>
            <pc:sldMk cId="2762103682" sldId="276"/>
            <ac:spMk id="19" creationId="{F99555C5-936E-E66E-6392-F26FEB406FD2}"/>
          </ac:spMkLst>
        </pc:spChg>
        <pc:spChg chg="add mod">
          <ac:chgData name="hee jun jang" userId="1cf573f1aa69da6f" providerId="LiveId" clId="{89B23E7C-3D6A-4CD3-9756-89B8C464AAAD}" dt="2026-01-19T22:09:13.135" v="10875" actId="20577"/>
          <ac:spMkLst>
            <pc:docMk/>
            <pc:sldMk cId="2762103682" sldId="276"/>
            <ac:spMk id="28" creationId="{7EB0F749-7D08-7FAB-48FF-BA3304294B06}"/>
          </ac:spMkLst>
        </pc:spChg>
        <pc:picChg chg="add mod modCrop">
          <ac:chgData name="hee jun jang" userId="1cf573f1aa69da6f" providerId="LiveId" clId="{89B23E7C-3D6A-4CD3-9756-89B8C464AAAD}" dt="2026-01-19T21:53:42.321" v="10391" actId="732"/>
          <ac:picMkLst>
            <pc:docMk/>
            <pc:sldMk cId="2762103682" sldId="276"/>
            <ac:picMk id="7" creationId="{F9439123-A331-D919-817B-37AA52EDA66F}"/>
          </ac:picMkLst>
        </pc:picChg>
        <pc:cxnChg chg="add del mod">
          <ac:chgData name="hee jun jang" userId="1cf573f1aa69da6f" providerId="LiveId" clId="{89B23E7C-3D6A-4CD3-9756-89B8C464AAAD}" dt="2026-01-21T00:59:04.113" v="23572" actId="478"/>
          <ac:cxnSpMkLst>
            <pc:docMk/>
            <pc:sldMk cId="2762103682" sldId="276"/>
            <ac:cxnSpMk id="12" creationId="{F91C29C8-DAEB-FAC0-C24F-ACF6DA55AB2E}"/>
          </ac:cxnSpMkLst>
        </pc:cxnChg>
        <pc:cxnChg chg="add del mod">
          <ac:chgData name="hee jun jang" userId="1cf573f1aa69da6f" providerId="LiveId" clId="{89B23E7C-3D6A-4CD3-9756-89B8C464AAAD}" dt="2026-01-21T00:59:04.113" v="23572" actId="478"/>
          <ac:cxnSpMkLst>
            <pc:docMk/>
            <pc:sldMk cId="2762103682" sldId="276"/>
            <ac:cxnSpMk id="15" creationId="{771CFD09-BFDE-9590-F5AB-FE9DB839D727}"/>
          </ac:cxnSpMkLst>
        </pc:cxnChg>
        <pc:cxnChg chg="add mod">
          <ac:chgData name="hee jun jang" userId="1cf573f1aa69da6f" providerId="LiveId" clId="{89B23E7C-3D6A-4CD3-9756-89B8C464AAAD}" dt="2026-01-19T22:08:48.222" v="10830" actId="14100"/>
          <ac:cxnSpMkLst>
            <pc:docMk/>
            <pc:sldMk cId="2762103682" sldId="276"/>
            <ac:cxnSpMk id="20" creationId="{FB56AD54-70E3-B6E4-45CD-CB30742B011F}"/>
          </ac:cxnSpMkLst>
        </pc:cxnChg>
        <pc:cxnChg chg="add mod">
          <ac:chgData name="hee jun jang" userId="1cf573f1aa69da6f" providerId="LiveId" clId="{89B23E7C-3D6A-4CD3-9756-89B8C464AAAD}" dt="2026-01-19T22:08:48.222" v="10830" actId="14100"/>
          <ac:cxnSpMkLst>
            <pc:docMk/>
            <pc:sldMk cId="2762103682" sldId="276"/>
            <ac:cxnSpMk id="23" creationId="{748C93F8-0A5C-A204-B87D-E5C7F350BA0F}"/>
          </ac:cxnSpMkLst>
        </pc:cxnChg>
      </pc:sldChg>
      <pc:sldChg chg="addSp delSp modSp new mod">
        <pc:chgData name="hee jun jang" userId="1cf573f1aa69da6f" providerId="LiveId" clId="{89B23E7C-3D6A-4CD3-9756-89B8C464AAAD}" dt="2026-01-21T00:41:39.572" v="23519" actId="20577"/>
        <pc:sldMkLst>
          <pc:docMk/>
          <pc:sldMk cId="1091015874" sldId="277"/>
        </pc:sldMkLst>
        <pc:spChg chg="mod">
          <ac:chgData name="hee jun jang" userId="1cf573f1aa69da6f" providerId="LiveId" clId="{89B23E7C-3D6A-4CD3-9756-89B8C464AAAD}" dt="2026-01-21T00:41:35.917" v="23518" actId="20577"/>
          <ac:spMkLst>
            <pc:docMk/>
            <pc:sldMk cId="1091015874" sldId="277"/>
            <ac:spMk id="3" creationId="{53FF9C10-2AFF-DA53-85D9-06FB554D522A}"/>
          </ac:spMkLst>
        </pc:spChg>
        <pc:spChg chg="add mod">
          <ac:chgData name="hee jun jang" userId="1cf573f1aa69da6f" providerId="LiveId" clId="{89B23E7C-3D6A-4CD3-9756-89B8C464AAAD}" dt="2026-01-19T22:14:48.778" v="11017"/>
          <ac:spMkLst>
            <pc:docMk/>
            <pc:sldMk cId="1091015874" sldId="277"/>
            <ac:spMk id="6" creationId="{254EB147-E143-7DD4-0B92-E53DFE199C41}"/>
          </ac:spMkLst>
        </pc:spChg>
        <pc:spChg chg="add mod">
          <ac:chgData name="hee jun jang" userId="1cf573f1aa69da6f" providerId="LiveId" clId="{89B23E7C-3D6A-4CD3-9756-89B8C464AAAD}" dt="2026-01-21T00:41:39.572" v="23519" actId="20577"/>
          <ac:spMkLst>
            <pc:docMk/>
            <pc:sldMk cId="1091015874" sldId="277"/>
            <ac:spMk id="7" creationId="{B9431558-96B7-266A-8FC8-17A5BC81878B}"/>
          </ac:spMkLst>
        </pc:spChg>
      </pc:sldChg>
      <pc:sldChg chg="addSp modSp new mod">
        <pc:chgData name="hee jun jang" userId="1cf573f1aa69da6f" providerId="LiveId" clId="{89B23E7C-3D6A-4CD3-9756-89B8C464AAAD}" dt="2026-01-21T01:02:12.742" v="23573" actId="20577"/>
        <pc:sldMkLst>
          <pc:docMk/>
          <pc:sldMk cId="1509262431" sldId="278"/>
        </pc:sldMkLst>
        <pc:spChg chg="mod">
          <ac:chgData name="hee jun jang" userId="1cf573f1aa69da6f" providerId="LiveId" clId="{89B23E7C-3D6A-4CD3-9756-89B8C464AAAD}" dt="2026-01-20T03:05:28.573" v="11056" actId="20577"/>
          <ac:spMkLst>
            <pc:docMk/>
            <pc:sldMk cId="1509262431" sldId="278"/>
            <ac:spMk id="2" creationId="{DD463305-D07B-9FF6-6BE5-B968C7C5B6D1}"/>
          </ac:spMkLst>
        </pc:spChg>
        <pc:spChg chg="mod">
          <ac:chgData name="hee jun jang" userId="1cf573f1aa69da6f" providerId="LiveId" clId="{89B23E7C-3D6A-4CD3-9756-89B8C464AAAD}" dt="2026-01-21T01:02:12.742" v="23573" actId="20577"/>
          <ac:spMkLst>
            <pc:docMk/>
            <pc:sldMk cId="1509262431" sldId="278"/>
            <ac:spMk id="3" creationId="{20706F34-3DEE-613C-B975-8E454E6D3EDA}"/>
          </ac:spMkLst>
        </pc:spChg>
        <pc:spChg chg="add mod">
          <ac:chgData name="hee jun jang" userId="1cf573f1aa69da6f" providerId="LiveId" clId="{89B23E7C-3D6A-4CD3-9756-89B8C464AAAD}" dt="2026-01-20T04:31:13.860" v="11642" actId="1076"/>
          <ac:spMkLst>
            <pc:docMk/>
            <pc:sldMk cId="1509262431" sldId="278"/>
            <ac:spMk id="6" creationId="{199CF235-3D64-130D-D7F9-53CD53C94721}"/>
          </ac:spMkLst>
        </pc:spChg>
      </pc:sldChg>
      <pc:sldChg chg="addSp delSp modSp new mod">
        <pc:chgData name="hee jun jang" userId="1cf573f1aa69da6f" providerId="LiveId" clId="{89B23E7C-3D6A-4CD3-9756-89B8C464AAAD}" dt="2026-01-20T04:41:03.131" v="11975" actId="1076"/>
        <pc:sldMkLst>
          <pc:docMk/>
          <pc:sldMk cId="2689478030" sldId="279"/>
        </pc:sldMkLst>
        <pc:spChg chg="mod">
          <ac:chgData name="hee jun jang" userId="1cf573f1aa69da6f" providerId="LiveId" clId="{89B23E7C-3D6A-4CD3-9756-89B8C464AAAD}" dt="2026-01-20T04:19:02.621" v="11239" actId="20577"/>
          <ac:spMkLst>
            <pc:docMk/>
            <pc:sldMk cId="2689478030" sldId="279"/>
            <ac:spMk id="2" creationId="{E180A2A2-1F53-2644-8888-6EC73B1E97E5}"/>
          </ac:spMkLst>
        </pc:spChg>
        <pc:spChg chg="del">
          <ac:chgData name="hee jun jang" userId="1cf573f1aa69da6f" providerId="LiveId" clId="{89B23E7C-3D6A-4CD3-9756-89B8C464AAAD}" dt="2026-01-20T04:19:11.755" v="11240" actId="931"/>
          <ac:spMkLst>
            <pc:docMk/>
            <pc:sldMk cId="2689478030" sldId="279"/>
            <ac:spMk id="3" creationId="{6E026BF3-39DC-1C2B-8B28-7A730BE4F44B}"/>
          </ac:spMkLst>
        </pc:spChg>
        <pc:spChg chg="add mod">
          <ac:chgData name="hee jun jang" userId="1cf573f1aa69da6f" providerId="LiveId" clId="{89B23E7C-3D6A-4CD3-9756-89B8C464AAAD}" dt="2026-01-20T04:25:06.484" v="11288" actId="14100"/>
          <ac:spMkLst>
            <pc:docMk/>
            <pc:sldMk cId="2689478030" sldId="279"/>
            <ac:spMk id="12" creationId="{10D47BBB-D34B-E946-44E0-9A9749602775}"/>
          </ac:spMkLst>
        </pc:spChg>
        <pc:spChg chg="add mod">
          <ac:chgData name="hee jun jang" userId="1cf573f1aa69da6f" providerId="LiveId" clId="{89B23E7C-3D6A-4CD3-9756-89B8C464AAAD}" dt="2026-01-20T04:26:24.509" v="11302"/>
          <ac:spMkLst>
            <pc:docMk/>
            <pc:sldMk cId="2689478030" sldId="279"/>
            <ac:spMk id="21" creationId="{BA57252E-00FB-706B-40EB-59ECD7E7E274}"/>
          </ac:spMkLst>
        </pc:spChg>
        <pc:spChg chg="add mod">
          <ac:chgData name="hee jun jang" userId="1cf573f1aa69da6f" providerId="LiveId" clId="{89B23E7C-3D6A-4CD3-9756-89B8C464AAAD}" dt="2026-01-20T04:26:30.870" v="11304" actId="1076"/>
          <ac:spMkLst>
            <pc:docMk/>
            <pc:sldMk cId="2689478030" sldId="279"/>
            <ac:spMk id="24" creationId="{4A3E4A76-F944-310E-B67A-95E172BFCD7E}"/>
          </ac:spMkLst>
        </pc:spChg>
        <pc:spChg chg="add mod">
          <ac:chgData name="hee jun jang" userId="1cf573f1aa69da6f" providerId="LiveId" clId="{89B23E7C-3D6A-4CD3-9756-89B8C464AAAD}" dt="2026-01-20T04:35:55.301" v="11892" actId="1076"/>
          <ac:spMkLst>
            <pc:docMk/>
            <pc:sldMk cId="2689478030" sldId="279"/>
            <ac:spMk id="27" creationId="{008B0F27-DD94-9727-0600-2BD387D12039}"/>
          </ac:spMkLst>
        </pc:spChg>
        <pc:spChg chg="add mod">
          <ac:chgData name="hee jun jang" userId="1cf573f1aa69da6f" providerId="LiveId" clId="{89B23E7C-3D6A-4CD3-9756-89B8C464AAAD}" dt="2026-01-20T04:36:25.036" v="11901" actId="1076"/>
          <ac:spMkLst>
            <pc:docMk/>
            <pc:sldMk cId="2689478030" sldId="279"/>
            <ac:spMk id="28" creationId="{F1B695CE-D081-B9FC-3923-BC390E46520A}"/>
          </ac:spMkLst>
        </pc:spChg>
        <pc:spChg chg="add mod">
          <ac:chgData name="hee jun jang" userId="1cf573f1aa69da6f" providerId="LiveId" clId="{89B23E7C-3D6A-4CD3-9756-89B8C464AAAD}" dt="2026-01-20T04:40:45.233" v="11974" actId="1076"/>
          <ac:spMkLst>
            <pc:docMk/>
            <pc:sldMk cId="2689478030" sldId="279"/>
            <ac:spMk id="29" creationId="{80AD59B7-58FC-A460-DABD-162C16F9F92F}"/>
          </ac:spMkLst>
        </pc:spChg>
        <pc:spChg chg="add mod">
          <ac:chgData name="hee jun jang" userId="1cf573f1aa69da6f" providerId="LiveId" clId="{89B23E7C-3D6A-4CD3-9756-89B8C464AAAD}" dt="2026-01-20T04:41:03.131" v="11975" actId="1076"/>
          <ac:spMkLst>
            <pc:docMk/>
            <pc:sldMk cId="2689478030" sldId="279"/>
            <ac:spMk id="30" creationId="{0518AE5E-9363-E0F7-0FA5-4BF4AEF12804}"/>
          </ac:spMkLst>
        </pc:spChg>
        <pc:picChg chg="add mod modCrop">
          <ac:chgData name="hee jun jang" userId="1cf573f1aa69da6f" providerId="LiveId" clId="{89B23E7C-3D6A-4CD3-9756-89B8C464AAAD}" dt="2026-01-20T04:19:58.904" v="11247" actId="1076"/>
          <ac:picMkLst>
            <pc:docMk/>
            <pc:sldMk cId="2689478030" sldId="279"/>
            <ac:picMk id="7" creationId="{8D7B9C81-18EA-6366-177D-88B27F9B75F3}"/>
          </ac:picMkLst>
        </pc:picChg>
        <pc:picChg chg="add mod ord">
          <ac:chgData name="hee jun jang" userId="1cf573f1aa69da6f" providerId="LiveId" clId="{89B23E7C-3D6A-4CD3-9756-89B8C464AAAD}" dt="2026-01-20T04:26:13.281" v="11300" actId="166"/>
          <ac:picMkLst>
            <pc:docMk/>
            <pc:sldMk cId="2689478030" sldId="279"/>
            <ac:picMk id="9" creationId="{541C666E-82FB-C664-9240-C94FDBAAFC30}"/>
          </ac:picMkLst>
        </pc:picChg>
        <pc:picChg chg="add mod ord">
          <ac:chgData name="hee jun jang" userId="1cf573f1aa69da6f" providerId="LiveId" clId="{89B23E7C-3D6A-4CD3-9756-89B8C464AAAD}" dt="2026-01-20T04:26:36.588" v="11308" actId="166"/>
          <ac:picMkLst>
            <pc:docMk/>
            <pc:sldMk cId="2689478030" sldId="279"/>
            <ac:picMk id="11" creationId="{1E00B0BA-84DC-A2E1-4A48-140A3826AF00}"/>
          </ac:picMkLst>
        </pc:picChg>
        <pc:cxnChg chg="add mod">
          <ac:chgData name="hee jun jang" userId="1cf573f1aa69da6f" providerId="LiveId" clId="{89B23E7C-3D6A-4CD3-9756-89B8C464AAAD}" dt="2026-01-20T04:25:59.157" v="11296" actId="14100"/>
          <ac:cxnSpMkLst>
            <pc:docMk/>
            <pc:sldMk cId="2689478030" sldId="279"/>
            <ac:cxnSpMk id="13" creationId="{D955E8E0-7E9E-07E7-35EB-4F613C5FBF4B}"/>
          </ac:cxnSpMkLst>
        </pc:cxnChg>
        <pc:cxnChg chg="add mod">
          <ac:chgData name="hee jun jang" userId="1cf573f1aa69da6f" providerId="LiveId" clId="{89B23E7C-3D6A-4CD3-9756-89B8C464AAAD}" dt="2026-01-20T04:25:47.121" v="11295" actId="14100"/>
          <ac:cxnSpMkLst>
            <pc:docMk/>
            <pc:sldMk cId="2689478030" sldId="279"/>
            <ac:cxnSpMk id="14" creationId="{E6D29FC1-6050-9BC2-5193-402EF0818F22}"/>
          </ac:cxnSpMkLst>
        </pc:cxnChg>
        <pc:cxnChg chg="add mod">
          <ac:chgData name="hee jun jang" userId="1cf573f1aa69da6f" providerId="LiveId" clId="{89B23E7C-3D6A-4CD3-9756-89B8C464AAAD}" dt="2026-01-20T04:26:24.509" v="11302"/>
          <ac:cxnSpMkLst>
            <pc:docMk/>
            <pc:sldMk cId="2689478030" sldId="279"/>
            <ac:cxnSpMk id="22" creationId="{18BCE2FC-3813-1237-F6BE-67323A18009F}"/>
          </ac:cxnSpMkLst>
        </pc:cxnChg>
        <pc:cxnChg chg="add mod">
          <ac:chgData name="hee jun jang" userId="1cf573f1aa69da6f" providerId="LiveId" clId="{89B23E7C-3D6A-4CD3-9756-89B8C464AAAD}" dt="2026-01-20T04:26:24.509" v="11302"/>
          <ac:cxnSpMkLst>
            <pc:docMk/>
            <pc:sldMk cId="2689478030" sldId="279"/>
            <ac:cxnSpMk id="23" creationId="{06675EAA-417B-471C-19BC-362B8D6FF8DE}"/>
          </ac:cxnSpMkLst>
        </pc:cxnChg>
        <pc:cxnChg chg="add mod">
          <ac:chgData name="hee jun jang" userId="1cf573f1aa69da6f" providerId="LiveId" clId="{89B23E7C-3D6A-4CD3-9756-89B8C464AAAD}" dt="2026-01-20T04:26:30.870" v="11304" actId="1076"/>
          <ac:cxnSpMkLst>
            <pc:docMk/>
            <pc:sldMk cId="2689478030" sldId="279"/>
            <ac:cxnSpMk id="25" creationId="{4B7FA6DD-9CBD-0C08-6839-4AA0CA3F9121}"/>
          </ac:cxnSpMkLst>
        </pc:cxnChg>
        <pc:cxnChg chg="add mod">
          <ac:chgData name="hee jun jang" userId="1cf573f1aa69da6f" providerId="LiveId" clId="{89B23E7C-3D6A-4CD3-9756-89B8C464AAAD}" dt="2026-01-20T04:26:30.870" v="11304" actId="1076"/>
          <ac:cxnSpMkLst>
            <pc:docMk/>
            <pc:sldMk cId="2689478030" sldId="279"/>
            <ac:cxnSpMk id="26" creationId="{7CABC28B-135B-430E-0895-0382BE1540DC}"/>
          </ac:cxnSpMkLst>
        </pc:cxnChg>
      </pc:sldChg>
      <pc:sldChg chg="modSp new mod">
        <pc:chgData name="hee jun jang" userId="1cf573f1aa69da6f" providerId="LiveId" clId="{89B23E7C-3D6A-4CD3-9756-89B8C464AAAD}" dt="2026-01-21T01:06:39.304" v="23607" actId="20577"/>
        <pc:sldMkLst>
          <pc:docMk/>
          <pc:sldMk cId="2403079266" sldId="280"/>
        </pc:sldMkLst>
        <pc:spChg chg="mod">
          <ac:chgData name="hee jun jang" userId="1cf573f1aa69da6f" providerId="LiveId" clId="{89B23E7C-3D6A-4CD3-9756-89B8C464AAAD}" dt="2026-01-20T04:45:19.753" v="12011" actId="20577"/>
          <ac:spMkLst>
            <pc:docMk/>
            <pc:sldMk cId="2403079266" sldId="280"/>
            <ac:spMk id="2" creationId="{097ECF7F-D35C-83DF-2E62-264D05997FB3}"/>
          </ac:spMkLst>
        </pc:spChg>
        <pc:spChg chg="mod">
          <ac:chgData name="hee jun jang" userId="1cf573f1aa69da6f" providerId="LiveId" clId="{89B23E7C-3D6A-4CD3-9756-89B8C464AAAD}" dt="2026-01-21T01:06:39.304" v="23607" actId="20577"/>
          <ac:spMkLst>
            <pc:docMk/>
            <pc:sldMk cId="2403079266" sldId="280"/>
            <ac:spMk id="3" creationId="{CBB0BFEC-1045-36A2-3F3D-7CCEF76A5891}"/>
          </ac:spMkLst>
        </pc:spChg>
      </pc:sldChg>
      <pc:sldChg chg="addSp delSp modSp new mod">
        <pc:chgData name="hee jun jang" userId="1cf573f1aa69da6f" providerId="LiveId" clId="{89B23E7C-3D6A-4CD3-9756-89B8C464AAAD}" dt="2026-01-20T05:34:47.080" v="12714" actId="20577"/>
        <pc:sldMkLst>
          <pc:docMk/>
          <pc:sldMk cId="1247616756" sldId="281"/>
        </pc:sldMkLst>
        <pc:spChg chg="mod">
          <ac:chgData name="hee jun jang" userId="1cf573f1aa69da6f" providerId="LiveId" clId="{89B23E7C-3D6A-4CD3-9756-89B8C464AAAD}" dt="2026-01-20T05:34:47.080" v="12714" actId="20577"/>
          <ac:spMkLst>
            <pc:docMk/>
            <pc:sldMk cId="1247616756" sldId="281"/>
            <ac:spMk id="2" creationId="{1BC13A64-B114-0528-3E08-59E3B8BD09C0}"/>
          </ac:spMkLst>
        </pc:spChg>
        <pc:spChg chg="del">
          <ac:chgData name="hee jun jang" userId="1cf573f1aa69da6f" providerId="LiveId" clId="{89B23E7C-3D6A-4CD3-9756-89B8C464AAAD}" dt="2026-01-20T04:52:39.364" v="12250" actId="931"/>
          <ac:spMkLst>
            <pc:docMk/>
            <pc:sldMk cId="1247616756" sldId="281"/>
            <ac:spMk id="3" creationId="{3AD89ED5-604F-DEA5-5C8F-B25EA3485203}"/>
          </ac:spMkLst>
        </pc:spChg>
        <pc:spChg chg="add mod">
          <ac:chgData name="hee jun jang" userId="1cf573f1aa69da6f" providerId="LiveId" clId="{89B23E7C-3D6A-4CD3-9756-89B8C464AAAD}" dt="2026-01-20T05:31:23.281" v="12515" actId="1035"/>
          <ac:spMkLst>
            <pc:docMk/>
            <pc:sldMk cId="1247616756" sldId="281"/>
            <ac:spMk id="8" creationId="{316F4A43-DCDB-A38A-5F89-4541104B4F6C}"/>
          </ac:spMkLst>
        </pc:spChg>
        <pc:spChg chg="add mod">
          <ac:chgData name="hee jun jang" userId="1cf573f1aa69da6f" providerId="LiveId" clId="{89B23E7C-3D6A-4CD3-9756-89B8C464AAAD}" dt="2026-01-20T05:31:23.281" v="12515" actId="1035"/>
          <ac:spMkLst>
            <pc:docMk/>
            <pc:sldMk cId="1247616756" sldId="281"/>
            <ac:spMk id="9" creationId="{649E0F30-3955-0CF0-FC5A-12C8519D25B3}"/>
          </ac:spMkLst>
        </pc:spChg>
        <pc:spChg chg="add mod">
          <ac:chgData name="hee jun jang" userId="1cf573f1aa69da6f" providerId="LiveId" clId="{89B23E7C-3D6A-4CD3-9756-89B8C464AAAD}" dt="2026-01-20T05:31:23.281" v="12515" actId="1035"/>
          <ac:spMkLst>
            <pc:docMk/>
            <pc:sldMk cId="1247616756" sldId="281"/>
            <ac:spMk id="13" creationId="{D123B639-D25F-7E74-472D-154111B8A324}"/>
          </ac:spMkLst>
        </pc:spChg>
        <pc:spChg chg="add mod">
          <ac:chgData name="hee jun jang" userId="1cf573f1aa69da6f" providerId="LiveId" clId="{89B23E7C-3D6A-4CD3-9756-89B8C464AAAD}" dt="2026-01-20T05:31:23.281" v="12515" actId="1035"/>
          <ac:spMkLst>
            <pc:docMk/>
            <pc:sldMk cId="1247616756" sldId="281"/>
            <ac:spMk id="14" creationId="{44A79406-A073-64D1-6D1F-43DEBBB30B6D}"/>
          </ac:spMkLst>
        </pc:spChg>
        <pc:spChg chg="add mod">
          <ac:chgData name="hee jun jang" userId="1cf573f1aa69da6f" providerId="LiveId" clId="{89B23E7C-3D6A-4CD3-9756-89B8C464AAAD}" dt="2026-01-20T05:34:35.168" v="12702" actId="1076"/>
          <ac:spMkLst>
            <pc:docMk/>
            <pc:sldMk cId="1247616756" sldId="281"/>
            <ac:spMk id="19" creationId="{46C4E4BA-26DE-3C90-D884-05F24DA04643}"/>
          </ac:spMkLst>
        </pc:spChg>
        <pc:picChg chg="add mod">
          <ac:chgData name="hee jun jang" userId="1cf573f1aa69da6f" providerId="LiveId" clId="{89B23E7C-3D6A-4CD3-9756-89B8C464AAAD}" dt="2026-01-20T05:31:23.281" v="12515" actId="1035"/>
          <ac:picMkLst>
            <pc:docMk/>
            <pc:sldMk cId="1247616756" sldId="281"/>
            <ac:picMk id="7" creationId="{BBA322C6-2B0C-3671-DE7C-89234AD93905}"/>
          </ac:picMkLst>
        </pc:picChg>
        <pc:cxnChg chg="add mod">
          <ac:chgData name="hee jun jang" userId="1cf573f1aa69da6f" providerId="LiveId" clId="{89B23E7C-3D6A-4CD3-9756-89B8C464AAAD}" dt="2026-01-20T05:31:23.281" v="12515" actId="1035"/>
          <ac:cxnSpMkLst>
            <pc:docMk/>
            <pc:sldMk cId="1247616756" sldId="281"/>
            <ac:cxnSpMk id="10" creationId="{0D85181B-3AC2-E0FF-7DDE-97EC27450581}"/>
          </ac:cxnSpMkLst>
        </pc:cxnChg>
        <pc:cxnChg chg="add mod">
          <ac:chgData name="hee jun jang" userId="1cf573f1aa69da6f" providerId="LiveId" clId="{89B23E7C-3D6A-4CD3-9756-89B8C464AAAD}" dt="2026-01-20T05:31:23.281" v="12515" actId="1035"/>
          <ac:cxnSpMkLst>
            <pc:docMk/>
            <pc:sldMk cId="1247616756" sldId="281"/>
            <ac:cxnSpMk id="15" creationId="{A9AAEA79-7980-5851-0446-36B4218AC2B3}"/>
          </ac:cxnSpMkLst>
        </pc:cxnChg>
      </pc:sldChg>
      <pc:sldChg chg="modSp new mod">
        <pc:chgData name="hee jun jang" userId="1cf573f1aa69da6f" providerId="LiveId" clId="{89B23E7C-3D6A-4CD3-9756-89B8C464AAAD}" dt="2026-01-20T08:31:06.670" v="16980" actId="20577"/>
        <pc:sldMkLst>
          <pc:docMk/>
          <pc:sldMk cId="2103801799" sldId="282"/>
        </pc:sldMkLst>
        <pc:spChg chg="mod">
          <ac:chgData name="hee jun jang" userId="1cf573f1aa69da6f" providerId="LiveId" clId="{89B23E7C-3D6A-4CD3-9756-89B8C464AAAD}" dt="2026-01-20T05:35:04.990" v="12722" actId="20577"/>
          <ac:spMkLst>
            <pc:docMk/>
            <pc:sldMk cId="2103801799" sldId="282"/>
            <ac:spMk id="2" creationId="{558FAC85-D507-A9C6-6DA2-EEBD43E2A5A6}"/>
          </ac:spMkLst>
        </pc:spChg>
        <pc:spChg chg="mod">
          <ac:chgData name="hee jun jang" userId="1cf573f1aa69da6f" providerId="LiveId" clId="{89B23E7C-3D6A-4CD3-9756-89B8C464AAAD}" dt="2026-01-20T08:31:06.670" v="16980" actId="20577"/>
          <ac:spMkLst>
            <pc:docMk/>
            <pc:sldMk cId="2103801799" sldId="282"/>
            <ac:spMk id="3" creationId="{508F7198-BE4E-2DDD-D508-4AAD92E6B03C}"/>
          </ac:spMkLst>
        </pc:spChg>
      </pc:sldChg>
      <pc:sldChg chg="addSp delSp modSp add mod modNotesTx">
        <pc:chgData name="hee jun jang" userId="1cf573f1aa69da6f" providerId="LiveId" clId="{89B23E7C-3D6A-4CD3-9756-89B8C464AAAD}" dt="2026-01-20T08:32:27" v="17130" actId="20577"/>
        <pc:sldMkLst>
          <pc:docMk/>
          <pc:sldMk cId="3135016751" sldId="283"/>
        </pc:sldMkLst>
        <pc:spChg chg="mod">
          <ac:chgData name="hee jun jang" userId="1cf573f1aa69da6f" providerId="LiveId" clId="{89B23E7C-3D6A-4CD3-9756-89B8C464AAAD}" dt="2026-01-20T05:47:12.231" v="12851" actId="20577"/>
          <ac:spMkLst>
            <pc:docMk/>
            <pc:sldMk cId="3135016751" sldId="283"/>
            <ac:spMk id="2" creationId="{B6E3FBF5-ADC8-F7CB-C16D-E20D7E5A4EEA}"/>
          </ac:spMkLst>
        </pc:spChg>
        <pc:spChg chg="del">
          <ac:chgData name="hee jun jang" userId="1cf573f1aa69da6f" providerId="LiveId" clId="{89B23E7C-3D6A-4CD3-9756-89B8C464AAAD}" dt="2026-01-20T05:47:44.796" v="12894" actId="931"/>
          <ac:spMkLst>
            <pc:docMk/>
            <pc:sldMk cId="3135016751" sldId="283"/>
            <ac:spMk id="3" creationId="{E6C5572A-2FB5-C6B3-2F81-447A07F143A3}"/>
          </ac:spMkLst>
        </pc:spChg>
        <pc:spChg chg="add mod">
          <ac:chgData name="hee jun jang" userId="1cf573f1aa69da6f" providerId="LiveId" clId="{89B23E7C-3D6A-4CD3-9756-89B8C464AAAD}" dt="2026-01-20T05:51:51.107" v="13033" actId="20577"/>
          <ac:spMkLst>
            <pc:docMk/>
            <pc:sldMk cId="3135016751" sldId="283"/>
            <ac:spMk id="8" creationId="{DD13320A-11B8-2CA8-AB6F-6A0A1018D9FD}"/>
          </ac:spMkLst>
        </pc:spChg>
        <pc:spChg chg="add mod">
          <ac:chgData name="hee jun jang" userId="1cf573f1aa69da6f" providerId="LiveId" clId="{89B23E7C-3D6A-4CD3-9756-89B8C464AAAD}" dt="2026-01-20T05:52:28.202" v="13052" actId="14100"/>
          <ac:spMkLst>
            <pc:docMk/>
            <pc:sldMk cId="3135016751" sldId="283"/>
            <ac:spMk id="9" creationId="{05DCD088-77A7-9892-85FB-58E260A77B05}"/>
          </ac:spMkLst>
        </pc:spChg>
        <pc:spChg chg="add mod">
          <ac:chgData name="hee jun jang" userId="1cf573f1aa69da6f" providerId="LiveId" clId="{89B23E7C-3D6A-4CD3-9756-89B8C464AAAD}" dt="2026-01-20T05:53:30.757" v="13060" actId="1035"/>
          <ac:spMkLst>
            <pc:docMk/>
            <pc:sldMk cId="3135016751" sldId="283"/>
            <ac:spMk id="10" creationId="{E872E7BF-FA17-50B4-ADB2-BD51EF631C4A}"/>
          </ac:spMkLst>
        </pc:spChg>
        <pc:spChg chg="add mod">
          <ac:chgData name="hee jun jang" userId="1cf573f1aa69da6f" providerId="LiveId" clId="{89B23E7C-3D6A-4CD3-9756-89B8C464AAAD}" dt="2026-01-20T05:54:05.390" v="13073" actId="14100"/>
          <ac:spMkLst>
            <pc:docMk/>
            <pc:sldMk cId="3135016751" sldId="283"/>
            <ac:spMk id="11" creationId="{6D4208A2-C9D1-4F19-7A6F-D3EB313A25A4}"/>
          </ac:spMkLst>
        </pc:spChg>
        <pc:spChg chg="add del mod">
          <ac:chgData name="hee jun jang" userId="1cf573f1aa69da6f" providerId="LiveId" clId="{89B23E7C-3D6A-4CD3-9756-89B8C464AAAD}" dt="2026-01-20T05:53:56.402" v="13065" actId="478"/>
          <ac:spMkLst>
            <pc:docMk/>
            <pc:sldMk cId="3135016751" sldId="283"/>
            <ac:spMk id="12" creationId="{6650E7E6-E055-96A5-E98B-1CA5371E4CE0}"/>
          </ac:spMkLst>
        </pc:spChg>
        <pc:spChg chg="add del mod">
          <ac:chgData name="hee jun jang" userId="1cf573f1aa69da6f" providerId="LiveId" clId="{89B23E7C-3D6A-4CD3-9756-89B8C464AAAD}" dt="2026-01-20T05:55:28.048" v="13176" actId="478"/>
          <ac:spMkLst>
            <pc:docMk/>
            <pc:sldMk cId="3135016751" sldId="283"/>
            <ac:spMk id="13" creationId="{FED0332E-B560-D985-C506-BC54C291D1F2}"/>
          </ac:spMkLst>
        </pc:spChg>
        <pc:spChg chg="add del mod">
          <ac:chgData name="hee jun jang" userId="1cf573f1aa69da6f" providerId="LiveId" clId="{89B23E7C-3D6A-4CD3-9756-89B8C464AAAD}" dt="2026-01-20T05:55:27.423" v="13175" actId="478"/>
          <ac:spMkLst>
            <pc:docMk/>
            <pc:sldMk cId="3135016751" sldId="283"/>
            <ac:spMk id="14" creationId="{9E4A58F2-0251-2179-43AE-331BC62EB25F}"/>
          </ac:spMkLst>
        </pc:spChg>
        <pc:spChg chg="add mod">
          <ac:chgData name="hee jun jang" userId="1cf573f1aa69da6f" providerId="LiveId" clId="{89B23E7C-3D6A-4CD3-9756-89B8C464AAAD}" dt="2026-01-20T05:55:20.459" v="13173" actId="1037"/>
          <ac:spMkLst>
            <pc:docMk/>
            <pc:sldMk cId="3135016751" sldId="283"/>
            <ac:spMk id="15" creationId="{8FF8FA91-352B-E981-6862-EB886830D7E2}"/>
          </ac:spMkLst>
        </pc:spChg>
        <pc:spChg chg="add mod">
          <ac:chgData name="hee jun jang" userId="1cf573f1aa69da6f" providerId="LiveId" clId="{89B23E7C-3D6A-4CD3-9756-89B8C464AAAD}" dt="2026-01-20T05:58:11.479" v="13321" actId="1076"/>
          <ac:spMkLst>
            <pc:docMk/>
            <pc:sldMk cId="3135016751" sldId="283"/>
            <ac:spMk id="16" creationId="{7A6A19BC-01E8-8C7F-BDA6-3A3F55216B40}"/>
          </ac:spMkLst>
        </pc:spChg>
        <pc:spChg chg="add mod">
          <ac:chgData name="hee jun jang" userId="1cf573f1aa69da6f" providerId="LiveId" clId="{89B23E7C-3D6A-4CD3-9756-89B8C464AAAD}" dt="2026-01-20T05:56:23.211" v="13193" actId="1076"/>
          <ac:spMkLst>
            <pc:docMk/>
            <pc:sldMk cId="3135016751" sldId="283"/>
            <ac:spMk id="17" creationId="{83A1B6D5-A4A1-D5A1-7636-9CACF1DEA8D9}"/>
          </ac:spMkLst>
        </pc:spChg>
        <pc:spChg chg="add mod">
          <ac:chgData name="hee jun jang" userId="1cf573f1aa69da6f" providerId="LiveId" clId="{89B23E7C-3D6A-4CD3-9756-89B8C464AAAD}" dt="2026-01-20T05:56:01.339" v="13187" actId="1076"/>
          <ac:spMkLst>
            <pc:docMk/>
            <pc:sldMk cId="3135016751" sldId="283"/>
            <ac:spMk id="18" creationId="{DC173F32-AD5D-BC8A-0292-6B8FA8C3BB15}"/>
          </ac:spMkLst>
        </pc:spChg>
        <pc:picChg chg="add mod">
          <ac:chgData name="hee jun jang" userId="1cf573f1aa69da6f" providerId="LiveId" clId="{89B23E7C-3D6A-4CD3-9756-89B8C464AAAD}" dt="2026-01-20T05:53:52.922" v="13064" actId="1076"/>
          <ac:picMkLst>
            <pc:docMk/>
            <pc:sldMk cId="3135016751" sldId="283"/>
            <ac:picMk id="7" creationId="{3708B222-2439-8F5C-815E-3B2502A86B1A}"/>
          </ac:picMkLst>
        </pc:picChg>
      </pc:sldChg>
      <pc:sldChg chg="addSp delSp modSp add mod">
        <pc:chgData name="hee jun jang" userId="1cf573f1aa69da6f" providerId="LiveId" clId="{89B23E7C-3D6A-4CD3-9756-89B8C464AAAD}" dt="2026-01-20T06:01:24.838" v="13564" actId="1036"/>
        <pc:sldMkLst>
          <pc:docMk/>
          <pc:sldMk cId="4250350957" sldId="284"/>
        </pc:sldMkLst>
        <pc:spChg chg="mod">
          <ac:chgData name="hee jun jang" userId="1cf573f1aa69da6f" providerId="LiveId" clId="{89B23E7C-3D6A-4CD3-9756-89B8C464AAAD}" dt="2026-01-20T05:47:36.154" v="12893" actId="20577"/>
          <ac:spMkLst>
            <pc:docMk/>
            <pc:sldMk cId="4250350957" sldId="284"/>
            <ac:spMk id="2" creationId="{3833D2D2-45D1-E804-C5A1-8E2385B6F475}"/>
          </ac:spMkLst>
        </pc:spChg>
        <pc:spChg chg="del">
          <ac:chgData name="hee jun jang" userId="1cf573f1aa69da6f" providerId="LiveId" clId="{89B23E7C-3D6A-4CD3-9756-89B8C464AAAD}" dt="2026-01-20T05:48:13.482" v="12900" actId="931"/>
          <ac:spMkLst>
            <pc:docMk/>
            <pc:sldMk cId="4250350957" sldId="284"/>
            <ac:spMk id="3" creationId="{4609F3A9-B704-09FC-3D2E-990900FA73DA}"/>
          </ac:spMkLst>
        </pc:spChg>
        <pc:spChg chg="add mod">
          <ac:chgData name="hee jun jang" userId="1cf573f1aa69da6f" providerId="LiveId" clId="{89B23E7C-3D6A-4CD3-9756-89B8C464AAAD}" dt="2026-01-20T06:01:24.838" v="13564" actId="1036"/>
          <ac:spMkLst>
            <pc:docMk/>
            <pc:sldMk cId="4250350957" sldId="284"/>
            <ac:spMk id="8" creationId="{8396A7C0-963B-61E3-D9FD-0BF223877F0D}"/>
          </ac:spMkLst>
        </pc:spChg>
        <pc:picChg chg="add mod">
          <ac:chgData name="hee jun jang" userId="1cf573f1aa69da6f" providerId="LiveId" clId="{89B23E7C-3D6A-4CD3-9756-89B8C464AAAD}" dt="2026-01-20T06:01:19.124" v="13546" actId="1035"/>
          <ac:picMkLst>
            <pc:docMk/>
            <pc:sldMk cId="4250350957" sldId="284"/>
            <ac:picMk id="7" creationId="{D044266C-03A4-F139-D483-C8AE6E7CD966}"/>
          </ac:picMkLst>
        </pc:picChg>
      </pc:sldChg>
      <pc:sldChg chg="modSp new mod">
        <pc:chgData name="hee jun jang" userId="1cf573f1aa69da6f" providerId="LiveId" clId="{89B23E7C-3D6A-4CD3-9756-89B8C464AAAD}" dt="2026-01-20T21:35:10.726" v="22620" actId="20577"/>
        <pc:sldMkLst>
          <pc:docMk/>
          <pc:sldMk cId="1661301395" sldId="285"/>
        </pc:sldMkLst>
        <pc:spChg chg="mod">
          <ac:chgData name="hee jun jang" userId="1cf573f1aa69da6f" providerId="LiveId" clId="{89B23E7C-3D6A-4CD3-9756-89B8C464AAAD}" dt="2026-01-20T06:01:58.608" v="13604" actId="20577"/>
          <ac:spMkLst>
            <pc:docMk/>
            <pc:sldMk cId="1661301395" sldId="285"/>
            <ac:spMk id="2" creationId="{D8F96A6A-8737-0298-4EE7-E1D0E0F17593}"/>
          </ac:spMkLst>
        </pc:spChg>
        <pc:spChg chg="mod">
          <ac:chgData name="hee jun jang" userId="1cf573f1aa69da6f" providerId="LiveId" clId="{89B23E7C-3D6A-4CD3-9756-89B8C464AAAD}" dt="2026-01-20T21:35:10.726" v="22620" actId="20577"/>
          <ac:spMkLst>
            <pc:docMk/>
            <pc:sldMk cId="1661301395" sldId="285"/>
            <ac:spMk id="3" creationId="{4EF03E45-0F78-E6A8-02E8-5F1929BE8113}"/>
          </ac:spMkLst>
        </pc:spChg>
      </pc:sldChg>
      <pc:sldChg chg="addSp delSp modSp new mod modNotesTx">
        <pc:chgData name="hee jun jang" userId="1cf573f1aa69da6f" providerId="LiveId" clId="{89B23E7C-3D6A-4CD3-9756-89B8C464AAAD}" dt="2026-01-20T22:08:17.783" v="23093" actId="20577"/>
        <pc:sldMkLst>
          <pc:docMk/>
          <pc:sldMk cId="2775925630" sldId="286"/>
        </pc:sldMkLst>
        <pc:spChg chg="mod">
          <ac:chgData name="hee jun jang" userId="1cf573f1aa69da6f" providerId="LiveId" clId="{89B23E7C-3D6A-4CD3-9756-89B8C464AAAD}" dt="2026-01-20T06:14:00.290" v="13652" actId="20577"/>
          <ac:spMkLst>
            <pc:docMk/>
            <pc:sldMk cId="2775925630" sldId="286"/>
            <ac:spMk id="2" creationId="{B6CC6908-A39B-C06E-5547-F2A0EFE5E98D}"/>
          </ac:spMkLst>
        </pc:spChg>
        <pc:spChg chg="mod">
          <ac:chgData name="hee jun jang" userId="1cf573f1aa69da6f" providerId="LiveId" clId="{89B23E7C-3D6A-4CD3-9756-89B8C464AAAD}" dt="2026-01-20T21:50:32.421" v="22693" actId="20577"/>
          <ac:spMkLst>
            <pc:docMk/>
            <pc:sldMk cId="2775925630" sldId="286"/>
            <ac:spMk id="3" creationId="{2A66D51E-8B68-C09F-F208-17DD93945763}"/>
          </ac:spMkLst>
        </pc:spChg>
        <pc:spChg chg="add del mod">
          <ac:chgData name="hee jun jang" userId="1cf573f1aa69da6f" providerId="LiveId" clId="{89B23E7C-3D6A-4CD3-9756-89B8C464AAAD}" dt="2026-01-20T21:50:53.734" v="22695" actId="1076"/>
          <ac:spMkLst>
            <pc:docMk/>
            <pc:sldMk cId="2775925630" sldId="286"/>
            <ac:spMk id="7" creationId="{3088658A-7E37-BC9A-BDC5-9DC51D3DA82E}"/>
          </ac:spMkLst>
        </pc:spChg>
        <pc:spChg chg="add mod">
          <ac:chgData name="hee jun jang" userId="1cf573f1aa69da6f" providerId="LiveId" clId="{89B23E7C-3D6A-4CD3-9756-89B8C464AAAD}" dt="2026-01-20T21:50:53.734" v="22695" actId="1076"/>
          <ac:spMkLst>
            <pc:docMk/>
            <pc:sldMk cId="2775925630" sldId="286"/>
            <ac:spMk id="8" creationId="{43F3D5D7-06F7-A14E-945F-203FB37820A1}"/>
          </ac:spMkLst>
        </pc:spChg>
        <pc:spChg chg="add mod">
          <ac:chgData name="hee jun jang" userId="1cf573f1aa69da6f" providerId="LiveId" clId="{89B23E7C-3D6A-4CD3-9756-89B8C464AAAD}" dt="2026-01-20T21:55:41.811" v="22888" actId="1076"/>
          <ac:spMkLst>
            <pc:docMk/>
            <pc:sldMk cId="2775925630" sldId="286"/>
            <ac:spMk id="9" creationId="{27979A93-60B7-FC50-CE86-6A42E92B00CF}"/>
          </ac:spMkLst>
        </pc:spChg>
        <pc:spChg chg="add mod">
          <ac:chgData name="hee jun jang" userId="1cf573f1aa69da6f" providerId="LiveId" clId="{89B23E7C-3D6A-4CD3-9756-89B8C464AAAD}" dt="2026-01-20T21:55:38.580" v="22887" actId="1076"/>
          <ac:spMkLst>
            <pc:docMk/>
            <pc:sldMk cId="2775925630" sldId="286"/>
            <ac:spMk id="12" creationId="{9E4903F2-BCE1-C61C-B36E-04A83428E741}"/>
          </ac:spMkLst>
        </pc:spChg>
        <pc:spChg chg="add mod">
          <ac:chgData name="hee jun jang" userId="1cf573f1aa69da6f" providerId="LiveId" clId="{89B23E7C-3D6A-4CD3-9756-89B8C464AAAD}" dt="2026-01-20T21:56:35.701" v="22901" actId="14100"/>
          <ac:spMkLst>
            <pc:docMk/>
            <pc:sldMk cId="2775925630" sldId="286"/>
            <ac:spMk id="20" creationId="{813C62BF-EBAF-3183-F3AB-90F33DD12D60}"/>
          </ac:spMkLst>
        </pc:spChg>
        <pc:picChg chg="add mod ord">
          <ac:chgData name="hee jun jang" userId="1cf573f1aa69da6f" providerId="LiveId" clId="{89B23E7C-3D6A-4CD3-9756-89B8C464AAAD}" dt="2026-01-20T21:56:22.210" v="22898" actId="1076"/>
          <ac:picMkLst>
            <pc:docMk/>
            <pc:sldMk cId="2775925630" sldId="286"/>
            <ac:picMk id="6" creationId="{12804269-81C2-4AD6-126A-AB50AF9AEE5C}"/>
          </ac:picMkLst>
        </pc:picChg>
        <pc:picChg chg="add mod ord">
          <ac:chgData name="hee jun jang" userId="1cf573f1aa69da6f" providerId="LiveId" clId="{89B23E7C-3D6A-4CD3-9756-89B8C464AAAD}" dt="2026-01-20T21:51:37.830" v="22701" actId="167"/>
          <ac:picMkLst>
            <pc:docMk/>
            <pc:sldMk cId="2775925630" sldId="286"/>
            <ac:picMk id="11" creationId="{3238EC17-2744-63BC-8550-CEAB77127125}"/>
          </ac:picMkLst>
        </pc:picChg>
        <pc:cxnChg chg="add mod">
          <ac:chgData name="hee jun jang" userId="1cf573f1aa69da6f" providerId="LiveId" clId="{89B23E7C-3D6A-4CD3-9756-89B8C464AAAD}" dt="2026-01-20T21:56:00.354" v="22891" actId="14100"/>
          <ac:cxnSpMkLst>
            <pc:docMk/>
            <pc:sldMk cId="2775925630" sldId="286"/>
            <ac:cxnSpMk id="13" creationId="{2B2372A0-8DCC-07EF-20D6-388D1800145F}"/>
          </ac:cxnSpMkLst>
        </pc:cxnChg>
        <pc:cxnChg chg="add mod">
          <ac:chgData name="hee jun jang" userId="1cf573f1aa69da6f" providerId="LiveId" clId="{89B23E7C-3D6A-4CD3-9756-89B8C464AAAD}" dt="2026-01-20T21:56:14.050" v="22895" actId="14100"/>
          <ac:cxnSpMkLst>
            <pc:docMk/>
            <pc:sldMk cId="2775925630" sldId="286"/>
            <ac:cxnSpMk id="16" creationId="{69EF22F1-4484-BCCF-9DA5-02651A27636E}"/>
          </ac:cxnSpMkLst>
        </pc:cxnChg>
        <pc:cxnChg chg="add mod">
          <ac:chgData name="hee jun jang" userId="1cf573f1aa69da6f" providerId="LiveId" clId="{89B23E7C-3D6A-4CD3-9756-89B8C464AAAD}" dt="2026-01-20T21:56:45.071" v="22904" actId="14100"/>
          <ac:cxnSpMkLst>
            <pc:docMk/>
            <pc:sldMk cId="2775925630" sldId="286"/>
            <ac:cxnSpMk id="21" creationId="{39B3A89A-89C2-25AD-6906-B790C11E1D7F}"/>
          </ac:cxnSpMkLst>
        </pc:cxnChg>
      </pc:sldChg>
      <pc:sldChg chg="addSp delSp modSp new del mod">
        <pc:chgData name="hee jun jang" userId="1cf573f1aa69da6f" providerId="LiveId" clId="{89B23E7C-3D6A-4CD3-9756-89B8C464AAAD}" dt="2026-01-20T21:56:53.283" v="22905" actId="47"/>
        <pc:sldMkLst>
          <pc:docMk/>
          <pc:sldMk cId="1751420529" sldId="287"/>
        </pc:sldMkLst>
        <pc:spChg chg="mod">
          <ac:chgData name="hee jun jang" userId="1cf573f1aa69da6f" providerId="LiveId" clId="{89B23E7C-3D6A-4CD3-9756-89B8C464AAAD}" dt="2026-01-20T06:21:36.952" v="13844" actId="20577"/>
          <ac:spMkLst>
            <pc:docMk/>
            <pc:sldMk cId="1751420529" sldId="287"/>
            <ac:spMk id="2" creationId="{4C2E0094-3C2D-438E-C136-2C123ABC2ACE}"/>
          </ac:spMkLst>
        </pc:spChg>
        <pc:spChg chg="del">
          <ac:chgData name="hee jun jang" userId="1cf573f1aa69da6f" providerId="LiveId" clId="{89B23E7C-3D6A-4CD3-9756-89B8C464AAAD}" dt="2026-01-20T06:22:38.764" v="13845" actId="931"/>
          <ac:spMkLst>
            <pc:docMk/>
            <pc:sldMk cId="1751420529" sldId="287"/>
            <ac:spMk id="3" creationId="{08187C2D-7FD3-52F8-9DEE-8B8122E19C9F}"/>
          </ac:spMkLst>
        </pc:spChg>
        <pc:picChg chg="add mod">
          <ac:chgData name="hee jun jang" userId="1cf573f1aa69da6f" providerId="LiveId" clId="{89B23E7C-3D6A-4CD3-9756-89B8C464AAAD}" dt="2026-01-20T06:22:56.302" v="13850" actId="1076"/>
          <ac:picMkLst>
            <pc:docMk/>
            <pc:sldMk cId="1751420529" sldId="287"/>
            <ac:picMk id="7" creationId="{97FA2636-E45B-23BA-3C7E-C8BE537380CD}"/>
          </ac:picMkLst>
        </pc:picChg>
      </pc:sldChg>
      <pc:sldChg chg="addSp modSp new mod modNotesTx">
        <pc:chgData name="hee jun jang" userId="1cf573f1aa69da6f" providerId="LiveId" clId="{89B23E7C-3D6A-4CD3-9756-89B8C464AAAD}" dt="2026-01-21T03:08:13.203" v="23814" actId="20577"/>
        <pc:sldMkLst>
          <pc:docMk/>
          <pc:sldMk cId="3840642784" sldId="288"/>
        </pc:sldMkLst>
        <pc:spChg chg="mod">
          <ac:chgData name="hee jun jang" userId="1cf573f1aa69da6f" providerId="LiveId" clId="{89B23E7C-3D6A-4CD3-9756-89B8C464AAAD}" dt="2026-01-20T06:39:57.359" v="13869" actId="20577"/>
          <ac:spMkLst>
            <pc:docMk/>
            <pc:sldMk cId="3840642784" sldId="288"/>
            <ac:spMk id="2" creationId="{B5277C5C-BD5D-B134-06BC-0A92BF393B33}"/>
          </ac:spMkLst>
        </pc:spChg>
        <pc:spChg chg="mod">
          <ac:chgData name="hee jun jang" userId="1cf573f1aa69da6f" providerId="LiveId" clId="{89B23E7C-3D6A-4CD3-9756-89B8C464AAAD}" dt="2026-01-21T01:25:37.036" v="23714" actId="6559"/>
          <ac:spMkLst>
            <pc:docMk/>
            <pc:sldMk cId="3840642784" sldId="288"/>
            <ac:spMk id="3" creationId="{30DDAB99-492A-1A2E-B816-860D99E93255}"/>
          </ac:spMkLst>
        </pc:spChg>
        <pc:spChg chg="add mod">
          <ac:chgData name="hee jun jang" userId="1cf573f1aa69da6f" providerId="LiveId" clId="{89B23E7C-3D6A-4CD3-9756-89B8C464AAAD}" dt="2026-01-21T01:24:38.775" v="23636" actId="1036"/>
          <ac:spMkLst>
            <pc:docMk/>
            <pc:sldMk cId="3840642784" sldId="288"/>
            <ac:spMk id="8" creationId="{88CD4345-1B13-F27F-8F85-A45077DC0397}"/>
          </ac:spMkLst>
        </pc:spChg>
        <pc:spChg chg="add mod">
          <ac:chgData name="hee jun jang" userId="1cf573f1aa69da6f" providerId="LiveId" clId="{89B23E7C-3D6A-4CD3-9756-89B8C464AAAD}" dt="2026-01-21T03:08:13.203" v="23814" actId="20577"/>
          <ac:spMkLst>
            <pc:docMk/>
            <pc:sldMk cId="3840642784" sldId="288"/>
            <ac:spMk id="9" creationId="{346EB00F-EDB9-46E8-91D4-43FA924523CC}"/>
          </ac:spMkLst>
        </pc:spChg>
        <pc:picChg chg="add mod">
          <ac:chgData name="hee jun jang" userId="1cf573f1aa69da6f" providerId="LiveId" clId="{89B23E7C-3D6A-4CD3-9756-89B8C464AAAD}" dt="2026-01-21T01:24:38.775" v="23636" actId="1036"/>
          <ac:picMkLst>
            <pc:docMk/>
            <pc:sldMk cId="3840642784" sldId="288"/>
            <ac:picMk id="7" creationId="{4F6A5FD6-A586-26D5-9B99-4F69B77080ED}"/>
          </ac:picMkLst>
        </pc:picChg>
      </pc:sldChg>
      <pc:sldChg chg="addSp delSp modSp new mod modNotesTx">
        <pc:chgData name="hee jun jang" userId="1cf573f1aa69da6f" providerId="LiveId" clId="{89B23E7C-3D6A-4CD3-9756-89B8C464AAAD}" dt="2026-01-21T03:12:14.082" v="24020" actId="20577"/>
        <pc:sldMkLst>
          <pc:docMk/>
          <pc:sldMk cId="1507445295" sldId="289"/>
        </pc:sldMkLst>
        <pc:spChg chg="mod">
          <ac:chgData name="hee jun jang" userId="1cf573f1aa69da6f" providerId="LiveId" clId="{89B23E7C-3D6A-4CD3-9756-89B8C464AAAD}" dt="2026-01-20T07:28:37.299" v="14816" actId="20577"/>
          <ac:spMkLst>
            <pc:docMk/>
            <pc:sldMk cId="1507445295" sldId="289"/>
            <ac:spMk id="2" creationId="{9FB1E766-C560-B925-2C84-DF1CDAD4A365}"/>
          </ac:spMkLst>
        </pc:spChg>
        <pc:spChg chg="del">
          <ac:chgData name="hee jun jang" userId="1cf573f1aa69da6f" providerId="LiveId" clId="{89B23E7C-3D6A-4CD3-9756-89B8C464AAAD}" dt="2026-01-20T06:56:27.510" v="14233" actId="931"/>
          <ac:spMkLst>
            <pc:docMk/>
            <pc:sldMk cId="1507445295" sldId="289"/>
            <ac:spMk id="3" creationId="{8DC5A4B5-5E3D-FF4E-58B8-C2BF7BFCC18D}"/>
          </ac:spMkLst>
        </pc:spChg>
        <pc:spChg chg="add del mod">
          <ac:chgData name="hee jun jang" userId="1cf573f1aa69da6f" providerId="LiveId" clId="{89B23E7C-3D6A-4CD3-9756-89B8C464AAAD}" dt="2026-01-20T07:08:02.281" v="14303" actId="478"/>
          <ac:spMkLst>
            <pc:docMk/>
            <pc:sldMk cId="1507445295" sldId="289"/>
            <ac:spMk id="11" creationId="{CEA4E425-ECE9-EC8B-F013-235A4F891D05}"/>
          </ac:spMkLst>
        </pc:spChg>
        <pc:spChg chg="add mod">
          <ac:chgData name="hee jun jang" userId="1cf573f1aa69da6f" providerId="LiveId" clId="{89B23E7C-3D6A-4CD3-9756-89B8C464AAAD}" dt="2026-01-20T07:38:36.492" v="15271" actId="20577"/>
          <ac:spMkLst>
            <pc:docMk/>
            <pc:sldMk cId="1507445295" sldId="289"/>
            <ac:spMk id="12" creationId="{E79EAFC0-C8B5-95F6-C53E-87F217F1DC79}"/>
          </ac:spMkLst>
        </pc:spChg>
        <pc:picChg chg="add del mod">
          <ac:chgData name="hee jun jang" userId="1cf573f1aa69da6f" providerId="LiveId" clId="{89B23E7C-3D6A-4CD3-9756-89B8C464AAAD}" dt="2026-01-20T07:07:54.689" v="14302" actId="478"/>
          <ac:picMkLst>
            <pc:docMk/>
            <pc:sldMk cId="1507445295" sldId="289"/>
            <ac:picMk id="7" creationId="{470B1507-188B-390F-85A3-36A5063F939D}"/>
          </ac:picMkLst>
        </pc:picChg>
        <pc:picChg chg="add mod">
          <ac:chgData name="hee jun jang" userId="1cf573f1aa69da6f" providerId="LiveId" clId="{89B23E7C-3D6A-4CD3-9756-89B8C464AAAD}" dt="2026-01-20T07:08:12.106" v="14324" actId="552"/>
          <ac:picMkLst>
            <pc:docMk/>
            <pc:sldMk cId="1507445295" sldId="289"/>
            <ac:picMk id="9" creationId="{3FEC94F0-CA8D-7C33-CFD6-699F9BDF0718}"/>
          </ac:picMkLst>
        </pc:picChg>
      </pc:sldChg>
      <pc:sldChg chg="modSp new mod">
        <pc:chgData name="hee jun jang" userId="1cf573f1aa69da6f" providerId="LiveId" clId="{89B23E7C-3D6A-4CD3-9756-89B8C464AAAD}" dt="2026-01-20T06:46:08.190" v="14221" actId="20577"/>
        <pc:sldMkLst>
          <pc:docMk/>
          <pc:sldMk cId="1484651215" sldId="290"/>
        </pc:sldMkLst>
        <pc:spChg chg="mod">
          <ac:chgData name="hee jun jang" userId="1cf573f1aa69da6f" providerId="LiveId" clId="{89B23E7C-3D6A-4CD3-9756-89B8C464AAAD}" dt="2026-01-20T06:41:46.831" v="13909" actId="20577"/>
          <ac:spMkLst>
            <pc:docMk/>
            <pc:sldMk cId="1484651215" sldId="290"/>
            <ac:spMk id="2" creationId="{282BC277-34DF-79E2-5847-6AFDA18C3D23}"/>
          </ac:spMkLst>
        </pc:spChg>
        <pc:spChg chg="mod">
          <ac:chgData name="hee jun jang" userId="1cf573f1aa69da6f" providerId="LiveId" clId="{89B23E7C-3D6A-4CD3-9756-89B8C464AAAD}" dt="2026-01-20T06:46:08.190" v="14221" actId="20577"/>
          <ac:spMkLst>
            <pc:docMk/>
            <pc:sldMk cId="1484651215" sldId="290"/>
            <ac:spMk id="3" creationId="{D0BA4B02-3993-9CB2-9703-CD36F450B634}"/>
          </ac:spMkLst>
        </pc:spChg>
      </pc:sldChg>
      <pc:sldChg chg="delSp modSp new mod">
        <pc:chgData name="hee jun jang" userId="1cf573f1aa69da6f" providerId="LiveId" clId="{89B23E7C-3D6A-4CD3-9756-89B8C464AAAD}" dt="2026-01-20T06:42:28.669" v="13935" actId="12789"/>
        <pc:sldMkLst>
          <pc:docMk/>
          <pc:sldMk cId="1756803093" sldId="291"/>
        </pc:sldMkLst>
        <pc:spChg chg="mod">
          <ac:chgData name="hee jun jang" userId="1cf573f1aa69da6f" providerId="LiveId" clId="{89B23E7C-3D6A-4CD3-9756-89B8C464AAAD}" dt="2026-01-20T06:42:28.669" v="13935" actId="12789"/>
          <ac:spMkLst>
            <pc:docMk/>
            <pc:sldMk cId="1756803093" sldId="291"/>
            <ac:spMk id="2" creationId="{74596248-17B7-0C01-FC99-151B639FCA57}"/>
          </ac:spMkLst>
        </pc:spChg>
        <pc:spChg chg="del">
          <ac:chgData name="hee jun jang" userId="1cf573f1aa69da6f" providerId="LiveId" clId="{89B23E7C-3D6A-4CD3-9756-89B8C464AAAD}" dt="2026-01-20T06:41:53.426" v="13911" actId="478"/>
          <ac:spMkLst>
            <pc:docMk/>
            <pc:sldMk cId="1756803093" sldId="291"/>
            <ac:spMk id="3" creationId="{D89B9464-E37B-3144-0958-8948CBFDD7B2}"/>
          </ac:spMkLst>
        </pc:spChg>
      </pc:sldChg>
      <pc:sldChg chg="addSp delSp modSp new mod">
        <pc:chgData name="hee jun jang" userId="1cf573f1aa69da6f" providerId="LiveId" clId="{89B23E7C-3D6A-4CD3-9756-89B8C464AAAD}" dt="2026-01-20T15:33:20.922" v="22339" actId="478"/>
        <pc:sldMkLst>
          <pc:docMk/>
          <pc:sldMk cId="3486827190" sldId="292"/>
        </pc:sldMkLst>
        <pc:spChg chg="mod">
          <ac:chgData name="hee jun jang" userId="1cf573f1aa69da6f" providerId="LiveId" clId="{89B23E7C-3D6A-4CD3-9756-89B8C464AAAD}" dt="2026-01-20T11:32:13.122" v="18750" actId="20577"/>
          <ac:spMkLst>
            <pc:docMk/>
            <pc:sldMk cId="3486827190" sldId="292"/>
            <ac:spMk id="2" creationId="{16DD556B-1D7E-FB51-8BA5-2A17918668EA}"/>
          </ac:spMkLst>
        </pc:spChg>
        <pc:spChg chg="del">
          <ac:chgData name="hee jun jang" userId="1cf573f1aa69da6f" providerId="LiveId" clId="{89B23E7C-3D6A-4CD3-9756-89B8C464AAAD}" dt="2026-01-20T10:49:52.219" v="18398" actId="931"/>
          <ac:spMkLst>
            <pc:docMk/>
            <pc:sldMk cId="3486827190" sldId="292"/>
            <ac:spMk id="3" creationId="{7DA7DD34-C7F9-6FE4-40D5-D0F05DCE8179}"/>
          </ac:spMkLst>
        </pc:spChg>
        <pc:spChg chg="add del mod">
          <ac:chgData name="hee jun jang" userId="1cf573f1aa69da6f" providerId="LiveId" clId="{89B23E7C-3D6A-4CD3-9756-89B8C464AAAD}" dt="2026-01-20T15:33:19.190" v="22338" actId="478"/>
          <ac:spMkLst>
            <pc:docMk/>
            <pc:sldMk cId="3486827190" sldId="292"/>
            <ac:spMk id="8" creationId="{6FF0E2E7-B618-8D86-4FA6-75147919B7F5}"/>
          </ac:spMkLst>
        </pc:spChg>
        <pc:spChg chg="add mod">
          <ac:chgData name="hee jun jang" userId="1cf573f1aa69da6f" providerId="LiveId" clId="{89B23E7C-3D6A-4CD3-9756-89B8C464AAAD}" dt="2026-01-20T10:51:37.577" v="18415" actId="14100"/>
          <ac:spMkLst>
            <pc:docMk/>
            <pc:sldMk cId="3486827190" sldId="292"/>
            <ac:spMk id="9" creationId="{5F46FF35-683B-0345-86FC-FE561F5B6049}"/>
          </ac:spMkLst>
        </pc:spChg>
        <pc:spChg chg="add del mod">
          <ac:chgData name="hee jun jang" userId="1cf573f1aa69da6f" providerId="LiveId" clId="{89B23E7C-3D6A-4CD3-9756-89B8C464AAAD}" dt="2026-01-20T15:33:20.922" v="22339" actId="478"/>
          <ac:spMkLst>
            <pc:docMk/>
            <pc:sldMk cId="3486827190" sldId="292"/>
            <ac:spMk id="10" creationId="{74548D46-1A6B-F81C-A8AA-A9B61DD4572E}"/>
          </ac:spMkLst>
        </pc:spChg>
        <pc:picChg chg="add mod">
          <ac:chgData name="hee jun jang" userId="1cf573f1aa69da6f" providerId="LiveId" clId="{89B23E7C-3D6A-4CD3-9756-89B8C464AAAD}" dt="2026-01-20T11:02:03.998" v="18419" actId="1076"/>
          <ac:picMkLst>
            <pc:docMk/>
            <pc:sldMk cId="3486827190" sldId="292"/>
            <ac:picMk id="7" creationId="{EE2DE73F-FB47-4392-A62B-14BA13F0AD72}"/>
          </ac:picMkLst>
        </pc:picChg>
      </pc:sldChg>
      <pc:sldChg chg="modSp new del mod">
        <pc:chgData name="hee jun jang" userId="1cf573f1aa69da6f" providerId="LiveId" clId="{89B23E7C-3D6A-4CD3-9756-89B8C464AAAD}" dt="2026-01-20T07:38:57.879" v="15272" actId="47"/>
        <pc:sldMkLst>
          <pc:docMk/>
          <pc:sldMk cId="2141636234" sldId="293"/>
        </pc:sldMkLst>
        <pc:spChg chg="mod">
          <ac:chgData name="hee jun jang" userId="1cf573f1aa69da6f" providerId="LiveId" clId="{89B23E7C-3D6A-4CD3-9756-89B8C464AAAD}" dt="2026-01-20T06:53:28.888" v="14232" actId="20577"/>
          <ac:spMkLst>
            <pc:docMk/>
            <pc:sldMk cId="2141636234" sldId="293"/>
            <ac:spMk id="2" creationId="{BAC2309D-2687-33E0-B090-47B5FF1DBCC6}"/>
          </ac:spMkLst>
        </pc:spChg>
      </pc:sldChg>
      <pc:sldChg chg="addSp delSp modSp add mod">
        <pc:chgData name="hee jun jang" userId="1cf573f1aa69da6f" providerId="LiveId" clId="{89B23E7C-3D6A-4CD3-9756-89B8C464AAAD}" dt="2026-01-20T07:22:37.994" v="14778" actId="27636"/>
        <pc:sldMkLst>
          <pc:docMk/>
          <pc:sldMk cId="2514902927" sldId="294"/>
        </pc:sldMkLst>
        <pc:spChg chg="mod">
          <ac:chgData name="hee jun jang" userId="1cf573f1aa69da6f" providerId="LiveId" clId="{89B23E7C-3D6A-4CD3-9756-89B8C464AAAD}" dt="2026-01-20T07:07:32.956" v="14300" actId="20577"/>
          <ac:spMkLst>
            <pc:docMk/>
            <pc:sldMk cId="2514902927" sldId="294"/>
            <ac:spMk id="2" creationId="{2EB35655-DE0B-092B-CAA9-2AE75D42E50F}"/>
          </ac:spMkLst>
        </pc:spChg>
        <pc:spChg chg="add mod">
          <ac:chgData name="hee jun jang" userId="1cf573f1aa69da6f" providerId="LiveId" clId="{89B23E7C-3D6A-4CD3-9756-89B8C464AAAD}" dt="2026-01-20T07:22:37.994" v="14778" actId="27636"/>
          <ac:spMkLst>
            <pc:docMk/>
            <pc:sldMk cId="2514902927" sldId="294"/>
            <ac:spMk id="3" creationId="{3BA57E2C-1DBA-15F5-88C3-28C87E140979}"/>
          </ac:spMkLst>
        </pc:spChg>
        <pc:picChg chg="del">
          <ac:chgData name="hee jun jang" userId="1cf573f1aa69da6f" providerId="LiveId" clId="{89B23E7C-3D6A-4CD3-9756-89B8C464AAAD}" dt="2026-01-20T07:07:50.661" v="14301" actId="478"/>
          <ac:picMkLst>
            <pc:docMk/>
            <pc:sldMk cId="2514902927" sldId="294"/>
            <ac:picMk id="9" creationId="{E6877259-2021-CD47-77EA-BE9DBD93A5A9}"/>
          </ac:picMkLst>
        </pc:picChg>
      </pc:sldChg>
      <pc:sldChg chg="addSp delSp modSp add mod">
        <pc:chgData name="hee jun jang" userId="1cf573f1aa69da6f" providerId="LiveId" clId="{89B23E7C-3D6A-4CD3-9756-89B8C464AAAD}" dt="2026-01-20T11:32:17.292" v="18759" actId="20577"/>
        <pc:sldMkLst>
          <pc:docMk/>
          <pc:sldMk cId="3709704766" sldId="295"/>
        </pc:sldMkLst>
        <pc:spChg chg="mod">
          <ac:chgData name="hee jun jang" userId="1cf573f1aa69da6f" providerId="LiveId" clId="{89B23E7C-3D6A-4CD3-9756-89B8C464AAAD}" dt="2026-01-20T11:32:17.292" v="18759" actId="20577"/>
          <ac:spMkLst>
            <pc:docMk/>
            <pc:sldMk cId="3709704766" sldId="295"/>
            <ac:spMk id="2" creationId="{66EAC50E-7730-B92A-ACC3-02C561F424C3}"/>
          </ac:spMkLst>
        </pc:spChg>
        <pc:spChg chg="add del mod">
          <ac:chgData name="hee jun jang" userId="1cf573f1aa69da6f" providerId="LiveId" clId="{89B23E7C-3D6A-4CD3-9756-89B8C464AAAD}" dt="2026-01-20T11:04:40.698" v="18427" actId="931"/>
          <ac:spMkLst>
            <pc:docMk/>
            <pc:sldMk cId="3709704766" sldId="295"/>
            <ac:spMk id="6" creationId="{9715AAC2-D502-16AC-9B4F-2A3DD0C04FEF}"/>
          </ac:spMkLst>
        </pc:spChg>
        <pc:spChg chg="del">
          <ac:chgData name="hee jun jang" userId="1cf573f1aa69da6f" providerId="LiveId" clId="{89B23E7C-3D6A-4CD3-9756-89B8C464AAAD}" dt="2026-01-20T11:04:52.735" v="18433" actId="478"/>
          <ac:spMkLst>
            <pc:docMk/>
            <pc:sldMk cId="3709704766" sldId="295"/>
            <ac:spMk id="8" creationId="{2254F53C-8B60-6600-9CD7-7FEE95A1CB85}"/>
          </ac:spMkLst>
        </pc:spChg>
        <pc:spChg chg="mod">
          <ac:chgData name="hee jun jang" userId="1cf573f1aa69da6f" providerId="LiveId" clId="{89B23E7C-3D6A-4CD3-9756-89B8C464AAAD}" dt="2026-01-20T11:08:12.762" v="18490" actId="552"/>
          <ac:spMkLst>
            <pc:docMk/>
            <pc:sldMk cId="3709704766" sldId="295"/>
            <ac:spMk id="9" creationId="{63C82F8F-6ADB-CD5D-B4C2-CC6CA1867616}"/>
          </ac:spMkLst>
        </pc:spChg>
        <pc:spChg chg="add mod">
          <ac:chgData name="hee jun jang" userId="1cf573f1aa69da6f" providerId="LiveId" clId="{89B23E7C-3D6A-4CD3-9756-89B8C464AAAD}" dt="2026-01-20T11:10:34.602" v="18512" actId="1076"/>
          <ac:spMkLst>
            <pc:docMk/>
            <pc:sldMk cId="3709704766" sldId="295"/>
            <ac:spMk id="14" creationId="{63309846-B773-FB87-CCBF-C2C76D9D8EB7}"/>
          </ac:spMkLst>
        </pc:spChg>
        <pc:spChg chg="add mod">
          <ac:chgData name="hee jun jang" userId="1cf573f1aa69da6f" providerId="LiveId" clId="{89B23E7C-3D6A-4CD3-9756-89B8C464AAAD}" dt="2026-01-20T11:09:15.230" v="18496" actId="208"/>
          <ac:spMkLst>
            <pc:docMk/>
            <pc:sldMk cId="3709704766" sldId="295"/>
            <ac:spMk id="15" creationId="{D3D494A0-089A-C887-D51D-DD40345DF09C}"/>
          </ac:spMkLst>
        </pc:spChg>
        <pc:spChg chg="add mod">
          <ac:chgData name="hee jun jang" userId="1cf573f1aa69da6f" providerId="LiveId" clId="{89B23E7C-3D6A-4CD3-9756-89B8C464AAAD}" dt="2026-01-20T11:09:03.983" v="18495" actId="208"/>
          <ac:spMkLst>
            <pc:docMk/>
            <pc:sldMk cId="3709704766" sldId="295"/>
            <ac:spMk id="16" creationId="{AA2BAA51-BD44-C606-3258-D036CEF41C65}"/>
          </ac:spMkLst>
        </pc:spChg>
        <pc:spChg chg="add mod">
          <ac:chgData name="hee jun jang" userId="1cf573f1aa69da6f" providerId="LiveId" clId="{89B23E7C-3D6A-4CD3-9756-89B8C464AAAD}" dt="2026-01-20T11:11:36.339" v="18549" actId="1035"/>
          <ac:spMkLst>
            <pc:docMk/>
            <pc:sldMk cId="3709704766" sldId="295"/>
            <ac:spMk id="18" creationId="{66ECB7AB-F28F-944A-A165-370300876101}"/>
          </ac:spMkLst>
        </pc:spChg>
        <pc:spChg chg="add mod">
          <ac:chgData name="hee jun jang" userId="1cf573f1aa69da6f" providerId="LiveId" clId="{89B23E7C-3D6A-4CD3-9756-89B8C464AAAD}" dt="2026-01-20T11:11:50.141" v="18570" actId="20577"/>
          <ac:spMkLst>
            <pc:docMk/>
            <pc:sldMk cId="3709704766" sldId="295"/>
            <ac:spMk id="20" creationId="{2C2E68F6-DB48-8F8A-6ACB-9C9C88D4532D}"/>
          </ac:spMkLst>
        </pc:spChg>
        <pc:picChg chg="del">
          <ac:chgData name="hee jun jang" userId="1cf573f1aa69da6f" providerId="LiveId" clId="{89B23E7C-3D6A-4CD3-9756-89B8C464AAAD}" dt="2026-01-20T11:04:11.958" v="18424" actId="478"/>
          <ac:picMkLst>
            <pc:docMk/>
            <pc:sldMk cId="3709704766" sldId="295"/>
            <ac:picMk id="7" creationId="{15556A6D-2F0C-3B93-E6FC-0EB7785974B2}"/>
          </ac:picMkLst>
        </pc:picChg>
        <pc:picChg chg="add del">
          <ac:chgData name="hee jun jang" userId="1cf573f1aa69da6f" providerId="LiveId" clId="{89B23E7C-3D6A-4CD3-9756-89B8C464AAAD}" dt="2026-01-20T11:04:14.299" v="18426" actId="22"/>
          <ac:picMkLst>
            <pc:docMk/>
            <pc:sldMk cId="3709704766" sldId="295"/>
            <ac:picMk id="11" creationId="{9561B991-490C-BE16-55D0-FC87DEA004FD}"/>
          </ac:picMkLst>
        </pc:picChg>
        <pc:picChg chg="add mod ord">
          <ac:chgData name="hee jun jang" userId="1cf573f1aa69da6f" providerId="LiveId" clId="{89B23E7C-3D6A-4CD3-9756-89B8C464AAAD}" dt="2026-01-20T11:06:01.377" v="18473" actId="1036"/>
          <ac:picMkLst>
            <pc:docMk/>
            <pc:sldMk cId="3709704766" sldId="295"/>
            <ac:picMk id="13" creationId="{C850B1A6-CB80-7297-7A7B-1C8C8F042ACC}"/>
          </ac:picMkLst>
        </pc:picChg>
      </pc:sldChg>
      <pc:sldChg chg="addSp delSp modSp add mod">
        <pc:chgData name="hee jun jang" userId="1cf573f1aa69da6f" providerId="LiveId" clId="{89B23E7C-3D6A-4CD3-9756-89B8C464AAAD}" dt="2026-01-20T11:32:22.470" v="18768" actId="20577"/>
        <pc:sldMkLst>
          <pc:docMk/>
          <pc:sldMk cId="904511327" sldId="296"/>
        </pc:sldMkLst>
        <pc:spChg chg="mod">
          <ac:chgData name="hee jun jang" userId="1cf573f1aa69da6f" providerId="LiveId" clId="{89B23E7C-3D6A-4CD3-9756-89B8C464AAAD}" dt="2026-01-20T11:32:22.470" v="18768" actId="20577"/>
          <ac:spMkLst>
            <pc:docMk/>
            <pc:sldMk cId="904511327" sldId="296"/>
            <ac:spMk id="2" creationId="{97C523DD-D3CE-D13A-86D3-6A5C75CDEA23}"/>
          </ac:spMkLst>
        </pc:spChg>
        <pc:spChg chg="add del mod">
          <ac:chgData name="hee jun jang" userId="1cf573f1aa69da6f" providerId="LiveId" clId="{89B23E7C-3D6A-4CD3-9756-89B8C464AAAD}" dt="2026-01-20T11:18:12.417" v="18573" actId="931"/>
          <ac:spMkLst>
            <pc:docMk/>
            <pc:sldMk cId="904511327" sldId="296"/>
            <ac:spMk id="6" creationId="{01270FC3-6F00-CDE7-FBC1-D6DC06DFA0A2}"/>
          </ac:spMkLst>
        </pc:spChg>
        <pc:spChg chg="mod">
          <ac:chgData name="hee jun jang" userId="1cf573f1aa69da6f" providerId="LiveId" clId="{89B23E7C-3D6A-4CD3-9756-89B8C464AAAD}" dt="2026-01-20T11:19:04.310" v="18582" actId="14100"/>
          <ac:spMkLst>
            <pc:docMk/>
            <pc:sldMk cId="904511327" sldId="296"/>
            <ac:spMk id="9" creationId="{D31F9C38-6D89-A680-D75D-CC3DA526DD27}"/>
          </ac:spMkLst>
        </pc:spChg>
        <pc:spChg chg="add mod">
          <ac:chgData name="hee jun jang" userId="1cf573f1aa69da6f" providerId="LiveId" clId="{89B23E7C-3D6A-4CD3-9756-89B8C464AAAD}" dt="2026-01-20T11:19:18.517" v="18585" actId="14100"/>
          <ac:spMkLst>
            <pc:docMk/>
            <pc:sldMk cId="904511327" sldId="296"/>
            <ac:spMk id="10" creationId="{4FDD24FE-CA43-FAB0-3227-9CBD4F1A890E}"/>
          </ac:spMkLst>
        </pc:spChg>
        <pc:spChg chg="del">
          <ac:chgData name="hee jun jang" userId="1cf573f1aa69da6f" providerId="LiveId" clId="{89B23E7C-3D6A-4CD3-9756-89B8C464AAAD}" dt="2026-01-20T11:18:29.424" v="18577" actId="478"/>
          <ac:spMkLst>
            <pc:docMk/>
            <pc:sldMk cId="904511327" sldId="296"/>
            <ac:spMk id="14" creationId="{B8189D04-E9D3-8653-C202-29F237D48731}"/>
          </ac:spMkLst>
        </pc:spChg>
        <pc:spChg chg="del">
          <ac:chgData name="hee jun jang" userId="1cf573f1aa69da6f" providerId="LiveId" clId="{89B23E7C-3D6A-4CD3-9756-89B8C464AAAD}" dt="2026-01-20T11:18:34.101" v="18578" actId="478"/>
          <ac:spMkLst>
            <pc:docMk/>
            <pc:sldMk cId="904511327" sldId="296"/>
            <ac:spMk id="15" creationId="{B962DC8D-2D71-FF02-2F0D-13F6FEFFC5C3}"/>
          </ac:spMkLst>
        </pc:spChg>
        <pc:spChg chg="del">
          <ac:chgData name="hee jun jang" userId="1cf573f1aa69da6f" providerId="LiveId" clId="{89B23E7C-3D6A-4CD3-9756-89B8C464AAAD}" dt="2026-01-20T11:18:34.101" v="18578" actId="478"/>
          <ac:spMkLst>
            <pc:docMk/>
            <pc:sldMk cId="904511327" sldId="296"/>
            <ac:spMk id="16" creationId="{87454946-6866-93C5-438B-A8521356514F}"/>
          </ac:spMkLst>
        </pc:spChg>
        <pc:spChg chg="del">
          <ac:chgData name="hee jun jang" userId="1cf573f1aa69da6f" providerId="LiveId" clId="{89B23E7C-3D6A-4CD3-9756-89B8C464AAAD}" dt="2026-01-20T11:18:29.424" v="18577" actId="478"/>
          <ac:spMkLst>
            <pc:docMk/>
            <pc:sldMk cId="904511327" sldId="296"/>
            <ac:spMk id="18" creationId="{3E2A9147-C0CC-7007-F824-366CC5A3EF5F}"/>
          </ac:spMkLst>
        </pc:spChg>
        <pc:spChg chg="del">
          <ac:chgData name="hee jun jang" userId="1cf573f1aa69da6f" providerId="LiveId" clId="{89B23E7C-3D6A-4CD3-9756-89B8C464AAAD}" dt="2026-01-20T11:18:29.424" v="18577" actId="478"/>
          <ac:spMkLst>
            <pc:docMk/>
            <pc:sldMk cId="904511327" sldId="296"/>
            <ac:spMk id="20" creationId="{3C9B5EA1-5A1B-3FB7-FC74-AD89C0044379}"/>
          </ac:spMkLst>
        </pc:spChg>
        <pc:picChg chg="add mod ord">
          <ac:chgData name="hee jun jang" userId="1cf573f1aa69da6f" providerId="LiveId" clId="{89B23E7C-3D6A-4CD3-9756-89B8C464AAAD}" dt="2026-01-20T11:18:16.974" v="18576" actId="167"/>
          <ac:picMkLst>
            <pc:docMk/>
            <pc:sldMk cId="904511327" sldId="296"/>
            <ac:picMk id="8" creationId="{55850532-E2D5-F8F5-1AC6-FBC6C24E33F6}"/>
          </ac:picMkLst>
        </pc:picChg>
        <pc:picChg chg="del">
          <ac:chgData name="hee jun jang" userId="1cf573f1aa69da6f" providerId="LiveId" clId="{89B23E7C-3D6A-4CD3-9756-89B8C464AAAD}" dt="2026-01-20T11:18:04.354" v="18572" actId="478"/>
          <ac:picMkLst>
            <pc:docMk/>
            <pc:sldMk cId="904511327" sldId="296"/>
            <ac:picMk id="13" creationId="{F96EEED4-7965-7A2A-FE3B-3F0884F997EC}"/>
          </ac:picMkLst>
        </pc:picChg>
      </pc:sldChg>
      <pc:sldChg chg="addSp delSp modSp add mod">
        <pc:chgData name="hee jun jang" userId="1cf573f1aa69da6f" providerId="LiveId" clId="{89B23E7C-3D6A-4CD3-9756-89B8C464AAAD}" dt="2026-01-20T11:33:44.462" v="18815" actId="14100"/>
        <pc:sldMkLst>
          <pc:docMk/>
          <pc:sldMk cId="3292603772" sldId="297"/>
        </pc:sldMkLst>
        <pc:spChg chg="mod">
          <ac:chgData name="hee jun jang" userId="1cf573f1aa69da6f" providerId="LiveId" clId="{89B23E7C-3D6A-4CD3-9756-89B8C464AAAD}" dt="2026-01-20T11:32:06.477" v="18741" actId="20577"/>
          <ac:spMkLst>
            <pc:docMk/>
            <pc:sldMk cId="3292603772" sldId="297"/>
            <ac:spMk id="2" creationId="{23714808-89C7-1E5A-E163-3D2954CD3A48}"/>
          </ac:spMkLst>
        </pc:spChg>
        <pc:spChg chg="add del mod">
          <ac:chgData name="hee jun jang" userId="1cf573f1aa69da6f" providerId="LiveId" clId="{89B23E7C-3D6A-4CD3-9756-89B8C464AAAD}" dt="2026-01-20T11:27:25.014" v="18593" actId="931"/>
          <ac:spMkLst>
            <pc:docMk/>
            <pc:sldMk cId="3292603772" sldId="297"/>
            <ac:spMk id="6" creationId="{A8F535A6-5398-073E-B721-0AA3D0DD41E4}"/>
          </ac:spMkLst>
        </pc:spChg>
        <pc:spChg chg="del">
          <ac:chgData name="hee jun jang" userId="1cf573f1aa69da6f" providerId="LiveId" clId="{89B23E7C-3D6A-4CD3-9756-89B8C464AAAD}" dt="2026-01-20T11:19:41.682" v="18588" actId="478"/>
          <ac:spMkLst>
            <pc:docMk/>
            <pc:sldMk cId="3292603772" sldId="297"/>
            <ac:spMk id="9" creationId="{176E469C-805B-CDAF-0B0B-6742BE52EAAA}"/>
          </ac:spMkLst>
        </pc:spChg>
        <pc:spChg chg="del">
          <ac:chgData name="hee jun jang" userId="1cf573f1aa69da6f" providerId="LiveId" clId="{89B23E7C-3D6A-4CD3-9756-89B8C464AAAD}" dt="2026-01-20T11:19:41.682" v="18588" actId="478"/>
          <ac:spMkLst>
            <pc:docMk/>
            <pc:sldMk cId="3292603772" sldId="297"/>
            <ac:spMk id="10" creationId="{1A53744D-36FF-F833-EC04-8210B959A46C}"/>
          </ac:spMkLst>
        </pc:spChg>
        <pc:spChg chg="add mod">
          <ac:chgData name="hee jun jang" userId="1cf573f1aa69da6f" providerId="LiveId" clId="{89B23E7C-3D6A-4CD3-9756-89B8C464AAAD}" dt="2026-01-20T11:28:41.989" v="18607" actId="14100"/>
          <ac:spMkLst>
            <pc:docMk/>
            <pc:sldMk cId="3292603772" sldId="297"/>
            <ac:spMk id="12" creationId="{0E8174FF-E73E-2C0D-AFE8-5985DC696535}"/>
          </ac:spMkLst>
        </pc:spChg>
        <pc:spChg chg="add mod">
          <ac:chgData name="hee jun jang" userId="1cf573f1aa69da6f" providerId="LiveId" clId="{89B23E7C-3D6A-4CD3-9756-89B8C464AAAD}" dt="2026-01-20T11:28:55.948" v="18612" actId="1036"/>
          <ac:spMkLst>
            <pc:docMk/>
            <pc:sldMk cId="3292603772" sldId="297"/>
            <ac:spMk id="13" creationId="{6985FC77-9662-3CDB-BA58-5F8F5662AE22}"/>
          </ac:spMkLst>
        </pc:spChg>
        <pc:spChg chg="add mod">
          <ac:chgData name="hee jun jang" userId="1cf573f1aa69da6f" providerId="LiveId" clId="{89B23E7C-3D6A-4CD3-9756-89B8C464AAAD}" dt="2026-01-20T11:29:14.778" v="18618" actId="1076"/>
          <ac:spMkLst>
            <pc:docMk/>
            <pc:sldMk cId="3292603772" sldId="297"/>
            <ac:spMk id="14" creationId="{08C74268-5549-AED2-A34E-8D336172A8A5}"/>
          </ac:spMkLst>
        </pc:spChg>
        <pc:spChg chg="add mod">
          <ac:chgData name="hee jun jang" userId="1cf573f1aa69da6f" providerId="LiveId" clId="{89B23E7C-3D6A-4CD3-9756-89B8C464AAAD}" dt="2026-01-20T11:30:08.742" v="18620" actId="1076"/>
          <ac:spMkLst>
            <pc:docMk/>
            <pc:sldMk cId="3292603772" sldId="297"/>
            <ac:spMk id="15" creationId="{72531775-61E3-6CC6-FB51-127DA44C714F}"/>
          </ac:spMkLst>
        </pc:spChg>
        <pc:spChg chg="add mod">
          <ac:chgData name="hee jun jang" userId="1cf573f1aa69da6f" providerId="LiveId" clId="{89B23E7C-3D6A-4CD3-9756-89B8C464AAAD}" dt="2026-01-20T11:30:20.514" v="18624" actId="1076"/>
          <ac:spMkLst>
            <pc:docMk/>
            <pc:sldMk cId="3292603772" sldId="297"/>
            <ac:spMk id="16" creationId="{164AEB4F-A43A-D0F7-BC09-591FD2071919}"/>
          </ac:spMkLst>
        </pc:spChg>
        <pc:spChg chg="add mod">
          <ac:chgData name="hee jun jang" userId="1cf573f1aa69da6f" providerId="LiveId" clId="{89B23E7C-3D6A-4CD3-9756-89B8C464AAAD}" dt="2026-01-20T11:31:35.884" v="18709" actId="1076"/>
          <ac:spMkLst>
            <pc:docMk/>
            <pc:sldMk cId="3292603772" sldId="297"/>
            <ac:spMk id="17" creationId="{52C9ADF3-D31D-AAF4-8D85-D02F86D56E2F}"/>
          </ac:spMkLst>
        </pc:spChg>
        <pc:spChg chg="add mod">
          <ac:chgData name="hee jun jang" userId="1cf573f1aa69da6f" providerId="LiveId" clId="{89B23E7C-3D6A-4CD3-9756-89B8C464AAAD}" dt="2026-01-20T11:32:58.464" v="18804" actId="20577"/>
          <ac:spMkLst>
            <pc:docMk/>
            <pc:sldMk cId="3292603772" sldId="297"/>
            <ac:spMk id="18" creationId="{91F9A650-F47D-B68C-DFEE-F348A9C14AEE}"/>
          </ac:spMkLst>
        </pc:spChg>
        <pc:picChg chg="del">
          <ac:chgData name="hee jun jang" userId="1cf573f1aa69da6f" providerId="LiveId" clId="{89B23E7C-3D6A-4CD3-9756-89B8C464AAAD}" dt="2026-01-20T11:19:32.906" v="18587" actId="478"/>
          <ac:picMkLst>
            <pc:docMk/>
            <pc:sldMk cId="3292603772" sldId="297"/>
            <ac:picMk id="8" creationId="{D4DD3B7C-F2B8-8ADC-5884-6C7B72AE7B5B}"/>
          </ac:picMkLst>
        </pc:picChg>
        <pc:picChg chg="add mod">
          <ac:chgData name="hee jun jang" userId="1cf573f1aa69da6f" providerId="LiveId" clId="{89B23E7C-3D6A-4CD3-9756-89B8C464AAAD}" dt="2026-01-20T11:30:14.899" v="18623" actId="1076"/>
          <ac:picMkLst>
            <pc:docMk/>
            <pc:sldMk cId="3292603772" sldId="297"/>
            <ac:picMk id="11" creationId="{5A173626-AC57-0360-FD81-8B31466B596A}"/>
          </ac:picMkLst>
        </pc:picChg>
        <pc:cxnChg chg="add mod">
          <ac:chgData name="hee jun jang" userId="1cf573f1aa69da6f" providerId="LiveId" clId="{89B23E7C-3D6A-4CD3-9756-89B8C464AAAD}" dt="2026-01-20T11:33:21.232" v="18809" actId="208"/>
          <ac:cxnSpMkLst>
            <pc:docMk/>
            <pc:sldMk cId="3292603772" sldId="297"/>
            <ac:cxnSpMk id="20" creationId="{A16524ED-3085-92B6-9068-B3E9F39E371B}"/>
          </ac:cxnSpMkLst>
        </pc:cxnChg>
        <pc:cxnChg chg="add mod">
          <ac:chgData name="hee jun jang" userId="1cf573f1aa69da6f" providerId="LiveId" clId="{89B23E7C-3D6A-4CD3-9756-89B8C464AAAD}" dt="2026-01-20T11:33:44.462" v="18815" actId="14100"/>
          <ac:cxnSpMkLst>
            <pc:docMk/>
            <pc:sldMk cId="3292603772" sldId="297"/>
            <ac:cxnSpMk id="23" creationId="{A9BAD693-95B0-5684-543A-92238BAD185B}"/>
          </ac:cxnSpMkLst>
        </pc:cxnChg>
        <pc:cxnChg chg="add mod">
          <ac:chgData name="hee jun jang" userId="1cf573f1aa69da6f" providerId="LiveId" clId="{89B23E7C-3D6A-4CD3-9756-89B8C464AAAD}" dt="2026-01-20T11:33:36.525" v="18813" actId="14100"/>
          <ac:cxnSpMkLst>
            <pc:docMk/>
            <pc:sldMk cId="3292603772" sldId="297"/>
            <ac:cxnSpMk id="24" creationId="{491DFBC6-9470-4D19-051A-4F9AB6BE5DDA}"/>
          </ac:cxnSpMkLst>
        </pc:cxnChg>
      </pc:sldChg>
      <pc:sldChg chg="addSp delSp modSp add mod modNotesTx">
        <pc:chgData name="hee jun jang" userId="1cf573f1aa69da6f" providerId="LiveId" clId="{89B23E7C-3D6A-4CD3-9756-89B8C464AAAD}" dt="2026-01-20T15:40:53.310" v="22372" actId="20577"/>
        <pc:sldMkLst>
          <pc:docMk/>
          <pc:sldMk cId="3731949367" sldId="298"/>
        </pc:sldMkLst>
        <pc:spChg chg="mod">
          <ac:chgData name="hee jun jang" userId="1cf573f1aa69da6f" providerId="LiveId" clId="{89B23E7C-3D6A-4CD3-9756-89B8C464AAAD}" dt="2026-01-20T11:41:15.317" v="18824" actId="20577"/>
          <ac:spMkLst>
            <pc:docMk/>
            <pc:sldMk cId="3731949367" sldId="298"/>
            <ac:spMk id="2" creationId="{4C049A18-FD1A-195C-656C-9E86A89833CA}"/>
          </ac:spMkLst>
        </pc:spChg>
        <pc:spChg chg="del">
          <ac:chgData name="hee jun jang" userId="1cf573f1aa69da6f" providerId="LiveId" clId="{89B23E7C-3D6A-4CD3-9756-89B8C464AAAD}" dt="2026-01-20T11:42:10.573" v="18825" actId="931"/>
          <ac:spMkLst>
            <pc:docMk/>
            <pc:sldMk cId="3731949367" sldId="298"/>
            <ac:spMk id="6" creationId="{14E35D39-D51F-4F4F-6975-E0B3D2132B9D}"/>
          </ac:spMkLst>
        </pc:spChg>
        <pc:spChg chg="add mod">
          <ac:chgData name="hee jun jang" userId="1cf573f1aa69da6f" providerId="LiveId" clId="{89B23E7C-3D6A-4CD3-9756-89B8C464AAAD}" dt="2026-01-20T11:44:28.905" v="19003" actId="20577"/>
          <ac:spMkLst>
            <pc:docMk/>
            <pc:sldMk cId="3731949367" sldId="298"/>
            <ac:spMk id="8" creationId="{E8FECFCE-76BD-A8BA-EE6B-1766282141CC}"/>
          </ac:spMkLst>
        </pc:spChg>
        <pc:picChg chg="add mod">
          <ac:chgData name="hee jun jang" userId="1cf573f1aa69da6f" providerId="LiveId" clId="{89B23E7C-3D6A-4CD3-9756-89B8C464AAAD}" dt="2026-01-20T11:42:49.120" v="18855" actId="1038"/>
          <ac:picMkLst>
            <pc:docMk/>
            <pc:sldMk cId="3731949367" sldId="298"/>
            <ac:picMk id="7" creationId="{95D639B7-E0B2-873C-2E46-A4B32E2688A6}"/>
          </ac:picMkLst>
        </pc:picChg>
      </pc:sldChg>
      <pc:sldChg chg="addSp delSp modSp add mod">
        <pc:chgData name="hee jun jang" userId="1cf573f1aa69da6f" providerId="LiveId" clId="{89B23E7C-3D6A-4CD3-9756-89B8C464AAAD}" dt="2026-01-20T11:58:22.301" v="19134" actId="1076"/>
        <pc:sldMkLst>
          <pc:docMk/>
          <pc:sldMk cId="4216946761" sldId="299"/>
        </pc:sldMkLst>
        <pc:spChg chg="mod">
          <ac:chgData name="hee jun jang" userId="1cf573f1aa69da6f" providerId="LiveId" clId="{89B23E7C-3D6A-4CD3-9756-89B8C464AAAD}" dt="2026-01-20T11:56:06.374" v="19012" actId="20577"/>
          <ac:spMkLst>
            <pc:docMk/>
            <pc:sldMk cId="4216946761" sldId="299"/>
            <ac:spMk id="2" creationId="{D11AB4E4-B2DF-C105-99DB-5EF9C3BCC2F5}"/>
          </ac:spMkLst>
        </pc:spChg>
        <pc:spChg chg="del">
          <ac:chgData name="hee jun jang" userId="1cf573f1aa69da6f" providerId="LiveId" clId="{89B23E7C-3D6A-4CD3-9756-89B8C464AAAD}" dt="2026-01-20T11:56:24.134" v="19013" actId="931"/>
          <ac:spMkLst>
            <pc:docMk/>
            <pc:sldMk cId="4216946761" sldId="299"/>
            <ac:spMk id="6" creationId="{7F922552-824C-399B-60BB-8208999D72E9}"/>
          </ac:spMkLst>
        </pc:spChg>
        <pc:spChg chg="add mod">
          <ac:chgData name="hee jun jang" userId="1cf573f1aa69da6f" providerId="LiveId" clId="{89B23E7C-3D6A-4CD3-9756-89B8C464AAAD}" dt="2026-01-20T11:58:22.301" v="19134" actId="1076"/>
          <ac:spMkLst>
            <pc:docMk/>
            <pc:sldMk cId="4216946761" sldId="299"/>
            <ac:spMk id="8" creationId="{1452781B-467D-EFB2-959E-9B7107D78065}"/>
          </ac:spMkLst>
        </pc:spChg>
        <pc:picChg chg="add mod">
          <ac:chgData name="hee jun jang" userId="1cf573f1aa69da6f" providerId="LiveId" clId="{89B23E7C-3D6A-4CD3-9756-89B8C464AAAD}" dt="2026-01-20T11:56:32.008" v="19018" actId="1076"/>
          <ac:picMkLst>
            <pc:docMk/>
            <pc:sldMk cId="4216946761" sldId="299"/>
            <ac:picMk id="7" creationId="{386C9EF8-2884-B071-E724-135618076A29}"/>
          </ac:picMkLst>
        </pc:picChg>
      </pc:sldChg>
      <pc:sldChg chg="addSp delSp modSp add mod">
        <pc:chgData name="hee jun jang" userId="1cf573f1aa69da6f" providerId="LiveId" clId="{89B23E7C-3D6A-4CD3-9756-89B8C464AAAD}" dt="2026-01-20T12:09:37.267" v="19391" actId="20577"/>
        <pc:sldMkLst>
          <pc:docMk/>
          <pc:sldMk cId="4289035631" sldId="300"/>
        </pc:sldMkLst>
        <pc:spChg chg="mod">
          <ac:chgData name="hee jun jang" userId="1cf573f1aa69da6f" providerId="LiveId" clId="{89B23E7C-3D6A-4CD3-9756-89B8C464AAAD}" dt="2026-01-20T12:04:57.937" v="19143" actId="20577"/>
          <ac:spMkLst>
            <pc:docMk/>
            <pc:sldMk cId="4289035631" sldId="300"/>
            <ac:spMk id="2" creationId="{A1AAE1E4-55B5-A35B-DA76-E8B0626BF098}"/>
          </ac:spMkLst>
        </pc:spChg>
        <pc:spChg chg="del">
          <ac:chgData name="hee jun jang" userId="1cf573f1aa69da6f" providerId="LiveId" clId="{89B23E7C-3D6A-4CD3-9756-89B8C464AAAD}" dt="2026-01-20T12:05:57.392" v="19144" actId="931"/>
          <ac:spMkLst>
            <pc:docMk/>
            <pc:sldMk cId="4289035631" sldId="300"/>
            <ac:spMk id="6" creationId="{608667F9-7337-7E0A-4E73-68E72BD79138}"/>
          </ac:spMkLst>
        </pc:spChg>
        <pc:spChg chg="add mod">
          <ac:chgData name="hee jun jang" userId="1cf573f1aa69da6f" providerId="LiveId" clId="{89B23E7C-3D6A-4CD3-9756-89B8C464AAAD}" dt="2026-01-20T12:09:37.267" v="19391" actId="20577"/>
          <ac:spMkLst>
            <pc:docMk/>
            <pc:sldMk cId="4289035631" sldId="300"/>
            <ac:spMk id="8" creationId="{B2BAE138-D3C4-68E3-7CC7-382A5F94644A}"/>
          </ac:spMkLst>
        </pc:spChg>
        <pc:picChg chg="add mod">
          <ac:chgData name="hee jun jang" userId="1cf573f1aa69da6f" providerId="LiveId" clId="{89B23E7C-3D6A-4CD3-9756-89B8C464AAAD}" dt="2026-01-20T12:06:07.670" v="19148" actId="1076"/>
          <ac:picMkLst>
            <pc:docMk/>
            <pc:sldMk cId="4289035631" sldId="300"/>
            <ac:picMk id="7" creationId="{6568757B-1BF6-20B9-B847-A2171FB0E919}"/>
          </ac:picMkLst>
        </pc:picChg>
      </pc:sldChg>
      <pc:sldChg chg="addSp delSp modSp add mod">
        <pc:chgData name="hee jun jang" userId="1cf573f1aa69da6f" providerId="LiveId" clId="{89B23E7C-3D6A-4CD3-9756-89B8C464AAAD}" dt="2026-01-20T12:20:07.456" v="19536" actId="14100"/>
        <pc:sldMkLst>
          <pc:docMk/>
          <pc:sldMk cId="3660810419" sldId="301"/>
        </pc:sldMkLst>
        <pc:spChg chg="mod">
          <ac:chgData name="hee jun jang" userId="1cf573f1aa69da6f" providerId="LiveId" clId="{89B23E7C-3D6A-4CD3-9756-89B8C464AAAD}" dt="2026-01-20T12:17:08.161" v="19408" actId="20577"/>
          <ac:spMkLst>
            <pc:docMk/>
            <pc:sldMk cId="3660810419" sldId="301"/>
            <ac:spMk id="2" creationId="{16A4AA4B-A106-4257-DC6A-6B81089B36F7}"/>
          </ac:spMkLst>
        </pc:spChg>
        <pc:spChg chg="del">
          <ac:chgData name="hee jun jang" userId="1cf573f1aa69da6f" providerId="LiveId" clId="{89B23E7C-3D6A-4CD3-9756-89B8C464AAAD}" dt="2026-01-20T12:16:27.855" v="19392" actId="931"/>
          <ac:spMkLst>
            <pc:docMk/>
            <pc:sldMk cId="3660810419" sldId="301"/>
            <ac:spMk id="6" creationId="{EF710153-6E2E-7774-A277-2A1DC7F09252}"/>
          </ac:spMkLst>
        </pc:spChg>
        <pc:spChg chg="add mod">
          <ac:chgData name="hee jun jang" userId="1cf573f1aa69da6f" providerId="LiveId" clId="{89B23E7C-3D6A-4CD3-9756-89B8C464AAAD}" dt="2026-01-20T12:16:56.371" v="19398" actId="14100"/>
          <ac:spMkLst>
            <pc:docMk/>
            <pc:sldMk cId="3660810419" sldId="301"/>
            <ac:spMk id="8" creationId="{EBC67816-DD86-1701-583E-98498A07E8BC}"/>
          </ac:spMkLst>
        </pc:spChg>
        <pc:spChg chg="add mod">
          <ac:chgData name="hee jun jang" userId="1cf573f1aa69da6f" providerId="LiveId" clId="{89B23E7C-3D6A-4CD3-9756-89B8C464AAAD}" dt="2026-01-20T12:17:32.886" v="19451" actId="1076"/>
          <ac:spMkLst>
            <pc:docMk/>
            <pc:sldMk cId="3660810419" sldId="301"/>
            <ac:spMk id="9" creationId="{DBF23D9B-9BD2-2783-586D-C3B13964262E}"/>
          </ac:spMkLst>
        </pc:spChg>
        <pc:spChg chg="add mod">
          <ac:chgData name="hee jun jang" userId="1cf573f1aa69da6f" providerId="LiveId" clId="{89B23E7C-3D6A-4CD3-9756-89B8C464AAAD}" dt="2026-01-20T12:18:05.469" v="19469" actId="1076"/>
          <ac:spMkLst>
            <pc:docMk/>
            <pc:sldMk cId="3660810419" sldId="301"/>
            <ac:spMk id="10" creationId="{244AF9A8-1633-FA24-AFC1-33E091A0755A}"/>
          </ac:spMkLst>
        </pc:spChg>
        <pc:spChg chg="add mod">
          <ac:chgData name="hee jun jang" userId="1cf573f1aa69da6f" providerId="LiveId" clId="{89B23E7C-3D6A-4CD3-9756-89B8C464AAAD}" dt="2026-01-20T12:18:52.584" v="19472" actId="14100"/>
          <ac:spMkLst>
            <pc:docMk/>
            <pc:sldMk cId="3660810419" sldId="301"/>
            <ac:spMk id="11" creationId="{D9BFD771-A852-B970-18F4-5E79E5B1E92A}"/>
          </ac:spMkLst>
        </pc:spChg>
        <pc:spChg chg="add mod">
          <ac:chgData name="hee jun jang" userId="1cf573f1aa69da6f" providerId="LiveId" clId="{89B23E7C-3D6A-4CD3-9756-89B8C464AAAD}" dt="2026-01-20T12:19:01.541" v="19474" actId="1076"/>
          <ac:spMkLst>
            <pc:docMk/>
            <pc:sldMk cId="3660810419" sldId="301"/>
            <ac:spMk id="12" creationId="{ADB364D6-5667-1F8E-2EB8-84751FF3EDDD}"/>
          </ac:spMkLst>
        </pc:spChg>
        <pc:spChg chg="add mod">
          <ac:chgData name="hee jun jang" userId="1cf573f1aa69da6f" providerId="LiveId" clId="{89B23E7C-3D6A-4CD3-9756-89B8C464AAAD}" dt="2026-01-20T12:19:42.647" v="19530" actId="1076"/>
          <ac:spMkLst>
            <pc:docMk/>
            <pc:sldMk cId="3660810419" sldId="301"/>
            <ac:spMk id="13" creationId="{6A996A1B-F1E3-75A2-CB7C-158E1DFDE77B}"/>
          </ac:spMkLst>
        </pc:spChg>
        <pc:picChg chg="add mod">
          <ac:chgData name="hee jun jang" userId="1cf573f1aa69da6f" providerId="LiveId" clId="{89B23E7C-3D6A-4CD3-9756-89B8C464AAAD}" dt="2026-01-20T12:19:07.520" v="19477" actId="1076"/>
          <ac:picMkLst>
            <pc:docMk/>
            <pc:sldMk cId="3660810419" sldId="301"/>
            <ac:picMk id="7" creationId="{47FC697E-7D85-3BD7-3352-247A7F8B0B0F}"/>
          </ac:picMkLst>
        </pc:picChg>
        <pc:cxnChg chg="add mod">
          <ac:chgData name="hee jun jang" userId="1cf573f1aa69da6f" providerId="LiveId" clId="{89B23E7C-3D6A-4CD3-9756-89B8C464AAAD}" dt="2026-01-20T12:20:01.774" v="19533" actId="14100"/>
          <ac:cxnSpMkLst>
            <pc:docMk/>
            <pc:sldMk cId="3660810419" sldId="301"/>
            <ac:cxnSpMk id="14" creationId="{7014644B-1CDF-8C97-2A39-9A6A9B4B33A4}"/>
          </ac:cxnSpMkLst>
        </pc:cxnChg>
        <pc:cxnChg chg="add mod">
          <ac:chgData name="hee jun jang" userId="1cf573f1aa69da6f" providerId="LiveId" clId="{89B23E7C-3D6A-4CD3-9756-89B8C464AAAD}" dt="2026-01-20T12:20:07.456" v="19536" actId="14100"/>
          <ac:cxnSpMkLst>
            <pc:docMk/>
            <pc:sldMk cId="3660810419" sldId="301"/>
            <ac:cxnSpMk id="17" creationId="{4467CAE3-AC36-D253-FE1D-BBB474A600F2}"/>
          </ac:cxnSpMkLst>
        </pc:cxnChg>
      </pc:sldChg>
      <pc:sldChg chg="addSp delSp modSp add mod">
        <pc:chgData name="hee jun jang" userId="1cf573f1aa69da6f" providerId="LiveId" clId="{89B23E7C-3D6A-4CD3-9756-89B8C464AAAD}" dt="2026-01-20T12:50:37.219" v="19858" actId="20577"/>
        <pc:sldMkLst>
          <pc:docMk/>
          <pc:sldMk cId="3560015450" sldId="302"/>
        </pc:sldMkLst>
        <pc:spChg chg="add del mod">
          <ac:chgData name="hee jun jang" userId="1cf573f1aa69da6f" providerId="LiveId" clId="{89B23E7C-3D6A-4CD3-9756-89B8C464AAAD}" dt="2026-01-20T12:28:36.952" v="19542" actId="931"/>
          <ac:spMkLst>
            <pc:docMk/>
            <pc:sldMk cId="3560015450" sldId="302"/>
            <ac:spMk id="6" creationId="{221E1930-404B-D9F8-3DD5-9231D3ABDA51}"/>
          </ac:spMkLst>
        </pc:spChg>
        <pc:spChg chg="del">
          <ac:chgData name="hee jun jang" userId="1cf573f1aa69da6f" providerId="LiveId" clId="{89B23E7C-3D6A-4CD3-9756-89B8C464AAAD}" dt="2026-01-20T12:20:34.555" v="19538" actId="478"/>
          <ac:spMkLst>
            <pc:docMk/>
            <pc:sldMk cId="3560015450" sldId="302"/>
            <ac:spMk id="8" creationId="{A790B531-E358-7553-2F1A-BEBA20289519}"/>
          </ac:spMkLst>
        </pc:spChg>
        <pc:spChg chg="add mod">
          <ac:chgData name="hee jun jang" userId="1cf573f1aa69da6f" providerId="LiveId" clId="{89B23E7C-3D6A-4CD3-9756-89B8C464AAAD}" dt="2026-01-20T12:29:54.305" v="19550" actId="14100"/>
          <ac:spMkLst>
            <pc:docMk/>
            <pc:sldMk cId="3560015450" sldId="302"/>
            <ac:spMk id="11" creationId="{EAC28D56-2C5E-2A09-D5CB-19E3FA80402A}"/>
          </ac:spMkLst>
        </pc:spChg>
        <pc:spChg chg="add mod">
          <ac:chgData name="hee jun jang" userId="1cf573f1aa69da6f" providerId="LiveId" clId="{89B23E7C-3D6A-4CD3-9756-89B8C464AAAD}" dt="2026-01-20T12:30:10.176" v="19554" actId="14100"/>
          <ac:spMkLst>
            <pc:docMk/>
            <pc:sldMk cId="3560015450" sldId="302"/>
            <ac:spMk id="12" creationId="{467CF617-43AB-DECC-347B-5970052DD517}"/>
          </ac:spMkLst>
        </pc:spChg>
        <pc:spChg chg="add mod">
          <ac:chgData name="hee jun jang" userId="1cf573f1aa69da6f" providerId="LiveId" clId="{89B23E7C-3D6A-4CD3-9756-89B8C464AAAD}" dt="2026-01-20T12:48:50.652" v="19815" actId="14100"/>
          <ac:spMkLst>
            <pc:docMk/>
            <pc:sldMk cId="3560015450" sldId="302"/>
            <ac:spMk id="13" creationId="{D774FAD4-3352-F2D3-6280-EF894C1F360A}"/>
          </ac:spMkLst>
        </pc:spChg>
        <pc:spChg chg="add mod">
          <ac:chgData name="hee jun jang" userId="1cf573f1aa69da6f" providerId="LiveId" clId="{89B23E7C-3D6A-4CD3-9756-89B8C464AAAD}" dt="2026-01-20T12:50:37.219" v="19858" actId="20577"/>
          <ac:spMkLst>
            <pc:docMk/>
            <pc:sldMk cId="3560015450" sldId="302"/>
            <ac:spMk id="17" creationId="{875CB3C2-0C83-AD95-7864-F8FC907A15AA}"/>
          </ac:spMkLst>
        </pc:spChg>
        <pc:picChg chg="del">
          <ac:chgData name="hee jun jang" userId="1cf573f1aa69da6f" providerId="LiveId" clId="{89B23E7C-3D6A-4CD3-9756-89B8C464AAAD}" dt="2026-01-20T12:20:34.555" v="19538" actId="478"/>
          <ac:picMkLst>
            <pc:docMk/>
            <pc:sldMk cId="3560015450" sldId="302"/>
            <ac:picMk id="7" creationId="{8C49423B-3499-1BCC-9AE5-9B1384054891}"/>
          </ac:picMkLst>
        </pc:picChg>
        <pc:picChg chg="add mod">
          <ac:chgData name="hee jun jang" userId="1cf573f1aa69da6f" providerId="LiveId" clId="{89B23E7C-3D6A-4CD3-9756-89B8C464AAAD}" dt="2026-01-20T12:28:49.363" v="19547" actId="1076"/>
          <ac:picMkLst>
            <pc:docMk/>
            <pc:sldMk cId="3560015450" sldId="302"/>
            <ac:picMk id="10" creationId="{47672384-DAFE-D008-3B6B-6A3087188835}"/>
          </ac:picMkLst>
        </pc:picChg>
        <pc:cxnChg chg="add mod">
          <ac:chgData name="hee jun jang" userId="1cf573f1aa69da6f" providerId="LiveId" clId="{89B23E7C-3D6A-4CD3-9756-89B8C464AAAD}" dt="2026-01-20T12:50:07.543" v="19829" actId="208"/>
          <ac:cxnSpMkLst>
            <pc:docMk/>
            <pc:sldMk cId="3560015450" sldId="302"/>
            <ac:cxnSpMk id="15" creationId="{DA1BD291-B4D1-33EC-91E9-D75C2A3DEB1F}"/>
          </ac:cxnSpMkLst>
        </pc:cxnChg>
        <pc:cxnChg chg="add mod">
          <ac:chgData name="hee jun jang" userId="1cf573f1aa69da6f" providerId="LiveId" clId="{89B23E7C-3D6A-4CD3-9756-89B8C464AAAD}" dt="2026-01-20T12:50:20.362" v="19839" actId="1076"/>
          <ac:cxnSpMkLst>
            <pc:docMk/>
            <pc:sldMk cId="3560015450" sldId="302"/>
            <ac:cxnSpMk id="18" creationId="{C8156ACB-2825-97C4-0EFF-F459468755DB}"/>
          </ac:cxnSpMkLst>
        </pc:cxnChg>
      </pc:sldChg>
      <pc:sldChg chg="addSp delSp modSp add mod">
        <pc:chgData name="hee jun jang" userId="1cf573f1aa69da6f" providerId="LiveId" clId="{89B23E7C-3D6A-4CD3-9756-89B8C464AAAD}" dt="2026-01-20T13:07:53.041" v="20035" actId="1076"/>
        <pc:sldMkLst>
          <pc:docMk/>
          <pc:sldMk cId="4286063173" sldId="303"/>
        </pc:sldMkLst>
        <pc:spChg chg="mod">
          <ac:chgData name="hee jun jang" userId="1cf573f1aa69da6f" providerId="LiveId" clId="{89B23E7C-3D6A-4CD3-9756-89B8C464AAAD}" dt="2026-01-20T12:50:52.760" v="19861" actId="20577"/>
          <ac:spMkLst>
            <pc:docMk/>
            <pc:sldMk cId="4286063173" sldId="303"/>
            <ac:spMk id="2" creationId="{DDE5A736-28B8-4F6D-495C-E5F1E83F385D}"/>
          </ac:spMkLst>
        </pc:spChg>
        <pc:spChg chg="del">
          <ac:chgData name="hee jun jang" userId="1cf573f1aa69da6f" providerId="LiveId" clId="{89B23E7C-3D6A-4CD3-9756-89B8C464AAAD}" dt="2026-01-20T13:02:54.148" v="19862" actId="931"/>
          <ac:spMkLst>
            <pc:docMk/>
            <pc:sldMk cId="4286063173" sldId="303"/>
            <ac:spMk id="6" creationId="{53AEB76C-348E-F0CD-A7AD-C2677D2D170C}"/>
          </ac:spMkLst>
        </pc:spChg>
        <pc:spChg chg="add mod">
          <ac:chgData name="hee jun jang" userId="1cf573f1aa69da6f" providerId="LiveId" clId="{89B23E7C-3D6A-4CD3-9756-89B8C464AAAD}" dt="2026-01-20T13:03:48.691" v="19868" actId="14100"/>
          <ac:spMkLst>
            <pc:docMk/>
            <pc:sldMk cId="4286063173" sldId="303"/>
            <ac:spMk id="8" creationId="{CC596783-A4F0-8F6E-3AFC-3C0C0BF9EB8A}"/>
          </ac:spMkLst>
        </pc:spChg>
        <pc:spChg chg="add mod">
          <ac:chgData name="hee jun jang" userId="1cf573f1aa69da6f" providerId="LiveId" clId="{89B23E7C-3D6A-4CD3-9756-89B8C464AAAD}" dt="2026-01-20T13:05:18.319" v="19943" actId="20577"/>
          <ac:spMkLst>
            <pc:docMk/>
            <pc:sldMk cId="4286063173" sldId="303"/>
            <ac:spMk id="9" creationId="{FEDDD14F-1929-E491-BBF7-04AA574C886C}"/>
          </ac:spMkLst>
        </pc:spChg>
        <pc:spChg chg="add mod">
          <ac:chgData name="hee jun jang" userId="1cf573f1aa69da6f" providerId="LiveId" clId="{89B23E7C-3D6A-4CD3-9756-89B8C464AAAD}" dt="2026-01-20T13:05:42.566" v="19949" actId="14100"/>
          <ac:spMkLst>
            <pc:docMk/>
            <pc:sldMk cId="4286063173" sldId="303"/>
            <ac:spMk id="10" creationId="{43D55E79-17C9-8FA5-8C86-CDB33671BAC1}"/>
          </ac:spMkLst>
        </pc:spChg>
        <pc:spChg chg="add mod">
          <ac:chgData name="hee jun jang" userId="1cf573f1aa69da6f" providerId="LiveId" clId="{89B23E7C-3D6A-4CD3-9756-89B8C464AAAD}" dt="2026-01-20T13:06:16.769" v="19969" actId="1076"/>
          <ac:spMkLst>
            <pc:docMk/>
            <pc:sldMk cId="4286063173" sldId="303"/>
            <ac:spMk id="11" creationId="{0A69ED66-9B9B-9331-838F-1D624B62C149}"/>
          </ac:spMkLst>
        </pc:spChg>
        <pc:spChg chg="add mod">
          <ac:chgData name="hee jun jang" userId="1cf573f1aa69da6f" providerId="LiveId" clId="{89B23E7C-3D6A-4CD3-9756-89B8C464AAAD}" dt="2026-01-20T13:06:54.207" v="19973" actId="14100"/>
          <ac:spMkLst>
            <pc:docMk/>
            <pc:sldMk cId="4286063173" sldId="303"/>
            <ac:spMk id="12" creationId="{7D719815-6363-BD5E-10C2-A05DDF80D3EB}"/>
          </ac:spMkLst>
        </pc:spChg>
        <pc:spChg chg="add mod">
          <ac:chgData name="hee jun jang" userId="1cf573f1aa69da6f" providerId="LiveId" clId="{89B23E7C-3D6A-4CD3-9756-89B8C464AAAD}" dt="2026-01-20T13:07:53.041" v="20035" actId="1076"/>
          <ac:spMkLst>
            <pc:docMk/>
            <pc:sldMk cId="4286063173" sldId="303"/>
            <ac:spMk id="13" creationId="{E72D4D07-3F67-2BC9-41A1-9707041A0F26}"/>
          </ac:spMkLst>
        </pc:spChg>
        <pc:picChg chg="add mod">
          <ac:chgData name="hee jun jang" userId="1cf573f1aa69da6f" providerId="LiveId" clId="{89B23E7C-3D6A-4CD3-9756-89B8C464AAAD}" dt="2026-01-20T13:05:34.297" v="19946" actId="1076"/>
          <ac:picMkLst>
            <pc:docMk/>
            <pc:sldMk cId="4286063173" sldId="303"/>
            <ac:picMk id="7" creationId="{12131BF9-017D-3B55-C13A-EA84C0E10D11}"/>
          </ac:picMkLst>
        </pc:picChg>
      </pc:sldChg>
      <pc:sldChg chg="addSp delSp modSp add mod">
        <pc:chgData name="hee jun jang" userId="1cf573f1aa69da6f" providerId="LiveId" clId="{89B23E7C-3D6A-4CD3-9756-89B8C464AAAD}" dt="2026-01-20T13:17:59.706" v="20271" actId="14100"/>
        <pc:sldMkLst>
          <pc:docMk/>
          <pc:sldMk cId="1384609515" sldId="304"/>
        </pc:sldMkLst>
        <pc:spChg chg="mod">
          <ac:chgData name="hee jun jang" userId="1cf573f1aa69da6f" providerId="LiveId" clId="{89B23E7C-3D6A-4CD3-9756-89B8C464AAAD}" dt="2026-01-20T13:13:30.252" v="20038" actId="20577"/>
          <ac:spMkLst>
            <pc:docMk/>
            <pc:sldMk cId="1384609515" sldId="304"/>
            <ac:spMk id="2" creationId="{881A7B2D-D093-D5FD-CFB8-64D16915CD05}"/>
          </ac:spMkLst>
        </pc:spChg>
        <pc:spChg chg="del">
          <ac:chgData name="hee jun jang" userId="1cf573f1aa69da6f" providerId="LiveId" clId="{89B23E7C-3D6A-4CD3-9756-89B8C464AAAD}" dt="2026-01-20T13:14:00.904" v="20045" actId="931"/>
          <ac:spMkLst>
            <pc:docMk/>
            <pc:sldMk cId="1384609515" sldId="304"/>
            <ac:spMk id="6" creationId="{1B5CB964-6BBC-396A-11C2-21F7804048C4}"/>
          </ac:spMkLst>
        </pc:spChg>
        <pc:spChg chg="add mod">
          <ac:chgData name="hee jun jang" userId="1cf573f1aa69da6f" providerId="LiveId" clId="{89B23E7C-3D6A-4CD3-9756-89B8C464AAAD}" dt="2026-01-20T13:14:30.932" v="20054" actId="14100"/>
          <ac:spMkLst>
            <pc:docMk/>
            <pc:sldMk cId="1384609515" sldId="304"/>
            <ac:spMk id="8" creationId="{1714F1BF-2675-54A5-54DF-9C444CCBF160}"/>
          </ac:spMkLst>
        </pc:spChg>
        <pc:spChg chg="add mod">
          <ac:chgData name="hee jun jang" userId="1cf573f1aa69da6f" providerId="LiveId" clId="{89B23E7C-3D6A-4CD3-9756-89B8C464AAAD}" dt="2026-01-20T13:15:10.375" v="20128" actId="20577"/>
          <ac:spMkLst>
            <pc:docMk/>
            <pc:sldMk cId="1384609515" sldId="304"/>
            <ac:spMk id="9" creationId="{18754FDF-852C-5A36-11C7-4DC311A7F9E8}"/>
          </ac:spMkLst>
        </pc:spChg>
        <pc:spChg chg="add mod">
          <ac:chgData name="hee jun jang" userId="1cf573f1aa69da6f" providerId="LiveId" clId="{89B23E7C-3D6A-4CD3-9756-89B8C464AAAD}" dt="2026-01-20T13:16:19.495" v="20134" actId="14100"/>
          <ac:spMkLst>
            <pc:docMk/>
            <pc:sldMk cId="1384609515" sldId="304"/>
            <ac:spMk id="13" creationId="{EBC26D4F-40EB-AE68-0D5D-61C8CB076861}"/>
          </ac:spMkLst>
        </pc:spChg>
        <pc:spChg chg="add mod">
          <ac:chgData name="hee jun jang" userId="1cf573f1aa69da6f" providerId="LiveId" clId="{89B23E7C-3D6A-4CD3-9756-89B8C464AAAD}" dt="2026-01-20T13:17:54.988" v="20270" actId="1036"/>
          <ac:spMkLst>
            <pc:docMk/>
            <pc:sldMk cId="1384609515" sldId="304"/>
            <ac:spMk id="14" creationId="{C2479CFD-1742-D0A2-A483-DCFB7869BCB3}"/>
          </ac:spMkLst>
        </pc:spChg>
        <pc:picChg chg="add mod">
          <ac:chgData name="hee jun jang" userId="1cf573f1aa69da6f" providerId="LiveId" clId="{89B23E7C-3D6A-4CD3-9756-89B8C464AAAD}" dt="2026-01-20T13:14:08.782" v="20049" actId="1076"/>
          <ac:picMkLst>
            <pc:docMk/>
            <pc:sldMk cId="1384609515" sldId="304"/>
            <ac:picMk id="7" creationId="{740F6C9B-30C7-5AF7-CF26-E287EC40F0D2}"/>
          </ac:picMkLst>
        </pc:picChg>
        <pc:cxnChg chg="add mod">
          <ac:chgData name="hee jun jang" userId="1cf573f1aa69da6f" providerId="LiveId" clId="{89B23E7C-3D6A-4CD3-9756-89B8C464AAAD}" dt="2026-01-20T13:16:30.053" v="20137" actId="14100"/>
          <ac:cxnSpMkLst>
            <pc:docMk/>
            <pc:sldMk cId="1384609515" sldId="304"/>
            <ac:cxnSpMk id="10" creationId="{9814AC7E-77A1-479F-D48E-5C6A5DC43FC0}"/>
          </ac:cxnSpMkLst>
        </pc:cxnChg>
        <pc:cxnChg chg="add mod">
          <ac:chgData name="hee jun jang" userId="1cf573f1aa69da6f" providerId="LiveId" clId="{89B23E7C-3D6A-4CD3-9756-89B8C464AAAD}" dt="2026-01-20T13:17:59.706" v="20271" actId="14100"/>
          <ac:cxnSpMkLst>
            <pc:docMk/>
            <pc:sldMk cId="1384609515" sldId="304"/>
            <ac:cxnSpMk id="15" creationId="{0B7C9E63-74A3-A06B-F7D5-6C9DF4314964}"/>
          </ac:cxnSpMkLst>
        </pc:cxnChg>
      </pc:sldChg>
      <pc:sldChg chg="addSp delSp modSp add mod modNotesTx">
        <pc:chgData name="hee jun jang" userId="1cf573f1aa69da6f" providerId="LiveId" clId="{89B23E7C-3D6A-4CD3-9756-89B8C464AAAD}" dt="2026-01-20T13:34:45.358" v="20538" actId="20577"/>
        <pc:sldMkLst>
          <pc:docMk/>
          <pc:sldMk cId="2123724502" sldId="305"/>
        </pc:sldMkLst>
        <pc:spChg chg="mod">
          <ac:chgData name="hee jun jang" userId="1cf573f1aa69da6f" providerId="LiveId" clId="{89B23E7C-3D6A-4CD3-9756-89B8C464AAAD}" dt="2026-01-20T13:13:34.443" v="20041" actId="20577"/>
          <ac:spMkLst>
            <pc:docMk/>
            <pc:sldMk cId="2123724502" sldId="305"/>
            <ac:spMk id="2" creationId="{F5A8ADC1-50E6-1377-81FE-4A437FCDF80B}"/>
          </ac:spMkLst>
        </pc:spChg>
        <pc:spChg chg="del">
          <ac:chgData name="hee jun jang" userId="1cf573f1aa69da6f" providerId="LiveId" clId="{89B23E7C-3D6A-4CD3-9756-89B8C464AAAD}" dt="2026-01-20T13:27:56.825" v="20272" actId="931"/>
          <ac:spMkLst>
            <pc:docMk/>
            <pc:sldMk cId="2123724502" sldId="305"/>
            <ac:spMk id="6" creationId="{38996440-9E87-EA18-BF26-E0FA053CA556}"/>
          </ac:spMkLst>
        </pc:spChg>
        <pc:spChg chg="add mod">
          <ac:chgData name="hee jun jang" userId="1cf573f1aa69da6f" providerId="LiveId" clId="{89B23E7C-3D6A-4CD3-9756-89B8C464AAAD}" dt="2026-01-20T13:31:19.776" v="20393" actId="14100"/>
          <ac:spMkLst>
            <pc:docMk/>
            <pc:sldMk cId="2123724502" sldId="305"/>
            <ac:spMk id="8" creationId="{CE686036-7ECB-2D1F-A1E5-E423A7DC4139}"/>
          </ac:spMkLst>
        </pc:spChg>
        <pc:spChg chg="add mod">
          <ac:chgData name="hee jun jang" userId="1cf573f1aa69da6f" providerId="LiveId" clId="{89B23E7C-3D6A-4CD3-9756-89B8C464AAAD}" dt="2026-01-20T13:30:33.929" v="20385" actId="14100"/>
          <ac:spMkLst>
            <pc:docMk/>
            <pc:sldMk cId="2123724502" sldId="305"/>
            <ac:spMk id="9" creationId="{9C091985-1028-4F52-80AD-ED91AEFBC98A}"/>
          </ac:spMkLst>
        </pc:spChg>
        <pc:spChg chg="add mod">
          <ac:chgData name="hee jun jang" userId="1cf573f1aa69da6f" providerId="LiveId" clId="{89B23E7C-3D6A-4CD3-9756-89B8C464AAAD}" dt="2026-01-20T13:31:32.858" v="20402" actId="20577"/>
          <ac:spMkLst>
            <pc:docMk/>
            <pc:sldMk cId="2123724502" sldId="305"/>
            <ac:spMk id="10" creationId="{C8CE52F1-3022-EB35-6960-E5D97CD012BC}"/>
          </ac:spMkLst>
        </pc:spChg>
        <pc:spChg chg="add mod">
          <ac:chgData name="hee jun jang" userId="1cf573f1aa69da6f" providerId="LiveId" clId="{89B23E7C-3D6A-4CD3-9756-89B8C464AAAD}" dt="2026-01-20T13:34:21.391" v="20407" actId="14100"/>
          <ac:spMkLst>
            <pc:docMk/>
            <pc:sldMk cId="2123724502" sldId="305"/>
            <ac:spMk id="11" creationId="{ABB05A71-7C31-004D-6576-657D5E215E10}"/>
          </ac:spMkLst>
        </pc:spChg>
        <pc:spChg chg="add del mod">
          <ac:chgData name="hee jun jang" userId="1cf573f1aa69da6f" providerId="LiveId" clId="{89B23E7C-3D6A-4CD3-9756-89B8C464AAAD}" dt="2026-01-20T13:34:16.126" v="20406" actId="478"/>
          <ac:spMkLst>
            <pc:docMk/>
            <pc:sldMk cId="2123724502" sldId="305"/>
            <ac:spMk id="12" creationId="{3689D0B9-3564-2EE9-C79E-E6A3C7FB32CD}"/>
          </ac:spMkLst>
        </pc:spChg>
        <pc:picChg chg="add mod">
          <ac:chgData name="hee jun jang" userId="1cf573f1aa69da6f" providerId="LiveId" clId="{89B23E7C-3D6A-4CD3-9756-89B8C464AAAD}" dt="2026-01-20T13:28:03.134" v="20276" actId="14100"/>
          <ac:picMkLst>
            <pc:docMk/>
            <pc:sldMk cId="2123724502" sldId="305"/>
            <ac:picMk id="7" creationId="{3CD9E622-88EC-1829-BECF-BA48FDC30DB3}"/>
          </ac:picMkLst>
        </pc:picChg>
      </pc:sldChg>
      <pc:sldChg chg="addSp delSp modSp add mod">
        <pc:chgData name="hee jun jang" userId="1cf573f1aa69da6f" providerId="LiveId" clId="{89B23E7C-3D6A-4CD3-9756-89B8C464AAAD}" dt="2026-01-20T13:40:14.801" v="20633" actId="1038"/>
        <pc:sldMkLst>
          <pc:docMk/>
          <pc:sldMk cId="1065970133" sldId="306"/>
        </pc:sldMkLst>
        <pc:spChg chg="del">
          <ac:chgData name="hee jun jang" userId="1cf573f1aa69da6f" providerId="LiveId" clId="{89B23E7C-3D6A-4CD3-9756-89B8C464AAAD}" dt="2026-01-20T13:37:49.148" v="20539" actId="931"/>
          <ac:spMkLst>
            <pc:docMk/>
            <pc:sldMk cId="1065970133" sldId="306"/>
            <ac:spMk id="6" creationId="{8B942634-B673-9C8E-5EC0-412731AF2874}"/>
          </ac:spMkLst>
        </pc:spChg>
        <pc:spChg chg="add mod">
          <ac:chgData name="hee jun jang" userId="1cf573f1aa69da6f" providerId="LiveId" clId="{89B23E7C-3D6A-4CD3-9756-89B8C464AAAD}" dt="2026-01-20T13:40:14.801" v="20633" actId="1038"/>
          <ac:spMkLst>
            <pc:docMk/>
            <pc:sldMk cId="1065970133" sldId="306"/>
            <ac:spMk id="8" creationId="{DA978A8D-BF89-1A2B-56D1-48C2EB025B09}"/>
          </ac:spMkLst>
        </pc:spChg>
        <pc:spChg chg="add mod">
          <ac:chgData name="hee jun jang" userId="1cf573f1aa69da6f" providerId="LiveId" clId="{89B23E7C-3D6A-4CD3-9756-89B8C464AAAD}" dt="2026-01-20T13:40:14.801" v="20633" actId="1038"/>
          <ac:spMkLst>
            <pc:docMk/>
            <pc:sldMk cId="1065970133" sldId="306"/>
            <ac:spMk id="9" creationId="{AAD3E92D-EEAE-1A7C-F00F-C0D1139274DD}"/>
          </ac:spMkLst>
        </pc:spChg>
        <pc:picChg chg="add mod">
          <ac:chgData name="hee jun jang" userId="1cf573f1aa69da6f" providerId="LiveId" clId="{89B23E7C-3D6A-4CD3-9756-89B8C464AAAD}" dt="2026-01-20T13:40:14.801" v="20633" actId="1038"/>
          <ac:picMkLst>
            <pc:docMk/>
            <pc:sldMk cId="1065970133" sldId="306"/>
            <ac:picMk id="7" creationId="{AC1A7465-5800-BC6C-B7FD-056350BFBC2D}"/>
          </ac:picMkLst>
        </pc:picChg>
      </pc:sldChg>
      <pc:sldChg chg="addSp delSp modSp add mod">
        <pc:chgData name="hee jun jang" userId="1cf573f1aa69da6f" providerId="LiveId" clId="{89B23E7C-3D6A-4CD3-9756-89B8C464AAAD}" dt="2026-01-20T13:48:18.488" v="20716" actId="1076"/>
        <pc:sldMkLst>
          <pc:docMk/>
          <pc:sldMk cId="3430272495" sldId="307"/>
        </pc:sldMkLst>
        <pc:spChg chg="del">
          <ac:chgData name="hee jun jang" userId="1cf573f1aa69da6f" providerId="LiveId" clId="{89B23E7C-3D6A-4CD3-9756-89B8C464AAAD}" dt="2026-01-20T13:45:09.732" v="20634" actId="22"/>
          <ac:spMkLst>
            <pc:docMk/>
            <pc:sldMk cId="3430272495" sldId="307"/>
            <ac:spMk id="6" creationId="{8B17DA44-7964-6FA7-DDD8-3A0EDEAFFC68}"/>
          </ac:spMkLst>
        </pc:spChg>
        <pc:spChg chg="add mod">
          <ac:chgData name="hee jun jang" userId="1cf573f1aa69da6f" providerId="LiveId" clId="{89B23E7C-3D6A-4CD3-9756-89B8C464AAAD}" dt="2026-01-20T13:48:18.488" v="20716" actId="1076"/>
          <ac:spMkLst>
            <pc:docMk/>
            <pc:sldMk cId="3430272495" sldId="307"/>
            <ac:spMk id="14" creationId="{764CFC01-3023-C614-3042-DF498B70B73F}"/>
          </ac:spMkLst>
        </pc:spChg>
        <pc:grpChg chg="add del mod">
          <ac:chgData name="hee jun jang" userId="1cf573f1aa69da6f" providerId="LiveId" clId="{89B23E7C-3D6A-4CD3-9756-89B8C464AAAD}" dt="2026-01-20T13:47:34.845" v="20649" actId="165"/>
          <ac:grpSpMkLst>
            <pc:docMk/>
            <pc:sldMk cId="3430272495" sldId="307"/>
            <ac:grpSpMk id="12" creationId="{CDBE8E9A-4FF8-A5B2-AE39-8FF465076A9B}"/>
          </ac:grpSpMkLst>
        </pc:grpChg>
        <pc:grpChg chg="add mod">
          <ac:chgData name="hee jun jang" userId="1cf573f1aa69da6f" providerId="LiveId" clId="{89B23E7C-3D6A-4CD3-9756-89B8C464AAAD}" dt="2026-01-20T13:47:54.785" v="20657" actId="1076"/>
          <ac:grpSpMkLst>
            <pc:docMk/>
            <pc:sldMk cId="3430272495" sldId="307"/>
            <ac:grpSpMk id="13" creationId="{43B0F7E2-92C3-7D64-0348-D543DB307CF9}"/>
          </ac:grpSpMkLst>
        </pc:grpChg>
        <pc:picChg chg="add mod ord">
          <ac:chgData name="hee jun jang" userId="1cf573f1aa69da6f" providerId="LiveId" clId="{89B23E7C-3D6A-4CD3-9756-89B8C464AAAD}" dt="2026-01-20T13:47:48.541" v="20653" actId="1076"/>
          <ac:picMkLst>
            <pc:docMk/>
            <pc:sldMk cId="3430272495" sldId="307"/>
            <ac:picMk id="7" creationId="{A557AC3C-1FCF-9C1C-AD05-14DA7912860C}"/>
          </ac:picMkLst>
        </pc:picChg>
        <pc:picChg chg="add mod topLvl">
          <ac:chgData name="hee jun jang" userId="1cf573f1aa69da6f" providerId="LiveId" clId="{89B23E7C-3D6A-4CD3-9756-89B8C464AAAD}" dt="2026-01-20T13:47:53.793" v="20656" actId="164"/>
          <ac:picMkLst>
            <pc:docMk/>
            <pc:sldMk cId="3430272495" sldId="307"/>
            <ac:picMk id="9" creationId="{351E0BDE-F26B-D6E6-F9A6-586CA9542077}"/>
          </ac:picMkLst>
        </pc:picChg>
        <pc:picChg chg="add mod topLvl">
          <ac:chgData name="hee jun jang" userId="1cf573f1aa69da6f" providerId="LiveId" clId="{89B23E7C-3D6A-4CD3-9756-89B8C464AAAD}" dt="2026-01-20T13:47:53.793" v="20656" actId="164"/>
          <ac:picMkLst>
            <pc:docMk/>
            <pc:sldMk cId="3430272495" sldId="307"/>
            <ac:picMk id="11" creationId="{FBC067CD-2B7D-6E94-DF9C-91436E4F7263}"/>
          </ac:picMkLst>
        </pc:picChg>
      </pc:sldChg>
      <pc:sldChg chg="addSp delSp modSp add mod">
        <pc:chgData name="hee jun jang" userId="1cf573f1aa69da6f" providerId="LiveId" clId="{89B23E7C-3D6A-4CD3-9756-89B8C464AAAD}" dt="2026-01-21T00:18:46.846" v="23178" actId="20577"/>
        <pc:sldMkLst>
          <pc:docMk/>
          <pc:sldMk cId="3084927815" sldId="308"/>
        </pc:sldMkLst>
        <pc:spChg chg="del">
          <ac:chgData name="hee jun jang" userId="1cf573f1aa69da6f" providerId="LiveId" clId="{89B23E7C-3D6A-4CD3-9756-89B8C464AAAD}" dt="2026-01-20T14:04:54.959" v="20717" actId="22"/>
          <ac:spMkLst>
            <pc:docMk/>
            <pc:sldMk cId="3084927815" sldId="308"/>
            <ac:spMk id="6" creationId="{6539337C-C91B-DA2B-4BEA-55629C2F5789}"/>
          </ac:spMkLst>
        </pc:spChg>
        <pc:spChg chg="add mod">
          <ac:chgData name="hee jun jang" userId="1cf573f1aa69da6f" providerId="LiveId" clId="{89B23E7C-3D6A-4CD3-9756-89B8C464AAAD}" dt="2026-01-20T14:05:54.184" v="20723" actId="14100"/>
          <ac:spMkLst>
            <pc:docMk/>
            <pc:sldMk cId="3084927815" sldId="308"/>
            <ac:spMk id="8" creationId="{46104B32-D13F-C656-06F9-2CC80D677940}"/>
          </ac:spMkLst>
        </pc:spChg>
        <pc:spChg chg="add mod">
          <ac:chgData name="hee jun jang" userId="1cf573f1aa69da6f" providerId="LiveId" clId="{89B23E7C-3D6A-4CD3-9756-89B8C464AAAD}" dt="2026-01-20T14:19:24.218" v="21130" actId="20577"/>
          <ac:spMkLst>
            <pc:docMk/>
            <pc:sldMk cId="3084927815" sldId="308"/>
            <ac:spMk id="9" creationId="{D5622CF3-E2B7-E621-88FC-F2F5170674F3}"/>
          </ac:spMkLst>
        </pc:spChg>
        <pc:spChg chg="add mod">
          <ac:chgData name="hee jun jang" userId="1cf573f1aa69da6f" providerId="LiveId" clId="{89B23E7C-3D6A-4CD3-9756-89B8C464AAAD}" dt="2026-01-20T14:10:51.243" v="20921" actId="1038"/>
          <ac:spMkLst>
            <pc:docMk/>
            <pc:sldMk cId="3084927815" sldId="308"/>
            <ac:spMk id="10" creationId="{68E7B319-2FDB-FF25-2BEA-EF6DC8E2E1BB}"/>
          </ac:spMkLst>
        </pc:spChg>
        <pc:spChg chg="add mod">
          <ac:chgData name="hee jun jang" userId="1cf573f1aa69da6f" providerId="LiveId" clId="{89B23E7C-3D6A-4CD3-9756-89B8C464AAAD}" dt="2026-01-20T14:32:32.723" v="21412" actId="1076"/>
          <ac:spMkLst>
            <pc:docMk/>
            <pc:sldMk cId="3084927815" sldId="308"/>
            <ac:spMk id="11" creationId="{BBCB3880-2127-30E8-1396-541005E32ED4}"/>
          </ac:spMkLst>
        </pc:spChg>
        <pc:spChg chg="add mod">
          <ac:chgData name="hee jun jang" userId="1cf573f1aa69da6f" providerId="LiveId" clId="{89B23E7C-3D6A-4CD3-9756-89B8C464AAAD}" dt="2026-01-21T00:18:06.912" v="23116" actId="14100"/>
          <ac:spMkLst>
            <pc:docMk/>
            <pc:sldMk cId="3084927815" sldId="308"/>
            <ac:spMk id="12" creationId="{B36D364E-7193-498B-060C-AFC84984AAB1}"/>
          </ac:spMkLst>
        </pc:spChg>
        <pc:spChg chg="add del mod">
          <ac:chgData name="hee jun jang" userId="1cf573f1aa69da6f" providerId="LiveId" clId="{89B23E7C-3D6A-4CD3-9756-89B8C464AAAD}" dt="2026-01-20T14:14:43.952" v="21027" actId="478"/>
          <ac:spMkLst>
            <pc:docMk/>
            <pc:sldMk cId="3084927815" sldId="308"/>
            <ac:spMk id="13" creationId="{1C62C4DA-7587-BE3B-F906-9962C8407F44}"/>
          </ac:spMkLst>
        </pc:spChg>
        <pc:spChg chg="add mod">
          <ac:chgData name="hee jun jang" userId="1cf573f1aa69da6f" providerId="LiveId" clId="{89B23E7C-3D6A-4CD3-9756-89B8C464AAAD}" dt="2026-01-21T00:18:46.846" v="23178" actId="20577"/>
          <ac:spMkLst>
            <pc:docMk/>
            <pc:sldMk cId="3084927815" sldId="308"/>
            <ac:spMk id="14" creationId="{C0593477-7EF8-DC8B-FD1C-72A8AA990EA3}"/>
          </ac:spMkLst>
        </pc:spChg>
        <pc:spChg chg="add mod">
          <ac:chgData name="hee jun jang" userId="1cf573f1aa69da6f" providerId="LiveId" clId="{89B23E7C-3D6A-4CD3-9756-89B8C464AAAD}" dt="2026-01-20T14:24:16.676" v="21135" actId="208"/>
          <ac:spMkLst>
            <pc:docMk/>
            <pc:sldMk cId="3084927815" sldId="308"/>
            <ac:spMk id="15" creationId="{236957AA-7928-56FF-F89B-640556C7E9C6}"/>
          </ac:spMkLst>
        </pc:spChg>
        <pc:spChg chg="add mod">
          <ac:chgData name="hee jun jang" userId="1cf573f1aa69da6f" providerId="LiveId" clId="{89B23E7C-3D6A-4CD3-9756-89B8C464AAAD}" dt="2026-01-20T14:32:32.723" v="21412" actId="1076"/>
          <ac:spMkLst>
            <pc:docMk/>
            <pc:sldMk cId="3084927815" sldId="308"/>
            <ac:spMk id="16" creationId="{980C2F62-1E41-80A3-350A-E0B255D6B8FC}"/>
          </ac:spMkLst>
        </pc:spChg>
        <pc:spChg chg="add mod">
          <ac:chgData name="hee jun jang" userId="1cf573f1aa69da6f" providerId="LiveId" clId="{89B23E7C-3D6A-4CD3-9756-89B8C464AAAD}" dt="2026-01-20T14:28:10.239" v="21327" actId="1035"/>
          <ac:spMkLst>
            <pc:docMk/>
            <pc:sldMk cId="3084927815" sldId="308"/>
            <ac:spMk id="17" creationId="{F777811F-0E5F-B140-ADA6-2C3310051A4D}"/>
          </ac:spMkLst>
        </pc:spChg>
        <pc:spChg chg="add mod">
          <ac:chgData name="hee jun jang" userId="1cf573f1aa69da6f" providerId="LiveId" clId="{89B23E7C-3D6A-4CD3-9756-89B8C464AAAD}" dt="2026-01-20T14:43:13.335" v="21532" actId="14100"/>
          <ac:spMkLst>
            <pc:docMk/>
            <pc:sldMk cId="3084927815" sldId="308"/>
            <ac:spMk id="18" creationId="{8DAA167C-2532-5539-513A-480AA66106A9}"/>
          </ac:spMkLst>
        </pc:spChg>
        <pc:spChg chg="add mod">
          <ac:chgData name="hee jun jang" userId="1cf573f1aa69da6f" providerId="LiveId" clId="{89B23E7C-3D6A-4CD3-9756-89B8C464AAAD}" dt="2026-01-20T14:33:10.961" v="21418" actId="208"/>
          <ac:spMkLst>
            <pc:docMk/>
            <pc:sldMk cId="3084927815" sldId="308"/>
            <ac:spMk id="19" creationId="{2733C770-8566-9312-819E-97B253FE121F}"/>
          </ac:spMkLst>
        </pc:spChg>
        <pc:spChg chg="add mod">
          <ac:chgData name="hee jun jang" userId="1cf573f1aa69da6f" providerId="LiveId" clId="{89B23E7C-3D6A-4CD3-9756-89B8C464AAAD}" dt="2026-01-20T14:42:48.328" v="21515" actId="207"/>
          <ac:spMkLst>
            <pc:docMk/>
            <pc:sldMk cId="3084927815" sldId="308"/>
            <ac:spMk id="20" creationId="{737D9E4D-6BFA-CA58-71E0-9364606948D3}"/>
          </ac:spMkLst>
        </pc:spChg>
        <pc:spChg chg="add mod">
          <ac:chgData name="hee jun jang" userId="1cf573f1aa69da6f" providerId="LiveId" clId="{89B23E7C-3D6A-4CD3-9756-89B8C464AAAD}" dt="2026-01-20T14:47:10.874" v="21728" actId="20577"/>
          <ac:spMkLst>
            <pc:docMk/>
            <pc:sldMk cId="3084927815" sldId="308"/>
            <ac:spMk id="21" creationId="{A4E788A7-5984-67BE-5CF3-3883FDA6D13E}"/>
          </ac:spMkLst>
        </pc:spChg>
        <pc:picChg chg="add mod ord">
          <ac:chgData name="hee jun jang" userId="1cf573f1aa69da6f" providerId="LiveId" clId="{89B23E7C-3D6A-4CD3-9756-89B8C464AAAD}" dt="2026-01-20T14:32:55.015" v="21415" actId="1076"/>
          <ac:picMkLst>
            <pc:docMk/>
            <pc:sldMk cId="3084927815" sldId="308"/>
            <ac:picMk id="7" creationId="{24618202-06E3-9C99-B42F-AA2453F6C6BA}"/>
          </ac:picMkLst>
        </pc:picChg>
      </pc:sldChg>
      <pc:sldChg chg="addSp delSp modSp add mod">
        <pc:chgData name="hee jun jang" userId="1cf573f1aa69da6f" providerId="LiveId" clId="{89B23E7C-3D6A-4CD3-9756-89B8C464AAAD}" dt="2026-01-20T14:54:26.445" v="22055" actId="207"/>
        <pc:sldMkLst>
          <pc:docMk/>
          <pc:sldMk cId="2162098958" sldId="309"/>
        </pc:sldMkLst>
        <pc:spChg chg="add del mod">
          <ac:chgData name="hee jun jang" userId="1cf573f1aa69da6f" providerId="LiveId" clId="{89B23E7C-3D6A-4CD3-9756-89B8C464AAAD}" dt="2026-01-20T14:51:14.201" v="21731" actId="22"/>
          <ac:spMkLst>
            <pc:docMk/>
            <pc:sldMk cId="2162098958" sldId="309"/>
            <ac:spMk id="6" creationId="{1E671DD3-D08E-71F8-3B5F-F1A2B2E4F830}"/>
          </ac:spMkLst>
        </pc:spChg>
        <pc:spChg chg="add mod">
          <ac:chgData name="hee jun jang" userId="1cf573f1aa69da6f" providerId="LiveId" clId="{89B23E7C-3D6A-4CD3-9756-89B8C464AAAD}" dt="2026-01-20T14:51:47.738" v="21737" actId="14100"/>
          <ac:spMkLst>
            <pc:docMk/>
            <pc:sldMk cId="2162098958" sldId="309"/>
            <ac:spMk id="12" creationId="{17F878B1-B89B-3E79-889C-58C13D84843F}"/>
          </ac:spMkLst>
        </pc:spChg>
        <pc:spChg chg="del">
          <ac:chgData name="hee jun jang" userId="1cf573f1aa69da6f" providerId="LiveId" clId="{89B23E7C-3D6A-4CD3-9756-89B8C464AAAD}" dt="2026-01-20T14:47:23.243" v="21730" actId="478"/>
          <ac:spMkLst>
            <pc:docMk/>
            <pc:sldMk cId="2162098958" sldId="309"/>
            <ac:spMk id="14" creationId="{FAFBD1C8-0226-0EA4-EF81-F3E004FFBBAE}"/>
          </ac:spMkLst>
        </pc:spChg>
        <pc:spChg chg="add mod">
          <ac:chgData name="hee jun jang" userId="1cf573f1aa69da6f" providerId="LiveId" clId="{89B23E7C-3D6A-4CD3-9756-89B8C464AAAD}" dt="2026-01-20T14:52:40.745" v="21831" actId="20577"/>
          <ac:spMkLst>
            <pc:docMk/>
            <pc:sldMk cId="2162098958" sldId="309"/>
            <ac:spMk id="15" creationId="{6EDD5335-F29D-AFA1-AE2A-DFDC232366E6}"/>
          </ac:spMkLst>
        </pc:spChg>
        <pc:spChg chg="add mod">
          <ac:chgData name="hee jun jang" userId="1cf573f1aa69da6f" providerId="LiveId" clId="{89B23E7C-3D6A-4CD3-9756-89B8C464AAAD}" dt="2026-01-20T14:54:26.445" v="22055" actId="207"/>
          <ac:spMkLst>
            <pc:docMk/>
            <pc:sldMk cId="2162098958" sldId="309"/>
            <ac:spMk id="16" creationId="{010A7029-50C4-DD81-B2B1-39D888E7258B}"/>
          </ac:spMkLst>
        </pc:spChg>
        <pc:grpChg chg="del">
          <ac:chgData name="hee jun jang" userId="1cf573f1aa69da6f" providerId="LiveId" clId="{89B23E7C-3D6A-4CD3-9756-89B8C464AAAD}" dt="2026-01-20T14:47:23.243" v="21730" actId="478"/>
          <ac:grpSpMkLst>
            <pc:docMk/>
            <pc:sldMk cId="2162098958" sldId="309"/>
            <ac:grpSpMk id="13" creationId="{533B283E-728D-C9F5-2502-EFFFD4AA4875}"/>
          </ac:grpSpMkLst>
        </pc:grpChg>
        <pc:picChg chg="del">
          <ac:chgData name="hee jun jang" userId="1cf573f1aa69da6f" providerId="LiveId" clId="{89B23E7C-3D6A-4CD3-9756-89B8C464AAAD}" dt="2026-01-20T14:47:23.243" v="21730" actId="478"/>
          <ac:picMkLst>
            <pc:docMk/>
            <pc:sldMk cId="2162098958" sldId="309"/>
            <ac:picMk id="7" creationId="{D2E8C4D1-0816-3AC9-5FFA-F8DCDFB21104}"/>
          </ac:picMkLst>
        </pc:picChg>
        <pc:picChg chg="add mod ord">
          <ac:chgData name="hee jun jang" userId="1cf573f1aa69da6f" providerId="LiveId" clId="{89B23E7C-3D6A-4CD3-9756-89B8C464AAAD}" dt="2026-01-20T14:51:19.315" v="21733" actId="14100"/>
          <ac:picMkLst>
            <pc:docMk/>
            <pc:sldMk cId="2162098958" sldId="309"/>
            <ac:picMk id="10" creationId="{A2329D1F-2674-7043-63E6-A1EEE1A69858}"/>
          </ac:picMkLst>
        </pc:picChg>
      </pc:sldChg>
      <pc:sldChg chg="modSp new mod">
        <pc:chgData name="hee jun jang" userId="1cf573f1aa69da6f" providerId="LiveId" clId="{89B23E7C-3D6A-4CD3-9756-89B8C464AAAD}" dt="2026-01-20T15:30:15.923" v="22337" actId="20577"/>
        <pc:sldMkLst>
          <pc:docMk/>
          <pc:sldMk cId="4231375798" sldId="310"/>
        </pc:sldMkLst>
        <pc:spChg chg="mod">
          <ac:chgData name="hee jun jang" userId="1cf573f1aa69da6f" providerId="LiveId" clId="{89B23E7C-3D6A-4CD3-9756-89B8C464AAAD}" dt="2026-01-20T14:54:39.745" v="22073" actId="20577"/>
          <ac:spMkLst>
            <pc:docMk/>
            <pc:sldMk cId="4231375798" sldId="310"/>
            <ac:spMk id="2" creationId="{68E92764-F804-9998-42A5-5E93B97C0000}"/>
          </ac:spMkLst>
        </pc:spChg>
        <pc:spChg chg="mod">
          <ac:chgData name="hee jun jang" userId="1cf573f1aa69da6f" providerId="LiveId" clId="{89B23E7C-3D6A-4CD3-9756-89B8C464AAAD}" dt="2026-01-20T15:30:15.923" v="22337" actId="20577"/>
          <ac:spMkLst>
            <pc:docMk/>
            <pc:sldMk cId="4231375798" sldId="310"/>
            <ac:spMk id="3" creationId="{267ABC8A-A78F-E6D1-C058-8F0C79A570AD}"/>
          </ac:spMkLst>
        </pc:spChg>
      </pc:sldChg>
      <pc:sldChg chg="delSp modSp new mod">
        <pc:chgData name="hee jun jang" userId="1cf573f1aa69da6f" providerId="LiveId" clId="{89B23E7C-3D6A-4CD3-9756-89B8C464AAAD}" dt="2026-01-21T02:49:22.506" v="23807" actId="1076"/>
        <pc:sldMkLst>
          <pc:docMk/>
          <pc:sldMk cId="2590336324" sldId="311"/>
        </pc:sldMkLst>
        <pc:spChg chg="mod">
          <ac:chgData name="hee jun jang" userId="1cf573f1aa69da6f" providerId="LiveId" clId="{89B23E7C-3D6A-4CD3-9756-89B8C464AAAD}" dt="2026-01-21T02:49:22.506" v="23807" actId="1076"/>
          <ac:spMkLst>
            <pc:docMk/>
            <pc:sldMk cId="2590336324" sldId="311"/>
            <ac:spMk id="2" creationId="{6F733F4B-C76B-1857-9AEA-304CC1F7FDE6}"/>
          </ac:spMkLst>
        </pc:spChg>
        <pc:spChg chg="del">
          <ac:chgData name="hee jun jang" userId="1cf573f1aa69da6f" providerId="LiveId" clId="{89B23E7C-3D6A-4CD3-9756-89B8C464AAAD}" dt="2026-01-21T02:47:40.602" v="23760" actId="478"/>
          <ac:spMkLst>
            <pc:docMk/>
            <pc:sldMk cId="2590336324" sldId="311"/>
            <ac:spMk id="3" creationId="{BF81BCB8-353C-838B-6A3A-4F24BECC8C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085B9-F6AA-4477-8CC2-6BED2CEAF850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268FE-68BF-48A5-96CF-DB03291F4B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39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007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윈도우에서 제공하는 </a:t>
            </a:r>
            <a:r>
              <a:rPr lang="en-US" altLang="ko-KR" dirty="0"/>
              <a:t>functionality</a:t>
            </a:r>
            <a:r>
              <a:rPr lang="ko-KR" altLang="en-US" dirty="0"/>
              <a:t>의 종류에 대해서 언급</a:t>
            </a:r>
            <a:r>
              <a:rPr lang="en-US" altLang="ko-KR" dirty="0"/>
              <a:t>. </a:t>
            </a:r>
            <a:r>
              <a:rPr lang="ko-KR" altLang="en-US" dirty="0"/>
              <a:t>해당 </a:t>
            </a:r>
            <a:r>
              <a:rPr lang="en-US" altLang="ko-KR" dirty="0"/>
              <a:t>functionality</a:t>
            </a:r>
            <a:r>
              <a:rPr lang="ko-KR" altLang="en-US" dirty="0"/>
              <a:t>에서 자주 사용되는 </a:t>
            </a:r>
            <a:r>
              <a:rPr lang="en-US" altLang="ko-KR" dirty="0" err="1"/>
              <a:t>WindowsAPI</a:t>
            </a:r>
            <a:r>
              <a:rPr lang="ko-KR" altLang="en-US" dirty="0"/>
              <a:t>에는 뭐가 있는지</a:t>
            </a:r>
            <a:r>
              <a:rPr lang="en-US" altLang="ko-KR" dirty="0"/>
              <a:t>, Malware</a:t>
            </a:r>
            <a:r>
              <a:rPr lang="ko-KR" altLang="en-US" dirty="0"/>
              <a:t>가 사용했을 때 어떤 결과를 유도할 수 있는지를 미리 알아두면 추후 분석 및 </a:t>
            </a:r>
            <a:r>
              <a:rPr lang="ko-KR" altLang="en-US" dirty="0" err="1"/>
              <a:t>멀웨어</a:t>
            </a:r>
            <a:r>
              <a:rPr lang="ko-KR" altLang="en-US" dirty="0"/>
              <a:t> 의도파악에 많은 도움이 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953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536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 </a:t>
            </a:r>
            <a:r>
              <a:rPr lang="ko-KR" altLang="en-US" dirty="0"/>
              <a:t>와 </a:t>
            </a:r>
            <a:r>
              <a:rPr lang="en-US" altLang="ko-KR" dirty="0"/>
              <a:t>LP </a:t>
            </a:r>
            <a:r>
              <a:rPr lang="ko-KR" altLang="en-US" dirty="0"/>
              <a:t>차이</a:t>
            </a:r>
            <a:r>
              <a:rPr lang="en-US" altLang="ko-KR" dirty="0"/>
              <a:t> -&gt; 16bit system</a:t>
            </a:r>
            <a:r>
              <a:rPr lang="ko-KR" altLang="en-US" dirty="0"/>
              <a:t>일 때</a:t>
            </a:r>
            <a:r>
              <a:rPr lang="en-US" altLang="ko-KR" dirty="0"/>
              <a:t>, P</a:t>
            </a:r>
            <a:r>
              <a:rPr lang="ko-KR" altLang="en-US" dirty="0"/>
              <a:t>는 가까운 </a:t>
            </a:r>
            <a:r>
              <a:rPr lang="en-US" altLang="ko-KR" dirty="0"/>
              <a:t>16bit </a:t>
            </a:r>
            <a:r>
              <a:rPr lang="ko-KR" altLang="en-US" dirty="0"/>
              <a:t>크기를 가지는 </a:t>
            </a:r>
            <a:r>
              <a:rPr lang="en-US" altLang="ko-KR" dirty="0"/>
              <a:t>pointer</a:t>
            </a:r>
            <a:r>
              <a:rPr lang="ko-KR" altLang="en-US" dirty="0"/>
              <a:t>를 지칭</a:t>
            </a:r>
            <a:r>
              <a:rPr lang="en-US" altLang="ko-KR" dirty="0"/>
              <a:t>, LP</a:t>
            </a:r>
            <a:r>
              <a:rPr lang="ko-KR" altLang="en-US" dirty="0"/>
              <a:t>는 </a:t>
            </a:r>
            <a:r>
              <a:rPr lang="en-US" altLang="ko-KR" dirty="0"/>
              <a:t>16bit</a:t>
            </a:r>
            <a:r>
              <a:rPr lang="ko-KR" altLang="en-US" dirty="0"/>
              <a:t>보다 더 큰 </a:t>
            </a:r>
            <a:r>
              <a:rPr lang="en-US" altLang="ko-KR" dirty="0"/>
              <a:t>pointer</a:t>
            </a:r>
            <a:r>
              <a:rPr lang="ko-KR" altLang="en-US" dirty="0"/>
              <a:t>를 지칭</a:t>
            </a:r>
            <a:r>
              <a:rPr lang="en-US" altLang="ko-KR" dirty="0"/>
              <a:t>, 32bit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r>
              <a:rPr lang="ko-KR" altLang="en-US" dirty="0"/>
              <a:t> </a:t>
            </a:r>
            <a:r>
              <a:rPr lang="ko-KR" altLang="en-US" dirty="0" err="1"/>
              <a:t>이후로부터는</a:t>
            </a:r>
            <a:r>
              <a:rPr lang="ko-KR" altLang="en-US" dirty="0"/>
              <a:t> 기능적으로 동일</a:t>
            </a:r>
            <a:endParaRPr lang="en-US" altLang="ko-KR" dirty="0"/>
          </a:p>
          <a:p>
            <a:r>
              <a:rPr lang="ko-KR" altLang="en-US" dirty="0"/>
              <a:t>어떤 이벤트에 발생함에 따라 </a:t>
            </a:r>
            <a:r>
              <a:rPr lang="en-US" altLang="ko-KR" dirty="0"/>
              <a:t>Windows</a:t>
            </a:r>
            <a:r>
              <a:rPr lang="ko-KR" altLang="en-US" dirty="0"/>
              <a:t>에 의해 호출되는 함수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81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Activity -&gt; create, modify, distinct filename, change existing file name</a:t>
            </a:r>
          </a:p>
          <a:p>
            <a:r>
              <a:rPr lang="en-US" altLang="ko-KR" dirty="0" err="1"/>
              <a:t>dwCreationDisposition</a:t>
            </a:r>
            <a:r>
              <a:rPr lang="en-US" altLang="ko-KR" dirty="0"/>
              <a:t> -&gt; 1 -&gt; </a:t>
            </a:r>
            <a:r>
              <a:rPr lang="en-US" altLang="ko-KR" dirty="0" err="1"/>
              <a:t>create_new</a:t>
            </a:r>
            <a:r>
              <a:rPr lang="en-US" altLang="ko-KR" dirty="0"/>
              <a:t> (</a:t>
            </a:r>
            <a:r>
              <a:rPr lang="ko-KR" altLang="en-US" dirty="0"/>
              <a:t>이미 존재한다면 </a:t>
            </a:r>
            <a:r>
              <a:rPr lang="en-US" altLang="ko-KR" dirty="0"/>
              <a:t>fail), 2 -&gt; </a:t>
            </a:r>
            <a:r>
              <a:rPr lang="en-US" altLang="ko-KR" dirty="0" err="1"/>
              <a:t>create_always</a:t>
            </a:r>
            <a:r>
              <a:rPr lang="en-US" altLang="ko-KR" dirty="0"/>
              <a:t> (</a:t>
            </a:r>
            <a:r>
              <a:rPr lang="ko-KR" altLang="en-US" dirty="0"/>
              <a:t>이미 존재한다면 덮어씌움</a:t>
            </a:r>
            <a:r>
              <a:rPr lang="en-US" altLang="ko-KR" dirty="0"/>
              <a:t>) 3 -&gt; </a:t>
            </a:r>
            <a:r>
              <a:rPr lang="en-US" altLang="ko-KR" dirty="0" err="1"/>
              <a:t>open_existing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존재하지 </a:t>
            </a:r>
            <a:r>
              <a:rPr lang="ko-KR" altLang="en-US" dirty="0" err="1"/>
              <a:t>않는경우</a:t>
            </a:r>
            <a:r>
              <a:rPr lang="ko-KR" altLang="en-US" dirty="0"/>
              <a:t> 실패 </a:t>
            </a:r>
            <a:r>
              <a:rPr lang="en-US" altLang="ko-KR" dirty="0"/>
              <a:t>4-&gt; </a:t>
            </a:r>
            <a:r>
              <a:rPr lang="en-US" altLang="ko-KR" dirty="0" err="1"/>
              <a:t>open_always</a:t>
            </a:r>
            <a:r>
              <a:rPr lang="en-US" altLang="ko-KR" dirty="0"/>
              <a:t> -&gt; </a:t>
            </a:r>
            <a:r>
              <a:rPr lang="ko-KR" altLang="en-US" dirty="0"/>
              <a:t>존재하지 </a:t>
            </a:r>
            <a:r>
              <a:rPr lang="ko-KR" altLang="en-US" dirty="0" err="1"/>
              <a:t>않는경우</a:t>
            </a:r>
            <a:r>
              <a:rPr lang="ko-KR" altLang="en-US" dirty="0"/>
              <a:t> 새로 생성 </a:t>
            </a:r>
            <a:r>
              <a:rPr lang="en-US" altLang="ko-KR" dirty="0"/>
              <a:t>(1), 5-&gt;</a:t>
            </a:r>
            <a:r>
              <a:rPr lang="ko-KR" altLang="en-US" dirty="0"/>
              <a:t> </a:t>
            </a:r>
            <a:r>
              <a:rPr lang="en-US" altLang="ko-KR" dirty="0" err="1"/>
              <a:t>truncate_existing</a:t>
            </a:r>
            <a:r>
              <a:rPr lang="en-US" altLang="ko-KR" dirty="0"/>
              <a:t> -&gt; </a:t>
            </a:r>
            <a:r>
              <a:rPr lang="ko-KR" altLang="en-US" dirty="0"/>
              <a:t>파일 열어서 내용물을 비움</a:t>
            </a:r>
            <a:r>
              <a:rPr lang="en-US" altLang="ko-KR" dirty="0"/>
              <a:t>, </a:t>
            </a:r>
            <a:r>
              <a:rPr lang="ko-KR" altLang="en-US" dirty="0"/>
              <a:t>없다면 </a:t>
            </a:r>
            <a:r>
              <a:rPr lang="en-US" altLang="ko-KR" dirty="0"/>
              <a:t>fail</a:t>
            </a:r>
          </a:p>
          <a:p>
            <a:r>
              <a:rPr lang="en-US" altLang="ko-KR" dirty="0" err="1"/>
              <a:t>ReadFile</a:t>
            </a:r>
            <a:r>
              <a:rPr lang="en-US" altLang="ko-KR" dirty="0"/>
              <a:t> 40 </a:t>
            </a:r>
            <a:r>
              <a:rPr lang="ko-KR" altLang="en-US" dirty="0"/>
              <a:t>이후 다시 </a:t>
            </a:r>
            <a:r>
              <a:rPr lang="en-US" altLang="ko-KR" dirty="0" err="1"/>
              <a:t>ReadFile</a:t>
            </a:r>
            <a:r>
              <a:rPr lang="ko-KR" altLang="en-US" dirty="0"/>
              <a:t>을 호출한다면 </a:t>
            </a:r>
            <a:r>
              <a:rPr lang="en-US" altLang="ko-KR" dirty="0"/>
              <a:t>41</a:t>
            </a:r>
            <a:r>
              <a:rPr lang="ko-KR" altLang="en-US" dirty="0" err="1"/>
              <a:t>번째부터</a:t>
            </a:r>
            <a:r>
              <a:rPr lang="ko-KR" altLang="en-US" dirty="0"/>
              <a:t> 읽기 시작</a:t>
            </a:r>
            <a:r>
              <a:rPr lang="en-US" altLang="ko-KR" dirty="0"/>
              <a:t>. </a:t>
            </a:r>
            <a:r>
              <a:rPr lang="ko-KR" altLang="en-US" dirty="0"/>
              <a:t>두 함수를 사용한다고 해서 파일 내에서 이동이 쉽지는 않음</a:t>
            </a:r>
            <a:endParaRPr lang="en-US" altLang="ko-KR" dirty="0"/>
          </a:p>
          <a:p>
            <a:r>
              <a:rPr lang="en-US" altLang="ko-KR" dirty="0"/>
              <a:t>Mapping object</a:t>
            </a:r>
            <a:r>
              <a:rPr lang="ko-KR" altLang="en-US" dirty="0"/>
              <a:t>를 얻고 나면</a:t>
            </a:r>
            <a:r>
              <a:rPr lang="en-US" altLang="ko-KR" dirty="0"/>
              <a:t>, malware</a:t>
            </a:r>
            <a:r>
              <a:rPr lang="ko-KR" altLang="en-US" dirty="0"/>
              <a:t>가 특정 </a:t>
            </a:r>
            <a:r>
              <a:rPr lang="en-US" altLang="ko-KR" dirty="0"/>
              <a:t>PE file</a:t>
            </a:r>
            <a:r>
              <a:rPr lang="ko-KR" altLang="en-US" dirty="0"/>
              <a:t>이 </a:t>
            </a:r>
            <a:r>
              <a:rPr lang="en-US" altLang="ko-KR" dirty="0"/>
              <a:t>OS loader</a:t>
            </a:r>
            <a:r>
              <a:rPr lang="ko-KR" altLang="en-US" dirty="0"/>
              <a:t>에 의해 로드되어 실행되도록 할 수 있음</a:t>
            </a:r>
            <a:endParaRPr lang="en-US" altLang="ko-KR" dirty="0"/>
          </a:p>
          <a:p>
            <a:r>
              <a:rPr lang="ko-KR" altLang="en-US" dirty="0" err="1"/>
              <a:t>멀웨어에</a:t>
            </a:r>
            <a:r>
              <a:rPr lang="ko-KR" altLang="en-US" dirty="0"/>
              <a:t> 있어서 파일 액티비티는 가장 많이 사용되는 </a:t>
            </a:r>
            <a:r>
              <a:rPr lang="ko-KR" altLang="en-US" dirty="0" err="1"/>
              <a:t>방법중</a:t>
            </a:r>
            <a:r>
              <a:rPr lang="ko-KR" altLang="en-US" dirty="0"/>
              <a:t> 하나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94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\\serverName\share, \\?\serverName\share -&gt; windows</a:t>
            </a:r>
            <a:r>
              <a:rPr lang="ko-KR" altLang="en-US" dirty="0"/>
              <a:t>에 </a:t>
            </a:r>
            <a:r>
              <a:rPr lang="en-US" altLang="ko-KR" dirty="0"/>
              <a:t>disable all string parsing, allow access to longer filename</a:t>
            </a:r>
          </a:p>
          <a:p>
            <a:r>
              <a:rPr lang="en-US" altLang="ko-KR" dirty="0"/>
              <a:t>Using namespaces, malware can read and write physical device as a file. -&gt; normal API</a:t>
            </a:r>
            <a:r>
              <a:rPr lang="ko-KR" altLang="en-US" dirty="0"/>
              <a:t>로 불가능한 </a:t>
            </a:r>
            <a:r>
              <a:rPr lang="en-US" altLang="ko-KR" dirty="0"/>
              <a:t>disk modify</a:t>
            </a:r>
            <a:r>
              <a:rPr lang="ko-KR" altLang="en-US" dirty="0"/>
              <a:t>가 가능해짐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48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samDesired</a:t>
            </a:r>
            <a:r>
              <a:rPr lang="en-US" altLang="ko-KR" dirty="0"/>
              <a:t> -&gt; </a:t>
            </a:r>
            <a:r>
              <a:rPr lang="ko-KR" altLang="en-US" dirty="0"/>
              <a:t>값이 </a:t>
            </a:r>
            <a:r>
              <a:rPr lang="en-US" altLang="ko-KR" dirty="0"/>
              <a:t>2</a:t>
            </a:r>
            <a:r>
              <a:rPr lang="ko-KR" altLang="en-US" dirty="0"/>
              <a:t>인 경우 </a:t>
            </a:r>
            <a:r>
              <a:rPr lang="en-US" altLang="ko-KR" dirty="0"/>
              <a:t>registry create, delete, set value</a:t>
            </a:r>
            <a:r>
              <a:rPr lang="ko-KR" altLang="en-US" dirty="0"/>
              <a:t>에 필요한 권한을 말함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uloptions</a:t>
            </a:r>
            <a:r>
              <a:rPr lang="en-US" altLang="ko-KR" dirty="0"/>
              <a:t> -&gt; symbolic link</a:t>
            </a:r>
            <a:r>
              <a:rPr lang="ko-KR" altLang="en-US" dirty="0"/>
              <a:t>인지 아닌지</a:t>
            </a:r>
            <a:endParaRPr lang="en-US" altLang="ko-KR" dirty="0"/>
          </a:p>
          <a:p>
            <a:r>
              <a:rPr lang="en-US" altLang="ko-KR" dirty="0"/>
              <a:t>W, A </a:t>
            </a:r>
            <a:r>
              <a:rPr lang="ko-KR" altLang="en-US" dirty="0"/>
              <a:t>차이 </a:t>
            </a:r>
            <a:r>
              <a:rPr lang="en-US" altLang="ko-KR" dirty="0"/>
              <a:t>-&gt; </a:t>
            </a:r>
            <a:r>
              <a:rPr lang="en-US" altLang="ko-KR" dirty="0" err="1"/>
              <a:t>unicode</a:t>
            </a:r>
            <a:r>
              <a:rPr lang="ko-KR" altLang="en-US" dirty="0"/>
              <a:t>인지 </a:t>
            </a:r>
            <a:r>
              <a:rPr lang="en-US" altLang="ko-KR" dirty="0"/>
              <a:t>ANSI</a:t>
            </a:r>
            <a:r>
              <a:rPr lang="ko-KR" altLang="en-US" dirty="0"/>
              <a:t>인지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031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Service</a:t>
            </a:r>
            <a:r>
              <a:rPr lang="ko-KR" altLang="en-US" dirty="0"/>
              <a:t>를 위한 </a:t>
            </a:r>
            <a:r>
              <a:rPr lang="en-US" altLang="ko-KR" dirty="0"/>
              <a:t>Code</a:t>
            </a:r>
            <a:r>
              <a:rPr lang="ko-KR" altLang="en-US" dirty="0"/>
              <a:t>를 </a:t>
            </a:r>
            <a:r>
              <a:rPr lang="en-US" altLang="ko-KR" dirty="0" err="1"/>
              <a:t>dll</a:t>
            </a:r>
            <a:r>
              <a:rPr lang="ko-KR" altLang="en-US" dirty="0"/>
              <a:t>에 저장하여 사용하는 타입인지</a:t>
            </a:r>
            <a:r>
              <a:rPr lang="en-US" altLang="ko-KR" dirty="0"/>
              <a:t>, exe</a:t>
            </a:r>
            <a:r>
              <a:rPr lang="ko-KR" altLang="en-US" dirty="0"/>
              <a:t>에 </a:t>
            </a:r>
            <a:r>
              <a:rPr lang="en-US" altLang="ko-KR" dirty="0"/>
              <a:t>code</a:t>
            </a:r>
            <a:r>
              <a:rPr lang="ko-KR" altLang="en-US" dirty="0"/>
              <a:t>를 저장하여 실행하는 타입인지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646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If malware COM objects are used, the hijacked the legitimate </a:t>
            </a:r>
            <a:r>
              <a:rPr lang="en-US" altLang="ko-KR" dirty="0" err="1"/>
              <a:t>clsid</a:t>
            </a:r>
            <a:r>
              <a:rPr lang="en-US" altLang="ko-KR" dirty="0"/>
              <a:t> by overwritten in HKCU registry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053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이후</a:t>
            </a:r>
            <a:r>
              <a:rPr lang="en-US" altLang="ko-KR" dirty="0"/>
              <a:t> </a:t>
            </a:r>
            <a:r>
              <a:rPr lang="ko-KR" altLang="en-US" dirty="0"/>
              <a:t>챕터에서 좀 더 자세하게 다룰 예정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07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Malware uses an assembly wrapper to place SSN for desired NT function into </a:t>
            </a:r>
            <a:r>
              <a:rPr lang="en-US" altLang="ko-KR" dirty="0" err="1"/>
              <a:t>eax</a:t>
            </a:r>
            <a:r>
              <a:rPr lang="en-US" altLang="ko-KR" dirty="0"/>
              <a:t> register, setup parameters on a stack, execute </a:t>
            </a:r>
            <a:r>
              <a:rPr lang="en-US" altLang="ko-KR" dirty="0" err="1"/>
              <a:t>syscall</a:t>
            </a:r>
            <a:r>
              <a:rPr lang="en-US" altLang="ko-KR" dirty="0"/>
              <a:t> instruction</a:t>
            </a:r>
          </a:p>
          <a:p>
            <a:r>
              <a:rPr lang="ko-KR" altLang="en-US" dirty="0"/>
              <a:t>최신</a:t>
            </a:r>
            <a:r>
              <a:rPr lang="en-US" altLang="ko-KR" dirty="0"/>
              <a:t> security </a:t>
            </a:r>
            <a:r>
              <a:rPr lang="ko-KR" altLang="en-US" dirty="0"/>
              <a:t>프로그램의 경우 </a:t>
            </a:r>
            <a:r>
              <a:rPr lang="en-US" altLang="ko-KR" dirty="0" err="1"/>
              <a:t>ntdll</a:t>
            </a:r>
            <a:r>
              <a:rPr lang="ko-KR" altLang="en-US" dirty="0"/>
              <a:t>을 </a:t>
            </a:r>
            <a:r>
              <a:rPr lang="en-US" altLang="ko-KR" dirty="0"/>
              <a:t>hooking </a:t>
            </a:r>
            <a:r>
              <a:rPr lang="ko-KR" altLang="en-US" dirty="0"/>
              <a:t>하거나 </a:t>
            </a:r>
            <a:r>
              <a:rPr lang="en-US" altLang="ko-KR" dirty="0"/>
              <a:t>behavior monitoring </a:t>
            </a:r>
            <a:r>
              <a:rPr lang="ko-KR" altLang="en-US"/>
              <a:t>하면서 이러한 케이스를 잡아냄</a:t>
            </a:r>
            <a:endParaRPr lang="en-US" altLang="ko-KR" dirty="0"/>
          </a:p>
          <a:p>
            <a:r>
              <a:rPr lang="en-US" altLang="ko-KR" dirty="0" err="1"/>
              <a:t>NtContinue</a:t>
            </a:r>
            <a:r>
              <a:rPr lang="en-US" altLang="ko-KR" dirty="0"/>
              <a:t> : malware use it to confuse an analyst and make a program more difficult to debug.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678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Htons</a:t>
            </a:r>
            <a:r>
              <a:rPr lang="en-US" altLang="ko-KR" dirty="0"/>
              <a:t> -&gt; host to network short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6746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가운데</a:t>
            </a:r>
            <a:r>
              <a:rPr lang="en-US" altLang="ko-KR" dirty="0"/>
              <a:t> </a:t>
            </a:r>
            <a:r>
              <a:rPr lang="en-US" altLang="ko-KR" dirty="0" err="1"/>
              <a:t>createfilemapping</a:t>
            </a:r>
            <a:r>
              <a:rPr lang="ko-KR" altLang="en-US" dirty="0"/>
              <a:t>과 </a:t>
            </a:r>
            <a:r>
              <a:rPr lang="en-US" altLang="ko-KR" dirty="0" err="1"/>
              <a:t>mapoverview</a:t>
            </a:r>
            <a:r>
              <a:rPr lang="ko-KR" altLang="en-US" dirty="0"/>
              <a:t>는 </a:t>
            </a:r>
            <a:r>
              <a:rPr lang="en-US" altLang="ko-KR" dirty="0"/>
              <a:t>Windows loader</a:t>
            </a:r>
            <a:r>
              <a:rPr lang="ko-KR" altLang="en-US" dirty="0"/>
              <a:t>의 기능을 복제하는데 주로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268FE-68BF-48A5-96CF-DB03291F4B5D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63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>
                <a:ln w="9525" cap="flat">
                  <a:noFill/>
                  <a:round/>
                </a:ln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0CE5-CF3E-4219-9FAB-55DE3731AECC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94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7F04D-EF1B-49EC-9024-AC018154525D}" type="datetime1">
              <a:rPr lang="ko-KR" altLang="en-US" smtClean="0"/>
              <a:t>2026-01-21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62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5390-44B4-4A8E-A44B-C1FABE10615F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35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3E3DF-0268-4461-BF2F-CB8BC46D05C0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60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79B2F-2E9D-4F94-B6A5-141961803634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729E-4D7C-4E1D-8DDC-A7AC0887682E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97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B0C34-FFBD-4029-8D4F-149573BB0F01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04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041F-BD9C-4148-8FEC-974224C7030C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68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8BED-030C-4E4C-B888-5256EDF7DE06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25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4F9D-8ECD-4932-9B84-D9104DAC3641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4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143B5-92E1-49F8-82D8-15C7D56B6622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97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874643"/>
            <a:ext cx="7886700" cy="816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5DDFF-8011-468E-AB06-EC56B122581B}" type="datetime1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2BED5-075D-4036-B470-9C5C6E4DCC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95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ln cap="flat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fileapi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windows/win32/api/winbase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win32/api/winre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utoruns.org/ko/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gusj.com/resourcehacker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dirty="0"/>
              <a:t>Practical Malware Analysis</a:t>
            </a:r>
            <a:endParaRPr lang="ko-KR" altLang="en-US" dirty="0"/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>
          <a:xfrm>
            <a:off x="800100" y="3602038"/>
            <a:ext cx="7543800" cy="1655762"/>
          </a:xfrm>
        </p:spPr>
        <p:txBody>
          <a:bodyPr>
            <a:normAutofit lnSpcReduction="10000"/>
          </a:bodyPr>
          <a:lstStyle/>
          <a:p>
            <a:endParaRPr lang="en-US" altLang="ko-KR" dirty="0"/>
          </a:p>
          <a:p>
            <a:r>
              <a:rPr lang="en-US" altLang="ko-KR" dirty="0"/>
              <a:t>Chapter 7. Analyzing malicious Windows programs</a:t>
            </a:r>
          </a:p>
          <a:p>
            <a:endParaRPr lang="en-US" altLang="ko-KR" dirty="0"/>
          </a:p>
          <a:p>
            <a:r>
              <a:rPr lang="en-US" altLang="ko-KR" dirty="0"/>
              <a:t>Presenter </a:t>
            </a:r>
            <a:r>
              <a:rPr lang="en-US" altLang="ko-KR" dirty="0" err="1"/>
              <a:t>Heejun</a:t>
            </a:r>
            <a:r>
              <a:rPr lang="en-US" altLang="ko-KR" dirty="0"/>
              <a:t> Jang</a:t>
            </a:r>
            <a:endParaRPr lang="ko-KR" altLang="en-US" dirty="0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63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we will learn in Ch 7.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Basic Windows coding concepts [1].</a:t>
            </a:r>
          </a:p>
          <a:p>
            <a:pPr lvl="1"/>
            <a:r>
              <a:rPr lang="en-US" altLang="ko-KR" dirty="0"/>
              <a:t>Malware can use the concepts to execute code without a jump or call instruction.</a:t>
            </a:r>
          </a:p>
          <a:p>
            <a:endParaRPr lang="en-US" altLang="ko-KR" dirty="0"/>
          </a:p>
          <a:p>
            <a:r>
              <a:rPr lang="en-US" altLang="ko-KR" dirty="0"/>
              <a:t>Windows functionality most relevant to malware analysis.</a:t>
            </a:r>
          </a:p>
          <a:p>
            <a:pPr lvl="1"/>
            <a:r>
              <a:rPr lang="en-US" altLang="ko-KR" dirty="0"/>
              <a:t>Malware can use the Windows functionality for malware’s purpose.</a:t>
            </a:r>
          </a:p>
          <a:p>
            <a:endParaRPr lang="en-US" altLang="ko-KR" dirty="0"/>
          </a:p>
          <a:p>
            <a:r>
              <a:rPr lang="en-US" altLang="ko-KR" dirty="0"/>
              <a:t>Be</a:t>
            </a:r>
            <a:r>
              <a:rPr lang="ko-KR" altLang="en-US" dirty="0"/>
              <a:t> </a:t>
            </a:r>
            <a:r>
              <a:rPr lang="en-US" altLang="ko-KR" dirty="0"/>
              <a:t>familiar with Windows functionality to analyze malware and understand the purpose of malware.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AAABE-C525-DE14-D987-82DCC6C4BA53}"/>
              </a:ext>
            </a:extLst>
          </p:cNvPr>
          <p:cNvSpPr txBox="1"/>
          <p:nvPr/>
        </p:nvSpPr>
        <p:spPr>
          <a:xfrm>
            <a:off x="0" y="6176963"/>
            <a:ext cx="9143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[1] Windows app development documentation, https://learn.microsoft.com/en-us/windows/apps/</a:t>
            </a:r>
          </a:p>
        </p:txBody>
      </p:sp>
    </p:spTree>
    <p:extLst>
      <p:ext uri="{BB962C8B-B14F-4D97-AF65-F5344CB8AC3E}">
        <p14:creationId xmlns:p14="http://schemas.microsoft.com/office/powerpoint/2010/main" val="38057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BF8C5-A1DA-C6DF-BE1D-3CBE4BBC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contents in Ch 7.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A9BF0-42EA-BAFF-7221-4D4E6012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Windows API terminology</a:t>
            </a:r>
          </a:p>
          <a:p>
            <a:endParaRPr lang="en-US" altLang="ko-KR" dirty="0"/>
          </a:p>
          <a:p>
            <a:r>
              <a:rPr lang="en-US" altLang="ko-KR" dirty="0"/>
              <a:t>Ways that malware can modify the host system and how you can create host-based signatures.</a:t>
            </a:r>
          </a:p>
          <a:p>
            <a:pPr lvl="1"/>
            <a:r>
              <a:rPr lang="en-US" altLang="ko-KR" sz="2000" dirty="0"/>
              <a:t>Windows Registry, Networking API</a:t>
            </a:r>
          </a:p>
          <a:p>
            <a:endParaRPr lang="en-US" altLang="ko-KR" dirty="0"/>
          </a:p>
          <a:p>
            <a:r>
              <a:rPr lang="en-US" altLang="ko-KR" dirty="0"/>
              <a:t>Different ways that a program can execute code located outside the file you’re analyzing.</a:t>
            </a:r>
          </a:p>
          <a:p>
            <a:pPr lvl="1"/>
            <a:r>
              <a:rPr lang="en-US" altLang="ko-KR" sz="2000" dirty="0" err="1"/>
              <a:t>Dll</a:t>
            </a:r>
            <a:r>
              <a:rPr lang="en-US" altLang="ko-KR" sz="2000" dirty="0"/>
              <a:t>, process, thread(mutex), services, component object model</a:t>
            </a:r>
          </a:p>
          <a:p>
            <a:endParaRPr lang="en-US" altLang="ko-KR" dirty="0"/>
          </a:p>
          <a:p>
            <a:r>
              <a:rPr lang="en-US" altLang="ko-KR" dirty="0"/>
              <a:t>Discussion of how malware acts stealthily.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BEB552-562E-F54A-C064-7A8EDB4A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4A81F8-797A-21E9-57F0-66505BA8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63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0499E-7DD2-B6C0-2A14-7D8C351F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Windows 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D9B777-B7B3-A511-32EA-60E37B29F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pc="-50" dirty="0"/>
              <a:t>Windows API is a broad set of functionality provided by Windows, the API allows a computer program to access the features of OS.</a:t>
            </a:r>
          </a:p>
          <a:p>
            <a:endParaRPr lang="en-US" altLang="ko-KR" dirty="0"/>
          </a:p>
          <a:p>
            <a:r>
              <a:rPr lang="en-US" altLang="ko-KR" dirty="0"/>
              <a:t>Malware can interact with the operating system’s features and functionalities using API.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259BF8-57DF-30E0-97EA-E699930C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AE918-9939-E1B0-A528-18385FD9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41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7C6DBE-968B-F293-5BFF-417F4CAE2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97" y="1877981"/>
            <a:ext cx="8007053" cy="43886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EC01347-EB88-69DD-8E19-795B662A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Common Windows API Types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0E66E6-B60C-551F-CD7E-C69DBBC8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F345C3-172F-E900-EF9F-40C2FDC0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3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94A6B-4B36-EC16-87F1-BC49BCB7D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functions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7B3EE7-FC27-4FA2-0892-CAC88578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400" spc="-80" dirty="0"/>
              <a:t>File</a:t>
            </a:r>
            <a:r>
              <a:rPr lang="ko-KR" altLang="en-US" sz="2400" spc="-80" dirty="0"/>
              <a:t> </a:t>
            </a:r>
            <a:r>
              <a:rPr lang="en-US" altLang="ko-KR" sz="2400" spc="-80" dirty="0"/>
              <a:t>activity,</a:t>
            </a:r>
            <a:r>
              <a:rPr lang="ko-KR" altLang="en-US" sz="2400" spc="-80" dirty="0"/>
              <a:t> </a:t>
            </a:r>
            <a:r>
              <a:rPr lang="en-US" altLang="ko-KR" sz="2400" spc="-80" dirty="0"/>
              <a:t>one of the most common ways that malware interact with system can hint at what the malware does.</a:t>
            </a:r>
          </a:p>
          <a:p>
            <a:pPr lvl="1"/>
            <a:r>
              <a:rPr lang="en-US" altLang="ko-KR" sz="2000" dirty="0"/>
              <a:t>If malware creates a file and stores web-browsing habit in that file, it is probably some form of spyware.</a:t>
            </a:r>
          </a:p>
          <a:p>
            <a:endParaRPr lang="en-US" altLang="ko-KR" sz="2400" dirty="0"/>
          </a:p>
          <a:p>
            <a:r>
              <a:rPr lang="en-US" altLang="ko-KR" sz="2400" dirty="0"/>
              <a:t>Functions for accessing the file system [2, 3].</a:t>
            </a:r>
          </a:p>
          <a:p>
            <a:pPr lvl="1"/>
            <a:r>
              <a:rPr lang="en-US" altLang="ko-KR" sz="2000" spc="-80" dirty="0" err="1"/>
              <a:t>CreateFile</a:t>
            </a:r>
            <a:r>
              <a:rPr lang="en-US" altLang="ko-KR" sz="2000" spc="-80" dirty="0"/>
              <a:t>: used to create and open file, controls whether the function creates or opens using “</a:t>
            </a:r>
            <a:r>
              <a:rPr lang="en-US" altLang="ko-KR" sz="2000" spc="-80" dirty="0" err="1"/>
              <a:t>dwCreationDisposition</a:t>
            </a:r>
            <a:r>
              <a:rPr lang="en-US" altLang="ko-KR" sz="2000" spc="-80" dirty="0"/>
              <a:t>” parameter.</a:t>
            </a:r>
            <a:br>
              <a:rPr lang="en-US" altLang="ko-KR" sz="2000" spc="-80" dirty="0"/>
            </a:br>
            <a:endParaRPr lang="en-US" altLang="ko-KR" sz="2000" spc="-80" dirty="0"/>
          </a:p>
          <a:p>
            <a:pPr lvl="1"/>
            <a:r>
              <a:rPr lang="en-US" altLang="ko-KR" sz="2000" dirty="0" err="1"/>
              <a:t>ReadFile</a:t>
            </a:r>
            <a:r>
              <a:rPr lang="en-US" altLang="ko-KR" sz="2000" dirty="0"/>
              <a:t> and </a:t>
            </a:r>
            <a:r>
              <a:rPr lang="en-US" altLang="ko-KR" sz="2000" dirty="0" err="1"/>
              <a:t>WriteFile</a:t>
            </a:r>
            <a:r>
              <a:rPr lang="en-US" altLang="ko-KR" sz="2000" dirty="0"/>
              <a:t>: used</a:t>
            </a:r>
            <a:r>
              <a:rPr lang="ko-KR" altLang="en-US" sz="2000" dirty="0"/>
              <a:t> </a:t>
            </a:r>
            <a:r>
              <a:rPr lang="en-US" altLang="ko-KR" sz="2000" dirty="0"/>
              <a:t>to</a:t>
            </a:r>
            <a:r>
              <a:rPr lang="ko-KR" altLang="en-US" sz="2000" dirty="0"/>
              <a:t> </a:t>
            </a:r>
            <a:r>
              <a:rPr lang="en-US" altLang="ko-KR" sz="2000" dirty="0"/>
              <a:t>read</a:t>
            </a:r>
            <a:r>
              <a:rPr lang="ko-KR" altLang="en-US" sz="2000" dirty="0"/>
              <a:t> </a:t>
            </a:r>
            <a:r>
              <a:rPr lang="en-US" altLang="ko-KR" sz="2000" dirty="0"/>
              <a:t>and</a:t>
            </a:r>
            <a:r>
              <a:rPr lang="ko-KR" altLang="en-US" sz="2000" dirty="0"/>
              <a:t> </a:t>
            </a:r>
            <a:r>
              <a:rPr lang="en-US" altLang="ko-KR" sz="2000" dirty="0"/>
              <a:t>write</a:t>
            </a:r>
            <a:r>
              <a:rPr lang="ko-KR" altLang="en-US" sz="2000" dirty="0"/>
              <a:t> </a:t>
            </a:r>
            <a:r>
              <a:rPr lang="en-US" altLang="ko-KR" sz="2000" dirty="0"/>
              <a:t>files.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endParaRPr lang="en-US" altLang="ko-KR" sz="2000" dirty="0"/>
          </a:p>
          <a:p>
            <a:pPr lvl="1"/>
            <a:r>
              <a:rPr lang="en-US" altLang="ko-KR" sz="2000" dirty="0" err="1"/>
              <a:t>CreateFileMapping</a:t>
            </a:r>
            <a:r>
              <a:rPr lang="en-US" altLang="ko-KR" sz="2000" dirty="0"/>
              <a:t> and </a:t>
            </a:r>
            <a:r>
              <a:rPr lang="en-US" altLang="ko-KR" sz="2000" dirty="0" err="1"/>
              <a:t>MapViewOfFile</a:t>
            </a:r>
            <a:r>
              <a:rPr lang="en-US" altLang="ko-KR" sz="2000" dirty="0"/>
              <a:t>: loads</a:t>
            </a:r>
            <a:r>
              <a:rPr lang="ko-KR" altLang="en-US" sz="2000" dirty="0"/>
              <a:t> </a:t>
            </a:r>
            <a:r>
              <a:rPr lang="en-US" altLang="ko-KR" sz="2000" dirty="0"/>
              <a:t>a</a:t>
            </a:r>
            <a:r>
              <a:rPr lang="ko-KR" altLang="en-US" sz="2000" dirty="0"/>
              <a:t> </a:t>
            </a:r>
            <a:r>
              <a:rPr lang="en-US" altLang="ko-KR" sz="2000" dirty="0"/>
              <a:t>file</a:t>
            </a:r>
            <a:r>
              <a:rPr lang="ko-KR" altLang="en-US" sz="2000" dirty="0"/>
              <a:t> </a:t>
            </a:r>
            <a:r>
              <a:rPr lang="en-US" altLang="ko-KR" sz="2000" dirty="0"/>
              <a:t>from</a:t>
            </a:r>
            <a:r>
              <a:rPr lang="ko-KR" altLang="en-US" sz="2000" dirty="0"/>
              <a:t> </a:t>
            </a:r>
            <a:r>
              <a:rPr lang="en-US" altLang="ko-KR" sz="2000" dirty="0"/>
              <a:t>disk</a:t>
            </a:r>
            <a:r>
              <a:rPr lang="ko-KR" altLang="en-US" sz="2000" dirty="0"/>
              <a:t> </a:t>
            </a:r>
            <a:r>
              <a:rPr lang="en-US" altLang="ko-KR" sz="2000" dirty="0"/>
              <a:t>into memory and returns a pointer to base address of the mapping object.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8449B7-A151-0EDF-51EA-E7B14FD6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94C349-DC1F-D18B-8007-025675C2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2CA55-D8EB-2D68-A7A9-8BA0161FECA0}"/>
              </a:ext>
            </a:extLst>
          </p:cNvPr>
          <p:cNvSpPr txBox="1"/>
          <p:nvPr/>
        </p:nvSpPr>
        <p:spPr>
          <a:xfrm>
            <a:off x="0" y="6176963"/>
            <a:ext cx="9143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[2] Windows API </a:t>
            </a:r>
            <a:r>
              <a:rPr lang="en-US" altLang="ko-KR" sz="800" dirty="0" err="1"/>
              <a:t>Fileapi.h</a:t>
            </a:r>
            <a:r>
              <a:rPr lang="en-US" altLang="ko-KR" sz="800" dirty="0"/>
              <a:t> overview, </a:t>
            </a:r>
            <a:r>
              <a:rPr lang="en-US" altLang="ko-KR" sz="800" dirty="0">
                <a:hlinkClick r:id="rId3"/>
              </a:rPr>
              <a:t>https://learn.microsoft.com/en-us/windows/win32/api/fileapi/</a:t>
            </a:r>
            <a:r>
              <a:rPr lang="en-US" altLang="ko-KR" sz="800" dirty="0"/>
              <a:t>.</a:t>
            </a:r>
          </a:p>
          <a:p>
            <a:r>
              <a:rPr lang="en-US" altLang="ko-KR" sz="800" dirty="0"/>
              <a:t>[3] Windows API </a:t>
            </a:r>
            <a:r>
              <a:rPr lang="en-US" altLang="ko-KR" sz="800" dirty="0" err="1"/>
              <a:t>Winbase.h</a:t>
            </a:r>
            <a:r>
              <a:rPr lang="en-US" altLang="ko-KR" sz="800" dirty="0"/>
              <a:t> overview, </a:t>
            </a:r>
            <a:r>
              <a:rPr lang="en-US" altLang="ko-KR" sz="800" dirty="0">
                <a:hlinkClick r:id="rId4"/>
              </a:rPr>
              <a:t>https://learn.microsoft.com/en-us/windows/win32/api/winbase/</a:t>
            </a:r>
            <a:endParaRPr lang="en-US" altLang="ko-KR" sz="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617F5A-D3B3-5C37-67B7-65C6B64DEFF9}"/>
              </a:ext>
            </a:extLst>
          </p:cNvPr>
          <p:cNvSpPr/>
          <p:nvPr/>
        </p:nvSpPr>
        <p:spPr>
          <a:xfrm>
            <a:off x="1386348" y="5201265"/>
            <a:ext cx="448351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D1103-E6BB-769C-4A0B-1FAABE4E1CE9}"/>
              </a:ext>
            </a:extLst>
          </p:cNvPr>
          <p:cNvSpPr txBox="1"/>
          <p:nvPr/>
        </p:nvSpPr>
        <p:spPr>
          <a:xfrm>
            <a:off x="4598268" y="5779492"/>
            <a:ext cx="4545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used to replicate the functionality of Windows loader.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AF7938D-8D4E-8463-4361-C44145438D22}"/>
              </a:ext>
            </a:extLst>
          </p:cNvPr>
          <p:cNvCxnSpPr>
            <a:stCxn id="7" idx="2"/>
            <a:endCxn id="8" idx="1"/>
          </p:cNvCxnSpPr>
          <p:nvPr/>
        </p:nvCxnSpPr>
        <p:spPr>
          <a:xfrm>
            <a:off x="3628103" y="5539819"/>
            <a:ext cx="970165" cy="393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93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B190F-25F5-2E26-6F01-C208204E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Special Files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08F05-3AE6-E14A-7216-5C55C15B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Special files are associated with a particular hardware device or other resource of the computer system.</a:t>
            </a:r>
          </a:p>
          <a:p>
            <a:endParaRPr lang="en-US" altLang="ko-KR" dirty="0"/>
          </a:p>
          <a:p>
            <a:r>
              <a:rPr lang="en-US" altLang="ko-KR" dirty="0"/>
              <a:t>Shared Files: access directories or files in a shared folder stored on a network. </a:t>
            </a:r>
          </a:p>
          <a:p>
            <a:endParaRPr lang="en-US" altLang="ko-KR" dirty="0"/>
          </a:p>
          <a:p>
            <a:r>
              <a:rPr lang="en-US" altLang="ko-KR" dirty="0"/>
              <a:t>File Accessible via Namespaces: Win32 device namespace, with the prefix \\. \, is often used by </a:t>
            </a:r>
            <a:r>
              <a:rPr lang="en-US" altLang="ko-KR" dirty="0">
                <a:solidFill>
                  <a:srgbClr val="FF0000"/>
                </a:solidFill>
              </a:rPr>
              <a:t>malware to access physical device directly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Alternate Data Streams: allow</a:t>
            </a:r>
            <a:r>
              <a:rPr lang="ko-KR" altLang="en-US" dirty="0"/>
              <a:t> </a:t>
            </a:r>
            <a:r>
              <a:rPr lang="en-US" altLang="ko-KR" dirty="0"/>
              <a:t>additional</a:t>
            </a:r>
            <a:r>
              <a:rPr lang="ko-KR" altLang="en-US" dirty="0"/>
              <a:t> </a:t>
            </a:r>
            <a:r>
              <a:rPr lang="en-US" altLang="ko-KR" dirty="0"/>
              <a:t>data, which does not show up in a directory listing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be added to an existing file, </a:t>
            </a:r>
            <a:r>
              <a:rPr lang="en-US" altLang="ko-KR" dirty="0">
                <a:solidFill>
                  <a:srgbClr val="FF0000"/>
                </a:solidFill>
              </a:rPr>
              <a:t>malware author use it to hide data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3C0ED3-3EAB-E67A-1679-F107190B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CDECB9-C756-60D0-D1A4-E0CC930A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81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D558B-76CC-45ED-D3A0-12BCB7F0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Windows Registry [4]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15EE0-847E-6235-9B1A-202B9039C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spc="-80" dirty="0"/>
              <a:t>The registry, is used to store OS and program configuration information, is a good source of host-based signatures.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Malware use the registry for persistence (auto-run for every boot) or configuration data.</a:t>
            </a:r>
          </a:p>
          <a:p>
            <a:endParaRPr lang="en-US" altLang="ko-KR" sz="2400" dirty="0"/>
          </a:p>
          <a:p>
            <a:r>
              <a:rPr lang="en-US" altLang="ko-KR" sz="2400" dirty="0"/>
              <a:t>Identify which information we have to be interested in with following example.</a:t>
            </a:r>
          </a:p>
          <a:p>
            <a:pPr lvl="1"/>
            <a:r>
              <a:rPr lang="en-US" altLang="ko-KR" sz="2000" dirty="0"/>
              <a:t>Malware try to register a program which would run each time Windows starts.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0D7A33-C726-603E-2E96-D20CFCE7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F4C0A3-8280-46E5-6A6A-0F50AE12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C4E60-B1F2-D2E2-680E-CB6FB1EB66DB}"/>
              </a:ext>
            </a:extLst>
          </p:cNvPr>
          <p:cNvSpPr txBox="1"/>
          <p:nvPr/>
        </p:nvSpPr>
        <p:spPr>
          <a:xfrm>
            <a:off x="0" y="6176963"/>
            <a:ext cx="9143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[4] Windows API </a:t>
            </a:r>
            <a:r>
              <a:rPr lang="en-US" altLang="ko-KR" sz="800" dirty="0" err="1"/>
              <a:t>WinReg.h</a:t>
            </a:r>
            <a:r>
              <a:rPr lang="en-US" altLang="ko-KR" sz="800" dirty="0"/>
              <a:t> overview, </a:t>
            </a:r>
            <a:r>
              <a:rPr lang="en-US" altLang="ko-KR" sz="800" dirty="0">
                <a:hlinkClick r:id="rId2"/>
              </a:rPr>
              <a:t>https://learn.microsoft.com/en-us/windows/win32/api/winreg/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487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37BDD-1079-32C2-BC97-683FBBD5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Key functions for registry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523E52-D886-F023-CF9C-C35B60C8B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RegOpenKeyEx</a:t>
            </a:r>
            <a:r>
              <a:rPr lang="en-US" altLang="ko-KR" dirty="0"/>
              <a:t>: gets parameters to open specified registry key and provides handle which can control opened key.</a:t>
            </a:r>
          </a:p>
          <a:p>
            <a:endParaRPr lang="en-US" altLang="ko-KR" dirty="0"/>
          </a:p>
          <a:p>
            <a:r>
              <a:rPr lang="en-US" altLang="ko-KR" dirty="0" err="1"/>
              <a:t>RegSetValueEx</a:t>
            </a:r>
            <a:r>
              <a:rPr lang="en-US" altLang="ko-KR" dirty="0"/>
              <a:t>: set value to opened registry key provided by </a:t>
            </a:r>
            <a:r>
              <a:rPr lang="en-US" altLang="ko-KR" dirty="0" err="1"/>
              <a:t>RegOpenKeyEx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RegGetValue</a:t>
            </a:r>
            <a:r>
              <a:rPr lang="en-US" altLang="ko-KR" dirty="0"/>
              <a:t>: get value from registry key.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94F490-6168-8145-514E-9765B8B5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040E02-27A1-BA9C-3344-EF46E508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9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0885F-1EAB-5723-F2AF-604023EF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can registry be used</a:t>
            </a:r>
            <a:endParaRPr lang="ko-KR" altLang="en-US" dirty="0"/>
          </a:p>
        </p:txBody>
      </p:sp>
      <p:pic>
        <p:nvPicPr>
          <p:cNvPr id="9" name="내용 개체 틀 8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7D519E-E924-A9A4-208D-05A58382E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22" y="1664683"/>
            <a:ext cx="6932356" cy="4691668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E4CF21-83A0-1DC5-1E94-4DD33E57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97DA8-1550-F831-A88D-81A6101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632582-5D48-0D2D-7778-61C8D5F3F3F7}"/>
              </a:ext>
            </a:extLst>
          </p:cNvPr>
          <p:cNvSpPr/>
          <p:nvPr/>
        </p:nvSpPr>
        <p:spPr>
          <a:xfrm>
            <a:off x="3773590" y="2093015"/>
            <a:ext cx="3767752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A4070F-BF73-BEA2-A510-3F6E1F5A7DCC}"/>
              </a:ext>
            </a:extLst>
          </p:cNvPr>
          <p:cNvSpPr txBox="1"/>
          <p:nvPr/>
        </p:nvSpPr>
        <p:spPr>
          <a:xfrm>
            <a:off x="3936622" y="2480729"/>
            <a:ext cx="4834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RegOpenKeyExw</a:t>
            </a:r>
            <a:r>
              <a:rPr lang="en-US" altLang="ko-KR" sz="1400" dirty="0">
                <a:solidFill>
                  <a:srgbClr val="FF0000"/>
                </a:solidFill>
              </a:rPr>
              <a:t> returns nonzero error code (ZF will be 0)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if it fails to open registry key.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21A4F-A51C-5EF9-33A7-C92783515F17}"/>
              </a:ext>
            </a:extLst>
          </p:cNvPr>
          <p:cNvSpPr txBox="1"/>
          <p:nvPr/>
        </p:nvSpPr>
        <p:spPr>
          <a:xfrm>
            <a:off x="7575921" y="1921405"/>
            <a:ext cx="1421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Registry subkey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for autorun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BC6B66-9557-DC67-827B-5C41CA195A59}"/>
              </a:ext>
            </a:extLst>
          </p:cNvPr>
          <p:cNvSpPr/>
          <p:nvPr/>
        </p:nvSpPr>
        <p:spPr>
          <a:xfrm>
            <a:off x="2451151" y="2493600"/>
            <a:ext cx="1485471" cy="4954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B2519F-D6C9-B25D-9CBD-C036EA6C7884}"/>
              </a:ext>
            </a:extLst>
          </p:cNvPr>
          <p:cNvSpPr/>
          <p:nvPr/>
        </p:nvSpPr>
        <p:spPr>
          <a:xfrm>
            <a:off x="2399993" y="5791199"/>
            <a:ext cx="1485471" cy="1921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E3E0B-0CA6-2B58-0F80-74BFF7109411}"/>
              </a:ext>
            </a:extLst>
          </p:cNvPr>
          <p:cNvSpPr txBox="1"/>
          <p:nvPr/>
        </p:nvSpPr>
        <p:spPr>
          <a:xfrm>
            <a:off x="3885464" y="5721746"/>
            <a:ext cx="4033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RegSetValueExW</a:t>
            </a:r>
            <a:r>
              <a:rPr lang="en-US" altLang="ko-KR" sz="1400" dirty="0">
                <a:solidFill>
                  <a:srgbClr val="FF0000"/>
                </a:solidFill>
              </a:rPr>
              <a:t> set </a:t>
            </a:r>
            <a:r>
              <a:rPr lang="en-US" altLang="ko-KR" sz="1400" dirty="0" err="1">
                <a:solidFill>
                  <a:srgbClr val="FF0000"/>
                </a:solidFill>
              </a:rPr>
              <a:t>lpData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to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autorun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registry.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774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DBB9A-9436-C5A9-D749-1F40F63B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482A0-AE7A-786F-B20A-CC4D81F07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Can easily see registry entry using Regedit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You also can see auto-run programs with Autoruns tool [5].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FD0125-B93D-1A3E-2C69-E5BDF50C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 err="1"/>
              <a:t>SecLab</a:t>
            </a:r>
            <a:r>
              <a:rPr lang="en-US" altLang="ko-KR" dirty="0"/>
              <a:t>.</a:t>
            </a:r>
            <a:r>
              <a:rPr lang="ko-KR" altLang="en-US" dirty="0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8B5E51-0E26-B3C9-3E2E-7F0CB5EA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5392A0-5167-1175-789A-15AB5BD5652D}"/>
              </a:ext>
            </a:extLst>
          </p:cNvPr>
          <p:cNvGrpSpPr/>
          <p:nvPr/>
        </p:nvGrpSpPr>
        <p:grpSpPr>
          <a:xfrm>
            <a:off x="-20878" y="2432499"/>
            <a:ext cx="9131378" cy="2720828"/>
            <a:chOff x="-20878" y="2615379"/>
            <a:chExt cx="9131378" cy="272082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7E34594-3F25-AACB-060F-4CACF8C31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r="19785" b="74494"/>
            <a:stretch>
              <a:fillRect/>
            </a:stretch>
          </p:blipFill>
          <p:spPr>
            <a:xfrm>
              <a:off x="33500" y="2625940"/>
              <a:ext cx="9077000" cy="1473676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A3CAF54A-15FB-CA78-81D2-28101C7A3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6171" r="19785" b="71338"/>
            <a:stretch>
              <a:fillRect/>
            </a:stretch>
          </p:blipFill>
          <p:spPr>
            <a:xfrm>
              <a:off x="33500" y="4103635"/>
              <a:ext cx="9077000" cy="143896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14988C5-D897-F990-14CE-E28F2C94D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rcRect t="29536" r="19785" b="53385"/>
            <a:stretch>
              <a:fillRect/>
            </a:stretch>
          </p:blipFill>
          <p:spPr>
            <a:xfrm>
              <a:off x="33500" y="4261794"/>
              <a:ext cx="9077000" cy="98675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B635A07-3B5A-FFFA-C2BB-F9B694DCAF96}"/>
                </a:ext>
              </a:extLst>
            </p:cNvPr>
            <p:cNvSpPr/>
            <p:nvPr/>
          </p:nvSpPr>
          <p:spPr>
            <a:xfrm>
              <a:off x="2231573" y="4099616"/>
              <a:ext cx="6674803" cy="14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443E979-4D89-CA09-B079-2B06783930E5}"/>
                </a:ext>
              </a:extLst>
            </p:cNvPr>
            <p:cNvSpPr/>
            <p:nvPr/>
          </p:nvSpPr>
          <p:spPr>
            <a:xfrm>
              <a:off x="4930071" y="4104534"/>
              <a:ext cx="560054" cy="14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244A0B-DE57-11ED-BF70-20AF410AC854}"/>
                </a:ext>
              </a:extLst>
            </p:cNvPr>
            <p:cNvSpPr txBox="1"/>
            <p:nvPr/>
          </p:nvSpPr>
          <p:spPr>
            <a:xfrm>
              <a:off x="3127783" y="5028430"/>
              <a:ext cx="18662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srgbClr val="FF0000"/>
                  </a:solidFill>
                </a:rPr>
                <a:t>dwtype</a:t>
              </a:r>
              <a:r>
                <a:rPr lang="en-US" altLang="ko-KR" sz="1400" dirty="0">
                  <a:solidFill>
                    <a:srgbClr val="FF0000"/>
                  </a:solidFill>
                </a:rPr>
                <a:t> 1 for REG_SZ</a:t>
              </a:r>
              <a:endParaRPr lang="ko-KR" alt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43C4694-82B4-BEAB-F83B-12E9D8D5AC3F}"/>
                </a:ext>
              </a:extLst>
            </p:cNvPr>
            <p:cNvCxnSpPr>
              <a:cxnSpLocks/>
              <a:stCxn id="10" idx="0"/>
              <a:endCxn id="9" idx="1"/>
            </p:cNvCxnSpPr>
            <p:nvPr/>
          </p:nvCxnSpPr>
          <p:spPr>
            <a:xfrm flipV="1">
              <a:off x="4060892" y="4176534"/>
              <a:ext cx="869179" cy="85189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8F7E416-1813-17B3-B0FF-FE5F3F671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292" r="19785" b="88185"/>
            <a:stretch>
              <a:fillRect/>
            </a:stretch>
          </p:blipFill>
          <p:spPr>
            <a:xfrm>
              <a:off x="0" y="2615379"/>
              <a:ext cx="9077000" cy="699423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185674B-E2D7-6AF7-19EE-0B7BE2AD3B28}"/>
                </a:ext>
              </a:extLst>
            </p:cNvPr>
            <p:cNvSpPr/>
            <p:nvPr/>
          </p:nvSpPr>
          <p:spPr>
            <a:xfrm>
              <a:off x="-20878" y="3127729"/>
              <a:ext cx="5014878" cy="144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B588F94-1834-2A27-771A-B388F63613B5}"/>
              </a:ext>
            </a:extLst>
          </p:cNvPr>
          <p:cNvSpPr txBox="1"/>
          <p:nvPr/>
        </p:nvSpPr>
        <p:spPr>
          <a:xfrm>
            <a:off x="152400" y="6169343"/>
            <a:ext cx="9143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[5] Autoruns </a:t>
            </a:r>
            <a:r>
              <a:rPr lang="en-US" altLang="ko-KR" sz="800" dirty="0">
                <a:hlinkClick r:id="rId5"/>
              </a:rPr>
              <a:t>https://www.autoruns.org/ko/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297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E110D-1A17-32D3-A16C-5CF5C8B99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Registry Scripting with .reg files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16E05-2BA4-9A83-4B37-642C769C5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.reg files can automatically modifies the registry by merging the information the file contains into registry with double-clicking by user.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A0B9EB-0E82-3885-B75F-C8BDA307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F1977D-290F-0629-13DD-DD969C6D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B08DEB-2F70-FBA5-0EFC-AEAE7C0F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34" y="3297795"/>
            <a:ext cx="8277966" cy="23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40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9810E-7887-0F21-F643-EE5410EA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Networking</a:t>
            </a:r>
            <a:r>
              <a:rPr lang="ko-KR" altLang="en-US" dirty="0"/>
              <a:t> </a:t>
            </a:r>
            <a:r>
              <a:rPr lang="en-US" altLang="ko-KR" dirty="0"/>
              <a:t>APIs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F179B-9E67-FC14-9A67-D045E80DF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Malware can use Windows network </a:t>
            </a:r>
            <a:r>
              <a:rPr lang="en-US" altLang="ko-KR" dirty="0" err="1"/>
              <a:t>api</a:t>
            </a:r>
            <a:r>
              <a:rPr lang="en-US" altLang="ko-KR" dirty="0"/>
              <a:t> functions to do its dirty work.</a:t>
            </a:r>
          </a:p>
          <a:p>
            <a:endParaRPr lang="en-US" altLang="ko-KR" dirty="0"/>
          </a:p>
          <a:p>
            <a:r>
              <a:rPr lang="en-US" altLang="ko-KR" dirty="0"/>
              <a:t>Of the Windows network options, malware most commonly uses “Berkely compatible sockets” primarily in ws2_32.dll.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12270F-66DA-B899-438A-B22E08AF5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71FC40-D574-EB2D-5D49-1662BB7DE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36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4E543-33EA-E5B9-62C3-69449AF3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Berkely Compatible Sockets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46D24B-6F72-BFBD-3F46-C5853B06F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19" y="1769347"/>
            <a:ext cx="9063593" cy="383504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324120-D425-7CB1-ED45-10F422F9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C1B7FD5-0860-8517-BEC7-91B719A4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5FCAE-8972-A16B-EA09-0AB96A845125}"/>
              </a:ext>
            </a:extLst>
          </p:cNvPr>
          <p:cNvSpPr txBox="1"/>
          <p:nvPr/>
        </p:nvSpPr>
        <p:spPr>
          <a:xfrm>
            <a:off x="0" y="5721747"/>
            <a:ext cx="9093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“</a:t>
            </a:r>
            <a:r>
              <a:rPr lang="en-US" altLang="ko-KR" sz="1400" dirty="0" err="1">
                <a:solidFill>
                  <a:srgbClr val="FF0000"/>
                </a:solidFill>
              </a:rPr>
              <a:t>WSAStartup</a:t>
            </a:r>
            <a:r>
              <a:rPr lang="en-US" altLang="ko-KR" sz="1400" dirty="0">
                <a:solidFill>
                  <a:srgbClr val="FF0000"/>
                </a:solidFill>
              </a:rPr>
              <a:t>” function must be called before any other networking functions in order to allocate resources for the networking libraries. To look for the start of network connections, set bp on “</a:t>
            </a:r>
            <a:r>
              <a:rPr lang="en-US" altLang="ko-KR" sz="1400" dirty="0" err="1">
                <a:solidFill>
                  <a:srgbClr val="FF0000"/>
                </a:solidFill>
              </a:rPr>
              <a:t>WSAStartup</a:t>
            </a:r>
            <a:r>
              <a:rPr lang="en-US" altLang="ko-KR" sz="1400" dirty="0">
                <a:solidFill>
                  <a:srgbClr val="FF0000"/>
                </a:solidFill>
              </a:rPr>
              <a:t>”.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06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2FBE4-551D-6EAC-A573-ED737310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network API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8D8C05C-ED0A-4F0A-9E92-DEDEC3B33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9963"/>
          <a:stretch>
            <a:fillRect/>
          </a:stretch>
        </p:blipFill>
        <p:spPr>
          <a:xfrm>
            <a:off x="277577" y="1690689"/>
            <a:ext cx="3983746" cy="4665662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0292CE-9F0A-6B3E-E830-DE274F22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EF3338-93D1-CF2F-DEAE-05C18E7DB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FB1FF3-4512-7606-90B2-F9C80501FD08}"/>
              </a:ext>
            </a:extLst>
          </p:cNvPr>
          <p:cNvSpPr/>
          <p:nvPr/>
        </p:nvSpPr>
        <p:spPr>
          <a:xfrm>
            <a:off x="981227" y="2240498"/>
            <a:ext cx="1604655" cy="18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69F9870-41B6-AA34-EC40-A1DF93338ECB}"/>
              </a:ext>
            </a:extLst>
          </p:cNvPr>
          <p:cNvSpPr txBox="1">
            <a:spLocks/>
          </p:cNvSpPr>
          <p:nvPr/>
        </p:nvSpPr>
        <p:spPr>
          <a:xfrm>
            <a:off x="4385187" y="1632019"/>
            <a:ext cx="43655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This example leaves out all error handling and parameter setup.</a:t>
            </a:r>
          </a:p>
          <a:p>
            <a:endParaRPr lang="en-US" altLang="ko-KR" sz="2400" dirty="0"/>
          </a:p>
          <a:p>
            <a:r>
              <a:rPr lang="en-US" altLang="ko-KR" sz="2400" dirty="0"/>
              <a:t>Common pattern for both malicious and non-malicious in client-side application</a:t>
            </a:r>
          </a:p>
          <a:p>
            <a:endParaRPr lang="en-US" altLang="ko-KR" sz="2400" dirty="0"/>
          </a:p>
          <a:p>
            <a:r>
              <a:rPr lang="en-US" altLang="ko-KR" sz="2400" dirty="0"/>
              <a:t>Realistic example would be littered with error-handling functions such as “</a:t>
            </a:r>
            <a:r>
              <a:rPr lang="en-US" altLang="ko-KR" sz="2400" dirty="0" err="1"/>
              <a:t>WSAGetLastError</a:t>
            </a:r>
            <a:r>
              <a:rPr lang="en-US" altLang="ko-KR" sz="2400" dirty="0"/>
              <a:t>”</a:t>
            </a:r>
            <a:endParaRPr lang="ko-KR" altLang="en-US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2B79F0-F164-2B4F-1877-512A16FC0F57}"/>
              </a:ext>
            </a:extLst>
          </p:cNvPr>
          <p:cNvSpPr/>
          <p:nvPr/>
        </p:nvSpPr>
        <p:spPr>
          <a:xfrm>
            <a:off x="981227" y="2978376"/>
            <a:ext cx="1358849" cy="18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589A14-1935-5D8F-FD6F-B69BE79FDE23}"/>
              </a:ext>
            </a:extLst>
          </p:cNvPr>
          <p:cNvSpPr/>
          <p:nvPr/>
        </p:nvSpPr>
        <p:spPr>
          <a:xfrm>
            <a:off x="981227" y="4023520"/>
            <a:ext cx="1172037" cy="18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63C789-508D-DC70-E6F9-7BE74E530CD7}"/>
              </a:ext>
            </a:extLst>
          </p:cNvPr>
          <p:cNvSpPr/>
          <p:nvPr/>
        </p:nvSpPr>
        <p:spPr>
          <a:xfrm>
            <a:off x="981227" y="4716523"/>
            <a:ext cx="1506333" cy="18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E6EF27-7811-CAE9-D9F3-C6DA945C6166}"/>
              </a:ext>
            </a:extLst>
          </p:cNvPr>
          <p:cNvSpPr/>
          <p:nvPr/>
        </p:nvSpPr>
        <p:spPr>
          <a:xfrm>
            <a:off x="981227" y="5795288"/>
            <a:ext cx="1358849" cy="188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943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EA2DF-D83A-1110-4373-D53EE375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WinINet</a:t>
            </a:r>
            <a:r>
              <a:rPr lang="en-US" altLang="ko-KR" dirty="0"/>
              <a:t> 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FC3617-D0E5-383B-299D-A310D0B3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WinINet</a:t>
            </a:r>
            <a:r>
              <a:rPr lang="en-US" altLang="ko-KR" dirty="0"/>
              <a:t> API provides network functions, which are stored in Wininet.dll, for implementing protocols.</a:t>
            </a:r>
          </a:p>
          <a:p>
            <a:pPr lvl="1"/>
            <a:r>
              <a:rPr lang="en-US" altLang="ko-KR" dirty="0" err="1"/>
              <a:t>InternetOpen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initialize a connection to Internet.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InternetOpenUrl</a:t>
            </a:r>
            <a:r>
              <a:rPr lang="en-US" altLang="ko-KR" dirty="0"/>
              <a:t>: connect a URL.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InternetReadFile</a:t>
            </a:r>
            <a:r>
              <a:rPr lang="en-US" altLang="ko-KR" dirty="0"/>
              <a:t>: read data from a file downloaded from the Internet.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ECA95A-3D55-66E6-0FA9-57F75B2C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241FE8-004B-9CB1-CB8A-670B552F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28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33F4B-C76B-1857-9AEA-304CC1F7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821431"/>
            <a:ext cx="7886700" cy="1652246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dirty="0"/>
              <a:t>How to execute code located outside </a:t>
            </a:r>
            <a:endParaRPr lang="ko-KR" altLang="en-US" sz="5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1AB731-915D-508D-4584-494D12B2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74FA9F-E10D-6858-A8A2-A190C487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336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BE3D0-C982-30C3-04A4-55B9232C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150" dirty="0"/>
              <a:t>DLL</a:t>
            </a:r>
            <a:endParaRPr lang="ko-KR" altLang="en-US" spc="-15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5AE70-48A9-E56E-962F-8C4A3BD9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Windows</a:t>
            </a:r>
            <a:r>
              <a:rPr lang="ko-KR" altLang="en-US" sz="2400" dirty="0"/>
              <a:t> </a:t>
            </a:r>
            <a:r>
              <a:rPr lang="en-US" altLang="ko-KR" sz="2400" dirty="0"/>
              <a:t>way</a:t>
            </a:r>
            <a:r>
              <a:rPr lang="ko-KR" altLang="en-US" sz="2400" dirty="0"/>
              <a:t> </a:t>
            </a:r>
            <a:r>
              <a:rPr lang="en-US" altLang="ko-KR" sz="2400" dirty="0"/>
              <a:t>to</a:t>
            </a:r>
            <a:r>
              <a:rPr lang="ko-KR" altLang="en-US" sz="2400" dirty="0"/>
              <a:t> </a:t>
            </a:r>
            <a:r>
              <a:rPr lang="en-US" altLang="ko-KR" sz="2400" dirty="0"/>
              <a:t>use</a:t>
            </a:r>
            <a:r>
              <a:rPr lang="ko-KR" altLang="en-US" sz="2400" dirty="0"/>
              <a:t> </a:t>
            </a:r>
            <a:r>
              <a:rPr lang="en-US" altLang="ko-KR" sz="2400" dirty="0"/>
              <a:t>libraries</a:t>
            </a:r>
            <a:r>
              <a:rPr lang="ko-KR" altLang="en-US" sz="2400" dirty="0"/>
              <a:t> </a:t>
            </a:r>
            <a:r>
              <a:rPr lang="en-US" altLang="ko-KR" sz="2400" dirty="0"/>
              <a:t>to</a:t>
            </a:r>
            <a:r>
              <a:rPr lang="ko-KR" altLang="en-US" sz="2400" dirty="0"/>
              <a:t> </a:t>
            </a:r>
            <a:r>
              <a:rPr lang="en-US" altLang="ko-KR" sz="2400" dirty="0"/>
              <a:t>share code among multiple applications.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Malware uses DLLs in three cases:</a:t>
            </a:r>
          </a:p>
          <a:p>
            <a:pPr lvl="1"/>
            <a:r>
              <a:rPr lang="en-US" altLang="ko-KR" sz="2000" dirty="0"/>
              <a:t>Store malicious code in malicious DLLs.</a:t>
            </a:r>
          </a:p>
          <a:p>
            <a:pPr lvl="1"/>
            <a:r>
              <a:rPr lang="en-US" altLang="ko-KR" sz="2000" dirty="0"/>
              <a:t>Use specific function in Windows DLLs.</a:t>
            </a:r>
          </a:p>
          <a:p>
            <a:pPr lvl="1"/>
            <a:r>
              <a:rPr lang="en-US" altLang="ko-KR" sz="2000" dirty="0"/>
              <a:t>Use third-party DLLs.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Analyzing DLLs, monitoring how a DLL loads and what it does, Detecting a loaded locations are helpful to reveal the malicious intent.</a:t>
            </a:r>
          </a:p>
          <a:p>
            <a:pPr lvl="1"/>
            <a:r>
              <a:rPr lang="en-US" altLang="ko-KR" sz="2000" dirty="0"/>
              <a:t>Use “</a:t>
            </a:r>
            <a:r>
              <a:rPr lang="en-US" altLang="ko-KR" sz="2000" dirty="0" err="1"/>
              <a:t>DllMain</a:t>
            </a:r>
            <a:r>
              <a:rPr lang="en-US" altLang="ko-KR" sz="2000" dirty="0"/>
              <a:t>” for analyzing start point.</a:t>
            </a:r>
          </a:p>
          <a:p>
            <a:pPr lvl="1"/>
            <a:r>
              <a:rPr lang="en-US" altLang="ko-KR" sz="2000" dirty="0"/>
              <a:t>“</a:t>
            </a:r>
            <a:r>
              <a:rPr lang="en-US" altLang="ko-KR" sz="2000" dirty="0" err="1"/>
              <a:t>LoadLibrary</a:t>
            </a:r>
            <a:r>
              <a:rPr lang="en-US" altLang="ko-KR" sz="2000" dirty="0"/>
              <a:t>”, or “</a:t>
            </a:r>
            <a:r>
              <a:rPr lang="en-US" altLang="ko-KR" sz="2000" dirty="0" err="1"/>
              <a:t>GetProcAddress</a:t>
            </a:r>
            <a:r>
              <a:rPr lang="en-US" altLang="ko-KR" sz="2000" dirty="0"/>
              <a:t>” are used when </a:t>
            </a:r>
            <a:r>
              <a:rPr lang="en-US" altLang="ko-KR" sz="2000" dirty="0" err="1"/>
              <a:t>dll</a:t>
            </a:r>
            <a:r>
              <a:rPr lang="en-US" altLang="ko-KR" sz="2000" dirty="0"/>
              <a:t> is loaded.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EB697C-7F39-F4A5-07FB-637E3CB2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7078A9-C669-13F2-A096-9946F336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64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8A43D-5E46-E1B5-FE84-30FDC053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6DA2C-2AED-01A4-C532-ED7CBF24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Malware can execute code outside the current program by creating a new process or modifying an existing one.</a:t>
            </a:r>
          </a:p>
          <a:p>
            <a:pPr lvl="1"/>
            <a:r>
              <a:rPr lang="en-US" altLang="ko-KR" dirty="0"/>
              <a:t>Its own independent process or executing its code as part of another process.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CreateProcess</a:t>
            </a:r>
            <a:r>
              <a:rPr lang="en-US" altLang="ko-KR" dirty="0"/>
              <a:t>” is a function most commonly used by malware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082F60-7F45-3A53-1605-93DA736B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E78A9-E353-9871-7372-34C4177C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874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C80F3-E9FE-8B68-0E5F-9FA6AE04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process in malware</a:t>
            </a:r>
            <a:endParaRPr lang="ko-KR" altLang="en-US" dirty="0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439123-A331-D919-817B-37AA52EDA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56"/>
          <a:stretch>
            <a:fillRect/>
          </a:stretch>
        </p:blipFill>
        <p:spPr>
          <a:xfrm>
            <a:off x="432420" y="1677258"/>
            <a:ext cx="4926162" cy="4679093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B70DAE-0840-CA0A-5D24-B72307DB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333B3E-BD11-0FF9-DAF9-90E4E3D9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C406E-E1AE-A377-9F5B-6B1F1FF88E16}"/>
              </a:ext>
            </a:extLst>
          </p:cNvPr>
          <p:cNvSpPr/>
          <p:nvPr/>
        </p:nvSpPr>
        <p:spPr>
          <a:xfrm>
            <a:off x="1961533" y="3234812"/>
            <a:ext cx="1474839" cy="194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C8131-BD2C-7DA7-C066-487F29A3F8CA}"/>
              </a:ext>
            </a:extLst>
          </p:cNvPr>
          <p:cNvSpPr txBox="1"/>
          <p:nvPr/>
        </p:nvSpPr>
        <p:spPr>
          <a:xfrm>
            <a:off x="5437239" y="3003093"/>
            <a:ext cx="3421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dword_403098, used as a parameter of </a:t>
            </a:r>
            <a:r>
              <a:rPr lang="en-US" altLang="ko-KR" sz="1400" dirty="0" err="1">
                <a:solidFill>
                  <a:srgbClr val="FF0000"/>
                </a:solidFill>
              </a:rPr>
              <a:t>CreateProcess</a:t>
            </a:r>
            <a:r>
              <a:rPr lang="en-US" altLang="ko-KR" sz="1400" dirty="0">
                <a:solidFill>
                  <a:srgbClr val="FF0000"/>
                </a:solidFill>
              </a:rPr>
              <a:t> function, contains the command line of the program to be executed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9555C5-936E-E66E-6392-F26FEB406FD2}"/>
              </a:ext>
            </a:extLst>
          </p:cNvPr>
          <p:cNvSpPr/>
          <p:nvPr/>
        </p:nvSpPr>
        <p:spPr>
          <a:xfrm>
            <a:off x="1961533" y="4698487"/>
            <a:ext cx="2286002" cy="194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B56AD54-70E3-B6E4-45CD-CB30742B011F}"/>
              </a:ext>
            </a:extLst>
          </p:cNvPr>
          <p:cNvCxnSpPr>
            <a:cxnSpLocks/>
            <a:stCxn id="18" idx="1"/>
            <a:endCxn id="19" idx="3"/>
          </p:cNvCxnSpPr>
          <p:nvPr/>
        </p:nvCxnSpPr>
        <p:spPr>
          <a:xfrm flipH="1">
            <a:off x="4247535" y="3480147"/>
            <a:ext cx="1189704" cy="13154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48C93F8-0A5C-A204-B87D-E5C7F350BA0F}"/>
              </a:ext>
            </a:extLst>
          </p:cNvPr>
          <p:cNvCxnSpPr>
            <a:cxnSpLocks/>
            <a:stCxn id="18" idx="1"/>
            <a:endCxn id="11" idx="3"/>
          </p:cNvCxnSpPr>
          <p:nvPr/>
        </p:nvCxnSpPr>
        <p:spPr>
          <a:xfrm flipH="1" flipV="1">
            <a:off x="3436372" y="3331906"/>
            <a:ext cx="2000867" cy="1482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B0F749-7D08-7FAB-48FF-BA3304294B06}"/>
              </a:ext>
            </a:extLst>
          </p:cNvPr>
          <p:cNvSpPr txBox="1"/>
          <p:nvPr/>
        </p:nvSpPr>
        <p:spPr>
          <a:xfrm>
            <a:off x="5437239" y="4670405"/>
            <a:ext cx="34216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CreateProcess</a:t>
            </a:r>
            <a:r>
              <a:rPr lang="en-US" altLang="ko-KR" sz="1400" dirty="0">
                <a:solidFill>
                  <a:srgbClr val="FF0000"/>
                </a:solidFill>
              </a:rPr>
              <a:t> will create a new process so that all input and output are redirected to a socket.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Find remote host -&gt; check socket handle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Which program runs -&gt; check dword_403098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10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F9C10-2AFF-DA53-85D9-06FB554D5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Malware often create a new process by storing one program inside another in the resource section.</a:t>
            </a:r>
          </a:p>
          <a:p>
            <a:pPr lvl="1"/>
            <a:endParaRPr lang="en-US" altLang="ko-KR" dirty="0"/>
          </a:p>
          <a:p>
            <a:r>
              <a:rPr lang="en-US" altLang="ko-KR" spc="-150" dirty="0"/>
              <a:t>The program will extract the additional executable from the PE header, write it to disk, and then call “</a:t>
            </a:r>
            <a:r>
              <a:rPr lang="en-US" altLang="ko-KR" spc="-150" dirty="0" err="1"/>
              <a:t>CreateProcess</a:t>
            </a:r>
            <a:r>
              <a:rPr lang="en-US" altLang="ko-KR" spc="-150" dirty="0"/>
              <a:t>” to run the program.</a:t>
            </a:r>
          </a:p>
          <a:p>
            <a:pPr lvl="1"/>
            <a:endParaRPr lang="en-US" altLang="ko-KR" spc="-50" dirty="0"/>
          </a:p>
          <a:p>
            <a:r>
              <a:rPr lang="en-US" altLang="ko-KR" spc="-50" dirty="0"/>
              <a:t>Use Resource Hacker utility [6] to analyze the program</a:t>
            </a:r>
            <a:endParaRPr lang="ko-KR" altLang="en-US" spc="-5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566ED-48BB-70FA-252A-48EE0342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3B4A67-4C41-9343-EC7B-27F7753C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254EB147-E143-7DD4-0B92-E53DFE19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74713"/>
            <a:ext cx="7886700" cy="815975"/>
          </a:xfrm>
        </p:spPr>
        <p:txBody>
          <a:bodyPr/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31558-96B7-266A-8FC8-17A5BC81878B}"/>
              </a:ext>
            </a:extLst>
          </p:cNvPr>
          <p:cNvSpPr txBox="1"/>
          <p:nvPr/>
        </p:nvSpPr>
        <p:spPr>
          <a:xfrm>
            <a:off x="0" y="6176963"/>
            <a:ext cx="91439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[6] Resource Hacker utility, </a:t>
            </a:r>
            <a:r>
              <a:rPr lang="en-US" altLang="ko-KR" sz="800" dirty="0">
                <a:hlinkClick r:id="rId2"/>
              </a:rPr>
              <a:t>https://www.angusj.com/resourcehacker/</a:t>
            </a:r>
            <a:r>
              <a:rPr lang="en-US" altLang="ko-KR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1015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63305-D07B-9FF6-6BE5-B968C7C5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706F34-3DEE-613C-B975-8E454E6D3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“</a:t>
            </a:r>
            <a:r>
              <a:rPr lang="en-US" altLang="ko-KR" dirty="0" err="1"/>
              <a:t>CreateThread</a:t>
            </a:r>
            <a:r>
              <a:rPr lang="en-US" altLang="ko-KR" dirty="0"/>
              <a:t>” function is used to create new threads and the function’s caller specifies a start address (start function).</a:t>
            </a:r>
          </a:p>
          <a:p>
            <a:endParaRPr lang="en-US" altLang="ko-KR" dirty="0"/>
          </a:p>
          <a:p>
            <a:r>
              <a:rPr lang="en-US" altLang="ko-KR" dirty="0"/>
              <a:t>Malware can use “</a:t>
            </a:r>
            <a:r>
              <a:rPr lang="en-US" altLang="ko-KR" dirty="0" err="1"/>
              <a:t>CreateThread</a:t>
            </a:r>
            <a:r>
              <a:rPr lang="en-US" altLang="ko-KR" dirty="0"/>
              <a:t>” as following.</a:t>
            </a:r>
          </a:p>
          <a:p>
            <a:pPr lvl="1"/>
            <a:r>
              <a:rPr lang="en-US" altLang="ko-KR" dirty="0"/>
              <a:t>Load a new malicious library into a process. In this case, start function will be “</a:t>
            </a:r>
            <a:r>
              <a:rPr lang="en-US" altLang="ko-KR" dirty="0" err="1"/>
              <a:t>LoadLibrary</a:t>
            </a:r>
            <a:r>
              <a:rPr lang="en-US" altLang="ko-KR" dirty="0"/>
              <a:t>”.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98F8F4-1451-51FC-7F7E-4971B616D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630140-1E5C-47B8-FB77-B93E750F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CF235-3D64-130D-D7F9-53CD53C94721}"/>
              </a:ext>
            </a:extLst>
          </p:cNvPr>
          <p:cNvSpPr txBox="1"/>
          <p:nvPr/>
        </p:nvSpPr>
        <p:spPr>
          <a:xfrm>
            <a:off x="3616026" y="3028890"/>
            <a:ext cx="2263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need to analyze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262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0A2A2-1F53-2644-8888-6EC73B1E9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thread in malware</a:t>
            </a:r>
            <a:endParaRPr lang="ko-KR" altLang="en-US" dirty="0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B9C81-18EA-6366-177D-88B27F9B7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81"/>
          <a:stretch>
            <a:fillRect/>
          </a:stretch>
        </p:blipFill>
        <p:spPr>
          <a:xfrm>
            <a:off x="270308" y="1768333"/>
            <a:ext cx="4986342" cy="4588018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78BC5A-0A5D-66C0-8EB4-1B0583D5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73DAF5-3D14-F5DC-16D3-88244819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D47BBB-D34B-E946-44E0-9A9749602775}"/>
              </a:ext>
            </a:extLst>
          </p:cNvPr>
          <p:cNvSpPr/>
          <p:nvPr/>
        </p:nvSpPr>
        <p:spPr>
          <a:xfrm>
            <a:off x="1843545" y="2733368"/>
            <a:ext cx="1902545" cy="206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955E8E0-7E9E-07E7-35EB-4F613C5FBF4B}"/>
              </a:ext>
            </a:extLst>
          </p:cNvPr>
          <p:cNvCxnSpPr>
            <a:cxnSpLocks/>
          </p:cNvCxnSpPr>
          <p:nvPr/>
        </p:nvCxnSpPr>
        <p:spPr>
          <a:xfrm flipH="1">
            <a:off x="3746090" y="2310581"/>
            <a:ext cx="1843549" cy="422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6D29FC1-6050-9BC2-5193-402EF0818F22}"/>
              </a:ext>
            </a:extLst>
          </p:cNvPr>
          <p:cNvCxnSpPr>
            <a:cxnSpLocks/>
          </p:cNvCxnSpPr>
          <p:nvPr/>
        </p:nvCxnSpPr>
        <p:spPr>
          <a:xfrm flipH="1" flipV="1">
            <a:off x="3746090" y="2939845"/>
            <a:ext cx="1843549" cy="4025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541C666E-82FB-C664-9240-C94FDBAA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822" y="2247237"/>
            <a:ext cx="2225233" cy="1104996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3E4A76-F944-310E-B67A-95E172BFCD7E}"/>
              </a:ext>
            </a:extLst>
          </p:cNvPr>
          <p:cNvSpPr/>
          <p:nvPr/>
        </p:nvSpPr>
        <p:spPr>
          <a:xfrm>
            <a:off x="1843545" y="4813457"/>
            <a:ext cx="1902545" cy="2064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B7FA6DD-9CBD-0C08-6839-4AA0CA3F9121}"/>
              </a:ext>
            </a:extLst>
          </p:cNvPr>
          <p:cNvCxnSpPr>
            <a:cxnSpLocks/>
          </p:cNvCxnSpPr>
          <p:nvPr/>
        </p:nvCxnSpPr>
        <p:spPr>
          <a:xfrm flipH="1">
            <a:off x="3746090" y="4390670"/>
            <a:ext cx="1843549" cy="4227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CABC28B-135B-430E-0895-0382BE1540DC}"/>
              </a:ext>
            </a:extLst>
          </p:cNvPr>
          <p:cNvCxnSpPr>
            <a:cxnSpLocks/>
          </p:cNvCxnSpPr>
          <p:nvPr/>
        </p:nvCxnSpPr>
        <p:spPr>
          <a:xfrm flipH="1" flipV="1">
            <a:off x="3746090" y="5019934"/>
            <a:ext cx="1843549" cy="4025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E00B0BA-84DC-A2E1-4A48-140A3826A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878" y="4361174"/>
            <a:ext cx="2339543" cy="11049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08B0F27-DD94-9727-0600-2BD387D12039}"/>
              </a:ext>
            </a:extLst>
          </p:cNvPr>
          <p:cNvSpPr txBox="1"/>
          <p:nvPr/>
        </p:nvSpPr>
        <p:spPr>
          <a:xfrm>
            <a:off x="5093724" y="1945456"/>
            <a:ext cx="3421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Start function for first </a:t>
            </a:r>
            <a:r>
              <a:rPr lang="en-US" altLang="ko-KR" sz="1400" dirty="0" err="1">
                <a:solidFill>
                  <a:srgbClr val="FF0000"/>
                </a:solidFill>
              </a:rPr>
              <a:t>CreateThread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B695CE-D081-B9FC-3923-BC390E46520A}"/>
              </a:ext>
            </a:extLst>
          </p:cNvPr>
          <p:cNvSpPr txBox="1"/>
          <p:nvPr/>
        </p:nvSpPr>
        <p:spPr>
          <a:xfrm>
            <a:off x="5093724" y="4009717"/>
            <a:ext cx="3421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Start function for second </a:t>
            </a:r>
            <a:r>
              <a:rPr lang="en-US" altLang="ko-KR" sz="1400" dirty="0" err="1">
                <a:solidFill>
                  <a:srgbClr val="FF0000"/>
                </a:solidFill>
              </a:rPr>
              <a:t>CreateThread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AD59B7-58FC-A460-DABD-162C16F9F92F}"/>
              </a:ext>
            </a:extLst>
          </p:cNvPr>
          <p:cNvSpPr txBox="1"/>
          <p:nvPr/>
        </p:nvSpPr>
        <p:spPr>
          <a:xfrm>
            <a:off x="5858331" y="5422490"/>
            <a:ext cx="159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Thread for input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8AE5E-9363-E0F7-0FA5-4BF4AEF12804}"/>
              </a:ext>
            </a:extLst>
          </p:cNvPr>
          <p:cNvSpPr txBox="1"/>
          <p:nvPr/>
        </p:nvSpPr>
        <p:spPr>
          <a:xfrm>
            <a:off x="5858331" y="3337310"/>
            <a:ext cx="1755835" cy="29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Thread for output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78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ECF7F-D35C-83DF-2E62-264D0599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Mutexes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0BFEC-1045-36A2-3F3D-7CCEF76A5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pc="-70" dirty="0"/>
              <a:t>Mutexes are mainly used to control access to shared resources, and are often used by malware.</a:t>
            </a:r>
          </a:p>
          <a:p>
            <a:pPr lvl="1"/>
            <a:r>
              <a:rPr lang="en-US" altLang="ko-KR" spc="-70" dirty="0"/>
              <a:t>Malware use the mutexes for single instance control, reinfection prevention, component coordination,  persistence, and reconnaissance.</a:t>
            </a:r>
          </a:p>
          <a:p>
            <a:endParaRPr lang="en-US" altLang="ko-KR" dirty="0"/>
          </a:p>
          <a:p>
            <a:r>
              <a:rPr lang="en-US" altLang="ko-KR" dirty="0"/>
              <a:t>Mutexes often use hard-coded names, so they are important to malware analysis (good host-based signatures).</a:t>
            </a:r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Modern malware uses dynamic, unique names to evade detection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E45CD2-436C-FD60-B16B-B3EFC607E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479281-5F4D-841A-3EC8-0161F3BD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079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13A64-B114-0528-3E08-59E3B8BD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mutexes in malware</a:t>
            </a:r>
            <a:endParaRPr lang="ko-KR" altLang="en-US" dirty="0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A322C6-2B0C-3671-DE7C-89234AD93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69" y="1750268"/>
            <a:ext cx="8330662" cy="3765627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10BF7-496F-138C-6B1A-2B9F0613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562162-C5CA-0142-2DC3-94558D91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6F4A43-DCDB-A38A-5F89-4541104B4F6C}"/>
              </a:ext>
            </a:extLst>
          </p:cNvPr>
          <p:cNvSpPr/>
          <p:nvPr/>
        </p:nvSpPr>
        <p:spPr>
          <a:xfrm>
            <a:off x="2197507" y="2654709"/>
            <a:ext cx="4616248" cy="255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E0F30-3955-0CF0-FC5A-12C8519D25B3}"/>
              </a:ext>
            </a:extLst>
          </p:cNvPr>
          <p:cNvSpPr txBox="1"/>
          <p:nvPr/>
        </p:nvSpPr>
        <p:spPr>
          <a:xfrm>
            <a:off x="5897963" y="1832507"/>
            <a:ext cx="32460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Check whether the system is infected or not. If the system is infected test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 set ZF 0, call exit function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D85181B-3AC2-E0FF-7DDE-97EC2745058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6813755" y="2571171"/>
            <a:ext cx="707227" cy="2113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123B639-D25F-7E74-472D-154111B8A324}"/>
              </a:ext>
            </a:extLst>
          </p:cNvPr>
          <p:cNvSpPr/>
          <p:nvPr/>
        </p:nvSpPr>
        <p:spPr>
          <a:xfrm>
            <a:off x="2197507" y="4704735"/>
            <a:ext cx="4999706" cy="255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79406-A073-64D1-6D1F-43DEBBB30B6D}"/>
              </a:ext>
            </a:extLst>
          </p:cNvPr>
          <p:cNvSpPr txBox="1"/>
          <p:nvPr/>
        </p:nvSpPr>
        <p:spPr>
          <a:xfrm>
            <a:off x="5996285" y="4103948"/>
            <a:ext cx="3246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Create new mutex to prevent reinfection by other malware instance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9AAEA79-7980-5851-0446-36B4218AC2B3}"/>
              </a:ext>
            </a:extLst>
          </p:cNvPr>
          <p:cNvCxnSpPr>
            <a:cxnSpLocks/>
            <a:stCxn id="14" idx="2"/>
            <a:endCxn id="13" idx="3"/>
          </p:cNvCxnSpPr>
          <p:nvPr/>
        </p:nvCxnSpPr>
        <p:spPr>
          <a:xfrm flipH="1">
            <a:off x="7197213" y="4627168"/>
            <a:ext cx="422091" cy="2053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46C4E4BA-26DE-3C90-D884-05F24DA04643}"/>
              </a:ext>
            </a:extLst>
          </p:cNvPr>
          <p:cNvSpPr txBox="1">
            <a:spLocks/>
          </p:cNvSpPr>
          <p:nvPr/>
        </p:nvSpPr>
        <p:spPr>
          <a:xfrm>
            <a:off x="628650" y="5691606"/>
            <a:ext cx="7886700" cy="5835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Check the mutex has random, unique or unusual name, created by unsigned creator, concerns with persistence or network activity.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47616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FAC85-D507-A9C6-6DA2-EEBD43E2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Services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8F7198-BE4E-2DDD-D508-4AAD92E6B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 allows tasks to run without their own processes or threads by using service.</a:t>
            </a:r>
          </a:p>
          <a:p>
            <a:endParaRPr lang="en-US" altLang="ko-KR" dirty="0"/>
          </a:p>
          <a:p>
            <a:r>
              <a:rPr lang="en-US" altLang="ko-KR" dirty="0"/>
              <a:t>Malware uses services to maintain persistence (with autorun on boot) and to run with high-level system privileges(SYSTEM).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CreateService</a:t>
            </a:r>
            <a:r>
              <a:rPr lang="en-US" altLang="ko-KR" dirty="0"/>
              <a:t>” and “</a:t>
            </a:r>
            <a:r>
              <a:rPr lang="en-US" altLang="ko-KR" dirty="0" err="1"/>
              <a:t>StartService</a:t>
            </a:r>
            <a:r>
              <a:rPr lang="en-US" altLang="ko-KR" dirty="0"/>
              <a:t>” functions are prime target of malware.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C30B73-B4CB-B13A-A037-6D39A6DA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F40208-EAC2-6D41-5A40-634DB8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801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5A44-D8E8-94AD-6056-87FE87C8A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3FBF5-ADC8-F7CB-C16D-E20D7E5A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Registry entry for services</a:t>
            </a:r>
            <a:endParaRPr lang="ko-KR" altLang="en-US" dirty="0"/>
          </a:p>
        </p:txBody>
      </p:sp>
      <p:pic>
        <p:nvPicPr>
          <p:cNvPr id="7" name="내용 개체 틀 6" descr="텍스트, 폰트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08B222-2439-8F5C-815E-3B2502A86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" y="2836771"/>
            <a:ext cx="9139463" cy="2698628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449E1-0518-1D95-F7B7-9026BB61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70238A-20AA-1840-86DE-BAC70CD1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D13320A-11B8-2CA8-AB6F-6A0A1018D9FD}"/>
              </a:ext>
            </a:extLst>
          </p:cNvPr>
          <p:cNvSpPr txBox="1">
            <a:spLocks/>
          </p:cNvSpPr>
          <p:nvPr/>
        </p:nvSpPr>
        <p:spPr>
          <a:xfrm>
            <a:off x="628650" y="1690690"/>
            <a:ext cx="7886700" cy="4584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The information about services on a local system is stored in registry.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DCD088-77A7-9892-85FB-58E260A77B05}"/>
              </a:ext>
            </a:extLst>
          </p:cNvPr>
          <p:cNvSpPr/>
          <p:nvPr/>
        </p:nvSpPr>
        <p:spPr>
          <a:xfrm>
            <a:off x="427701" y="3301180"/>
            <a:ext cx="3583860" cy="238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72E7BF-FA17-50B4-ADB2-BD51EF631C4A}"/>
              </a:ext>
            </a:extLst>
          </p:cNvPr>
          <p:cNvSpPr/>
          <p:nvPr/>
        </p:nvSpPr>
        <p:spPr>
          <a:xfrm>
            <a:off x="2219631" y="4715190"/>
            <a:ext cx="6919832" cy="238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D4208A2-C9D1-4F19-7A6F-D3EB313A25A4}"/>
              </a:ext>
            </a:extLst>
          </p:cNvPr>
          <p:cNvSpPr/>
          <p:nvPr/>
        </p:nvSpPr>
        <p:spPr>
          <a:xfrm>
            <a:off x="2224168" y="5124372"/>
            <a:ext cx="6919832" cy="411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8FA91-352B-E981-6862-EB886830D7E2}"/>
              </a:ext>
            </a:extLst>
          </p:cNvPr>
          <p:cNvSpPr txBox="1"/>
          <p:nvPr/>
        </p:nvSpPr>
        <p:spPr>
          <a:xfrm>
            <a:off x="5980797" y="5264574"/>
            <a:ext cx="362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A19BC-01E8-8C7F-BDA6-3A3F55216B40}"/>
              </a:ext>
            </a:extLst>
          </p:cNvPr>
          <p:cNvSpPr txBox="1"/>
          <p:nvPr/>
        </p:nvSpPr>
        <p:spPr>
          <a:xfrm>
            <a:off x="1297858" y="5585101"/>
            <a:ext cx="6548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① </a:t>
            </a:r>
            <a:r>
              <a:rPr lang="en-US" altLang="ko-KR" sz="1400" dirty="0">
                <a:solidFill>
                  <a:srgbClr val="FF0000"/>
                </a:solidFill>
              </a:rPr>
              <a:t>is the location which the code of service is stored at. </a:t>
            </a:r>
            <a:r>
              <a:rPr lang="ko-KR" altLang="en-US" sz="1400" dirty="0">
                <a:solidFill>
                  <a:srgbClr val="FF0000"/>
                </a:solidFill>
              </a:rPr>
              <a:t>② </a:t>
            </a:r>
            <a:r>
              <a:rPr lang="en-US" altLang="ko-KR" sz="1400" dirty="0">
                <a:solidFill>
                  <a:srgbClr val="FF0000"/>
                </a:solidFill>
              </a:rPr>
              <a:t>means AUTO_START.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ko-KR" altLang="en-US" sz="1400" dirty="0">
                <a:solidFill>
                  <a:srgbClr val="FF0000"/>
                </a:solidFill>
              </a:rPr>
              <a:t>③ </a:t>
            </a:r>
            <a:r>
              <a:rPr lang="en-US" altLang="ko-KR" sz="1400" dirty="0">
                <a:solidFill>
                  <a:srgbClr val="FF0000"/>
                </a:solidFill>
              </a:rPr>
              <a:t>means WIN32_OWN_PROCESS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A1B6D5-A4A1-D5A1-7636-9CACF1DEA8D9}"/>
              </a:ext>
            </a:extLst>
          </p:cNvPr>
          <p:cNvSpPr txBox="1"/>
          <p:nvPr/>
        </p:nvSpPr>
        <p:spPr>
          <a:xfrm>
            <a:off x="5980797" y="5074670"/>
            <a:ext cx="362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73F32-AD5D-BC8A-0292-6B8FA8C3BB15}"/>
              </a:ext>
            </a:extLst>
          </p:cNvPr>
          <p:cNvSpPr txBox="1"/>
          <p:nvPr/>
        </p:nvSpPr>
        <p:spPr>
          <a:xfrm>
            <a:off x="5980797" y="4664195"/>
            <a:ext cx="3625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3135016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3931-7744-C739-D011-549B36F7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D2D2-45D1-E804-C5A1-8E2385B6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 program for services</a:t>
            </a:r>
            <a:endParaRPr lang="ko-KR" altLang="en-US" dirty="0"/>
          </a:p>
        </p:txBody>
      </p:sp>
      <p:pic>
        <p:nvPicPr>
          <p:cNvPr id="7" name="내용 개체 틀 6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44266C-03A4-F139-D483-C8AE6E7CD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97003"/>
            <a:ext cx="7886700" cy="2481462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58FD0D-DF9E-7199-FA6D-534DF5E7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C449FE-0ADF-735D-6BB8-6C35E3F5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396A7C0-963B-61E3-D9FD-0BF223877F0D}"/>
              </a:ext>
            </a:extLst>
          </p:cNvPr>
          <p:cNvSpPr txBox="1">
            <a:spLocks/>
          </p:cNvSpPr>
          <p:nvPr/>
        </p:nvSpPr>
        <p:spPr>
          <a:xfrm>
            <a:off x="628650" y="4414271"/>
            <a:ext cx="7886700" cy="218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Using SC program, it is possible to query a service’s program with service name.</a:t>
            </a:r>
          </a:p>
          <a:p>
            <a:r>
              <a:rPr lang="en-US" altLang="ko-KR" dirty="0"/>
              <a:t>SC has command for adding, deleting, starting, stopping and querying services.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350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96A6A-8737-0298-4EE7-E1D0E0F1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Object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03E45-0F78-E6A8-02E8-5F1929BE8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 is an interface standard that makes it possible for different software components to call each other’s code.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OleInitialize</a:t>
            </a:r>
            <a:r>
              <a:rPr lang="en-US" altLang="ko-KR" dirty="0"/>
              <a:t>” and “</a:t>
            </a:r>
            <a:r>
              <a:rPr lang="en-US" altLang="ko-KR" dirty="0" err="1"/>
              <a:t>CoInitialize</a:t>
            </a:r>
            <a:r>
              <a:rPr lang="en-US" altLang="ko-KR" dirty="0"/>
              <a:t>” are key functions to determine whether a program is using COM.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B2CD4C-0411-5338-439C-47D8D301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68648-F6A6-99E8-9C3B-2F0BF2D9C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301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238EC17-2744-63BC-8550-CEAB77127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420" y="4361239"/>
            <a:ext cx="3901778" cy="1729890"/>
          </a:xfrm>
          <a:prstGeom prst="rect">
            <a:avLst/>
          </a:prstGeom>
        </p:spPr>
      </p:pic>
      <p:pic>
        <p:nvPicPr>
          <p:cNvPr id="6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804269-81C2-4AD6-126A-AB50AF9AE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85" y="2876155"/>
            <a:ext cx="5150129" cy="22603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6CC6908-A39B-C06E-5547-F2A0EFE5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CLSIDs and IIDs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6D51E-8B68-C09F-F208-17DD93945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analyze which function of COM objects is used, a couple of identifiers are needed.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BEE89-88BC-DC1E-D7A3-D3B478E5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1C4CD6-1098-E9A7-C674-1A3EECCE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88658A-7E37-BC9A-BDC5-9DC51D3DA82E}"/>
              </a:ext>
            </a:extLst>
          </p:cNvPr>
          <p:cNvSpPr/>
          <p:nvPr/>
        </p:nvSpPr>
        <p:spPr>
          <a:xfrm>
            <a:off x="1713628" y="3398403"/>
            <a:ext cx="3170792" cy="274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F3D5D7-06F7-A14E-945F-203FB37820A1}"/>
              </a:ext>
            </a:extLst>
          </p:cNvPr>
          <p:cNvSpPr/>
          <p:nvPr/>
        </p:nvSpPr>
        <p:spPr>
          <a:xfrm>
            <a:off x="1713628" y="4111217"/>
            <a:ext cx="2942192" cy="293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79A93-60B7-FC50-CE86-6A42E92B00CF}"/>
              </a:ext>
            </a:extLst>
          </p:cNvPr>
          <p:cNvSpPr txBox="1"/>
          <p:nvPr/>
        </p:nvSpPr>
        <p:spPr>
          <a:xfrm>
            <a:off x="5097285" y="3635771"/>
            <a:ext cx="3246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Use Internet Explorer class and IWebBrowser2 interface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4903F2-BCE1-C61C-B36E-04A83428E741}"/>
              </a:ext>
            </a:extLst>
          </p:cNvPr>
          <p:cNvSpPr txBox="1"/>
          <p:nvPr/>
        </p:nvSpPr>
        <p:spPr>
          <a:xfrm>
            <a:off x="411085" y="5271426"/>
            <a:ext cx="4473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Use function which is in offset of 0x2C in the table of function </a:t>
            </a:r>
            <a:r>
              <a:rPr lang="en-US" altLang="ko-KR" sz="1400" dirty="0" err="1">
                <a:solidFill>
                  <a:srgbClr val="FF0000"/>
                </a:solidFill>
              </a:rPr>
              <a:t>porinters</a:t>
            </a:r>
            <a:r>
              <a:rPr lang="en-US" altLang="ko-KR" sz="1400" dirty="0">
                <a:solidFill>
                  <a:srgbClr val="FF0000"/>
                </a:solidFill>
              </a:rPr>
              <a:t>. (in this example, Navigate </a:t>
            </a:r>
            <a:r>
              <a:rPr lang="en-US" altLang="ko-KR" sz="1400" dirty="0" err="1">
                <a:solidFill>
                  <a:srgbClr val="FF0000"/>
                </a:solidFill>
              </a:rPr>
              <a:t>func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B2372A0-8DCC-07EF-20D6-388D1800145F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 flipV="1">
            <a:off x="4884420" y="3535622"/>
            <a:ext cx="212865" cy="3617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9EF22F1-4484-BCCF-9DA5-02651A27636E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>
            <a:off x="4655820" y="3897381"/>
            <a:ext cx="441465" cy="3605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13C62BF-EBAF-3183-F3AB-90F33DD12D60}"/>
              </a:ext>
            </a:extLst>
          </p:cNvPr>
          <p:cNvSpPr/>
          <p:nvPr/>
        </p:nvSpPr>
        <p:spPr>
          <a:xfrm>
            <a:off x="5654000" y="4411231"/>
            <a:ext cx="3132197" cy="507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9B3A89A-89C2-25AD-6906-B790C11E1D7F}"/>
              </a:ext>
            </a:extLst>
          </p:cNvPr>
          <p:cNvCxnSpPr>
            <a:cxnSpLocks/>
            <a:stCxn id="20" idx="1"/>
            <a:endCxn id="12" idx="3"/>
          </p:cNvCxnSpPr>
          <p:nvPr/>
        </p:nvCxnSpPr>
        <p:spPr>
          <a:xfrm flipH="1">
            <a:off x="4884420" y="4664919"/>
            <a:ext cx="769580" cy="8681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925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77C5C-BD5D-B134-06BC-0A92BF39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Exceptions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DDAB99-492A-1A2E-B816-860D99E93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pc="-150" dirty="0"/>
              <a:t>Exception is an event which allows a program to handle events outside the flow of normal execution.</a:t>
            </a:r>
          </a:p>
          <a:p>
            <a:endParaRPr lang="en-US" altLang="ko-KR" dirty="0"/>
          </a:p>
          <a:p>
            <a:r>
              <a:rPr lang="en-US" altLang="ko-KR" dirty="0"/>
              <a:t>“</a:t>
            </a:r>
            <a:r>
              <a:rPr lang="en-US" altLang="ko-KR" dirty="0" err="1"/>
              <a:t>RaiseException</a:t>
            </a:r>
            <a:r>
              <a:rPr lang="en-US" altLang="ko-KR" dirty="0"/>
              <a:t>”, “</a:t>
            </a:r>
            <a:r>
              <a:rPr lang="en-US" altLang="ko-KR" dirty="0" err="1"/>
              <a:t>UnhandledExceptionFilter</a:t>
            </a:r>
            <a:r>
              <a:rPr lang="en-US" altLang="ko-KR" dirty="0"/>
              <a:t>” are key functions.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9936C7-055C-C36D-DBB7-B8B37D48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31599B-2F10-A134-9AE6-B70D0CDB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6A5FD6-A586-26D5-9B99-4F69B7708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274820"/>
            <a:ext cx="5915136" cy="178233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8CD4345-1B13-F27F-8F85-A45077DC0397}"/>
              </a:ext>
            </a:extLst>
          </p:cNvPr>
          <p:cNvSpPr/>
          <p:nvPr/>
        </p:nvSpPr>
        <p:spPr>
          <a:xfrm>
            <a:off x="3169881" y="4608667"/>
            <a:ext cx="1295440" cy="351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EB00F-EDB9-46E8-91D4-43FA924523CC}"/>
              </a:ext>
            </a:extLst>
          </p:cNvPr>
          <p:cNvSpPr txBox="1"/>
          <p:nvPr/>
        </p:nvSpPr>
        <p:spPr>
          <a:xfrm>
            <a:off x="5097285" y="4481591"/>
            <a:ext cx="3418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An address on the stack which stores the exception information.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Malware can overwrite the information using stack-overflow.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642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28B92-2830-67C5-6BE6-485E85276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35655-DE0B-092B-CAA9-2AE75D42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Windows API workflow</a:t>
            </a:r>
            <a:endParaRPr lang="ko-KR" altLang="en-US" dirty="0"/>
          </a:p>
        </p:txBody>
      </p:sp>
      <p:pic>
        <p:nvPicPr>
          <p:cNvPr id="7" name="내용 개체 틀 6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7C0BFC-27F9-2F92-CEBC-2A1705B56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5616"/>
            <a:ext cx="4444795" cy="4415807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E7F984-10F7-233F-2D50-25D68C8BD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E3561F-C5A6-46C7-A78F-A5988C2E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57E2C-1DBA-15F5-88C3-28C87E140979}"/>
              </a:ext>
            </a:extLst>
          </p:cNvPr>
          <p:cNvSpPr txBox="1">
            <a:spLocks/>
          </p:cNvSpPr>
          <p:nvPr/>
        </p:nvSpPr>
        <p:spPr>
          <a:xfrm>
            <a:off x="4385187" y="1632018"/>
            <a:ext cx="4365523" cy="4724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User application calls a function from Windows API.</a:t>
            </a:r>
          </a:p>
          <a:p>
            <a:pPr lvl="1"/>
            <a:r>
              <a:rPr lang="en-US" altLang="ko-KR" sz="2000" spc="-60" dirty="0" err="1"/>
              <a:t>CreateProcess</a:t>
            </a:r>
            <a:r>
              <a:rPr lang="en-US" altLang="ko-KR" sz="2000" spc="-60" dirty="0"/>
              <a:t> is one of the functions included in Kernel32.dll</a:t>
            </a:r>
          </a:p>
          <a:p>
            <a:endParaRPr lang="en-US" altLang="ko-KR" sz="2400" dirty="0"/>
          </a:p>
          <a:p>
            <a:r>
              <a:rPr lang="en-US" altLang="ko-KR" sz="2400" dirty="0"/>
              <a:t>The function makes a system call to native function in Ntdll.dll (change user to kernel)</a:t>
            </a:r>
          </a:p>
          <a:p>
            <a:pPr lvl="1"/>
            <a:r>
              <a:rPr lang="en-US" altLang="ko-KR" sz="2000" dirty="0" err="1"/>
              <a:t>NTCreateProcess</a:t>
            </a:r>
            <a:r>
              <a:rPr lang="en-US" altLang="ko-KR" sz="2000" dirty="0"/>
              <a:t> is called when user use </a:t>
            </a:r>
            <a:r>
              <a:rPr lang="en-US" altLang="ko-KR" sz="2000" dirty="0" err="1"/>
              <a:t>CreateProcess</a:t>
            </a:r>
            <a:r>
              <a:rPr lang="en-US" altLang="ko-KR" sz="2000" dirty="0"/>
              <a:t> function.</a:t>
            </a:r>
          </a:p>
          <a:p>
            <a:endParaRPr lang="en-US" altLang="ko-KR" sz="2400" dirty="0"/>
          </a:p>
          <a:p>
            <a:r>
              <a:rPr lang="en-US" altLang="ko-KR" sz="2400" dirty="0"/>
              <a:t>Once in kernel mode, Ntoskrnl.exe takes over the control and performs the privileged operations.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4902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E766-C560-B925-2C84-DF1CDAD4A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malware acts stealthily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6E0B29-2BCA-2933-AF8E-847A2F00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E920DA-BFD6-AD66-4986-FAC7D115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9" name="그림 8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EC94F0-CA8D-7C33-CFD6-699F9BDF0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5616"/>
            <a:ext cx="4835915" cy="4415806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E79EAFC0-C8B5-95F6-C53E-87F217F1DC79}"/>
              </a:ext>
            </a:extLst>
          </p:cNvPr>
          <p:cNvSpPr txBox="1">
            <a:spLocks/>
          </p:cNvSpPr>
          <p:nvPr/>
        </p:nvSpPr>
        <p:spPr>
          <a:xfrm>
            <a:off x="4866965" y="1632018"/>
            <a:ext cx="4277035" cy="4724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Security program monitors the system calls made by a process.</a:t>
            </a:r>
          </a:p>
          <a:p>
            <a:endParaRPr lang="en-US" altLang="ko-KR" sz="2400" dirty="0"/>
          </a:p>
          <a:p>
            <a:r>
              <a:rPr lang="en-US" altLang="ko-KR" sz="2400" dirty="0"/>
              <a:t>If malware call the Native API function directly, it may be able to evade poorly designed security program.</a:t>
            </a:r>
          </a:p>
          <a:p>
            <a:endParaRPr lang="en-US" altLang="ko-KR" sz="2400" dirty="0"/>
          </a:p>
          <a:p>
            <a:r>
              <a:rPr lang="en-US" altLang="ko-KR" sz="2400" dirty="0" err="1"/>
              <a:t>NtCreateThreadEx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NtQuerySystemInformation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NtContinue</a:t>
            </a:r>
            <a:r>
              <a:rPr lang="en-US" altLang="ko-KR" sz="2400" dirty="0"/>
              <a:t> are often targeted by malware.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07445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BC277-34DF-79E2-5847-6AFDA18C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BA4B02-3993-9CB2-9703-CD36F450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 7. shows Windows concepts which are important to malware analysis.</a:t>
            </a:r>
          </a:p>
          <a:p>
            <a:endParaRPr lang="en-US" altLang="ko-KR" dirty="0"/>
          </a:p>
          <a:p>
            <a:r>
              <a:rPr lang="en-US" altLang="ko-KR" dirty="0"/>
              <a:t>Many of the specific malware examples discussed in Ch 7. are common case, these cases help to recognize and understand malwares quickly.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969ED7-1E71-7C5D-0AC4-1114C610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070848-BC22-2667-4BFA-02BF662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651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D556B-1D7E-FB51-8BA5-2A179186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pic>
        <p:nvPicPr>
          <p:cNvPr id="7" name="내용 개체 틀 6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2DE73F-FB47-4392-A62B-14BA13F0A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67" y="1690689"/>
            <a:ext cx="5486400" cy="4662176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844046-DFBC-DA9C-F723-3957C974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42259B-59DB-AB15-A795-5B073A57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46FF35-683B-0345-86FC-FE561F5B6049}"/>
              </a:ext>
            </a:extLst>
          </p:cNvPr>
          <p:cNvSpPr/>
          <p:nvPr/>
        </p:nvSpPr>
        <p:spPr>
          <a:xfrm>
            <a:off x="3645308" y="5844104"/>
            <a:ext cx="3197944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827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1FB3-6320-BA40-5981-645823CD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내용 개체 틀 1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50B1A6-CB80-7297-7A7B-1C8C8F042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0183"/>
            <a:ext cx="9148138" cy="3598886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6EAC50E-7730-B92A-ACC3-02C561F4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A6EC08-85E0-05B8-6A51-DA7307B0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3C29A9-0A5E-4E3E-5CCB-A4E9DD97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C82F8F-6ADB-CD5D-B4C2-CC6CA1867616}"/>
              </a:ext>
            </a:extLst>
          </p:cNvPr>
          <p:cNvSpPr/>
          <p:nvPr/>
        </p:nvSpPr>
        <p:spPr>
          <a:xfrm>
            <a:off x="3360172" y="4060723"/>
            <a:ext cx="2873480" cy="511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309846-B773-FB87-CCBF-C2C76D9D8EB7}"/>
              </a:ext>
            </a:extLst>
          </p:cNvPr>
          <p:cNvSpPr txBox="1"/>
          <p:nvPr/>
        </p:nvSpPr>
        <p:spPr>
          <a:xfrm>
            <a:off x="6345801" y="4048780"/>
            <a:ext cx="228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probably opens a file and maps it into memory.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D494A0-089A-C887-D51D-DD40345DF09C}"/>
              </a:ext>
            </a:extLst>
          </p:cNvPr>
          <p:cNvSpPr/>
          <p:nvPr/>
        </p:nvSpPr>
        <p:spPr>
          <a:xfrm>
            <a:off x="3360172" y="4735950"/>
            <a:ext cx="2873480" cy="3374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2BAA51-BD44-C606-3258-D036CEF41C65}"/>
              </a:ext>
            </a:extLst>
          </p:cNvPr>
          <p:cNvSpPr/>
          <p:nvPr/>
        </p:nvSpPr>
        <p:spPr>
          <a:xfrm>
            <a:off x="3360172" y="5073446"/>
            <a:ext cx="2873480" cy="16395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ECB7AB-F28F-944A-A165-370300876101}"/>
              </a:ext>
            </a:extLst>
          </p:cNvPr>
          <p:cNvSpPr txBox="1"/>
          <p:nvPr/>
        </p:nvSpPr>
        <p:spPr>
          <a:xfrm>
            <a:off x="6345801" y="4603356"/>
            <a:ext cx="2169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probably searches directories.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2E68F6-DB48-8F8A-6ACB-9C9C88D4532D}"/>
              </a:ext>
            </a:extLst>
          </p:cNvPr>
          <p:cNvSpPr txBox="1"/>
          <p:nvPr/>
        </p:nvSpPr>
        <p:spPr>
          <a:xfrm>
            <a:off x="6345800" y="4990788"/>
            <a:ext cx="2169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probably</a:t>
            </a:r>
            <a:r>
              <a:rPr lang="ko-KR" altLang="en-US" sz="1400" dirty="0">
                <a:solidFill>
                  <a:srgbClr val="0070C0"/>
                </a:solidFill>
              </a:rPr>
              <a:t> </a:t>
            </a:r>
            <a:r>
              <a:rPr lang="en-US" altLang="ko-KR" sz="1400" dirty="0">
                <a:solidFill>
                  <a:srgbClr val="0070C0"/>
                </a:solidFill>
              </a:rPr>
              <a:t>copy files.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704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4E39-818B-C07A-1596-E5726B71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850532-E2D5-F8F5-1AC6-FBC6C24E3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82479"/>
            <a:ext cx="7886700" cy="4237629"/>
          </a:xfr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C523DD-D3CE-D13A-86D3-6A5C75CD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05EEF2-9E9D-852B-3EAC-C3D1D4FA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5C2034-BB0C-89BE-8E80-874BC577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1F9C38-6D89-A680-D75D-CC3DA526DD27}"/>
              </a:ext>
            </a:extLst>
          </p:cNvPr>
          <p:cNvSpPr/>
          <p:nvPr/>
        </p:nvSpPr>
        <p:spPr>
          <a:xfrm>
            <a:off x="3458493" y="5466735"/>
            <a:ext cx="3433919" cy="653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DD24FE-CA43-FAB0-3227-9CBD4F1A890E}"/>
              </a:ext>
            </a:extLst>
          </p:cNvPr>
          <p:cNvSpPr/>
          <p:nvPr/>
        </p:nvSpPr>
        <p:spPr>
          <a:xfrm>
            <a:off x="3458492" y="3428999"/>
            <a:ext cx="3433919" cy="857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4511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89552-AAE5-A1A5-9DAE-C8D09914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14808-89C7-1E5A-E163-3D2954CD3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458EF8-6987-7977-3546-E7725E45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B7BB05-0F1D-4F64-6AA7-4BD314AA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11" name="내용 개체 틀 10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173626-AC57-0360-FD81-8B31466B5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47" y="1694679"/>
            <a:ext cx="3215763" cy="4661672"/>
          </a:xfr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8174FF-E73E-2C0D-AFE8-5985DC696535}"/>
              </a:ext>
            </a:extLst>
          </p:cNvPr>
          <p:cNvSpPr/>
          <p:nvPr/>
        </p:nvSpPr>
        <p:spPr>
          <a:xfrm>
            <a:off x="1541205" y="2697395"/>
            <a:ext cx="2057401" cy="18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85FC77-9662-3CDB-BA58-5F8F5662AE22}"/>
              </a:ext>
            </a:extLst>
          </p:cNvPr>
          <p:cNvSpPr/>
          <p:nvPr/>
        </p:nvSpPr>
        <p:spPr>
          <a:xfrm>
            <a:off x="1541205" y="3646207"/>
            <a:ext cx="2057401" cy="18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8C74268-5549-AED2-A34E-8D336172A8A5}"/>
              </a:ext>
            </a:extLst>
          </p:cNvPr>
          <p:cNvSpPr/>
          <p:nvPr/>
        </p:nvSpPr>
        <p:spPr>
          <a:xfrm>
            <a:off x="1541205" y="4668762"/>
            <a:ext cx="2057401" cy="18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531775-61E3-6CC6-FB51-127DA44C714F}"/>
              </a:ext>
            </a:extLst>
          </p:cNvPr>
          <p:cNvSpPr/>
          <p:nvPr/>
        </p:nvSpPr>
        <p:spPr>
          <a:xfrm>
            <a:off x="1541205" y="5150339"/>
            <a:ext cx="2057401" cy="18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4AEB4F-A43A-D0F7-BC09-591FD2071919}"/>
              </a:ext>
            </a:extLst>
          </p:cNvPr>
          <p:cNvSpPr/>
          <p:nvPr/>
        </p:nvSpPr>
        <p:spPr>
          <a:xfrm>
            <a:off x="1541204" y="5783045"/>
            <a:ext cx="2057401" cy="183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C9ADF3-D31D-AAF4-8D85-D02F86D56E2F}"/>
              </a:ext>
            </a:extLst>
          </p:cNvPr>
          <p:cNvSpPr txBox="1"/>
          <p:nvPr/>
        </p:nvSpPr>
        <p:spPr>
          <a:xfrm>
            <a:off x="4965292" y="3091000"/>
            <a:ext cx="22816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Use random, unique, and unusual string for mutex, it will be malware.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F9A650-F47D-B68C-DFEE-F348A9C14AEE}"/>
              </a:ext>
            </a:extLst>
          </p:cNvPr>
          <p:cNvSpPr txBox="1"/>
          <p:nvPr/>
        </p:nvSpPr>
        <p:spPr>
          <a:xfrm>
            <a:off x="4965292" y="5475742"/>
            <a:ext cx="228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This malware will use any other network function 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16524ED-3085-92B6-9068-B3E9F39E371B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>
            <a:off x="3598606" y="2789124"/>
            <a:ext cx="1366686" cy="6712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9BAD693-95B0-5684-543A-92238BAD185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3598605" y="5737352"/>
            <a:ext cx="1366687" cy="1374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91DFBC6-9470-4D19-051A-4F9AB6BE5DDA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 flipV="1">
            <a:off x="3598606" y="3460332"/>
            <a:ext cx="1366686" cy="13001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6037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AE85-00EE-1166-8DA5-2027CE60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49A18-FD1A-195C-656C-9E86A898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8B90C0-9E19-202A-67B3-586EA07E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E21B2B-0F6F-9D0D-D565-18CD2D85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39</a:t>
            </a:fld>
            <a:endParaRPr lang="ko-KR" altLang="en-US"/>
          </a:p>
        </p:txBody>
      </p:sp>
      <p:pic>
        <p:nvPicPr>
          <p:cNvPr id="7" name="내용 개체 틀 6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D639B7-E0B2-873C-2E46-A4B32E268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1" y="1690689"/>
            <a:ext cx="4661105" cy="4342746"/>
          </a:xfr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E8FECFCE-76BD-A8BA-EE6B-1766282141CC}"/>
              </a:ext>
            </a:extLst>
          </p:cNvPr>
          <p:cNvSpPr txBox="1">
            <a:spLocks/>
          </p:cNvSpPr>
          <p:nvPr/>
        </p:nvSpPr>
        <p:spPr>
          <a:xfrm>
            <a:off x="4866965" y="1632018"/>
            <a:ext cx="4277035" cy="4724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Malware will use socket function with </a:t>
            </a:r>
            <a:r>
              <a:rPr lang="en-US" altLang="ko-KR" sz="2400" dirty="0" err="1"/>
              <a:t>tcp</a:t>
            </a:r>
            <a:r>
              <a:rPr lang="en-US" altLang="ko-KR" sz="2400" dirty="0"/>
              <a:t> protocol.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Malware try to connect to 127.26.152.13 with port 80.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319493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6B2B3-0A36-BC02-A5D6-2CC3CBD5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AB4E4-B2DF-C105-99DB-5EF9C3BC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82A85F-70EF-53C7-9377-A1165FF6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C63374-D2EB-0144-6C26-58E6FC4D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40</a:t>
            </a:fld>
            <a:endParaRPr lang="ko-KR" altLang="en-US"/>
          </a:p>
        </p:txBody>
      </p:sp>
      <p:pic>
        <p:nvPicPr>
          <p:cNvPr id="7" name="내용 개체 틀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6C9EF8-2884-B071-E724-135618076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3" y="1685058"/>
            <a:ext cx="2400300" cy="4671293"/>
          </a:xfr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452781B-467D-EFB2-959E-9B7107D78065}"/>
              </a:ext>
            </a:extLst>
          </p:cNvPr>
          <p:cNvSpPr txBox="1">
            <a:spLocks/>
          </p:cNvSpPr>
          <p:nvPr/>
        </p:nvSpPr>
        <p:spPr>
          <a:xfrm>
            <a:off x="3916926" y="1814580"/>
            <a:ext cx="4739148" cy="4724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Malware will send “hello” to malicious server (127.26.152.13).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Malware makes the socket state to half-close connection.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169467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09D71-6B85-DF21-9132-73BF4D99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AE1E4-55B5-A35B-DA76-E8B0626BF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8C85A4-8C66-309F-64BE-618FEF38B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FD0363-8855-EB14-A9FB-21BBC20D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7" name="내용 개체 틀 6" descr="텍스트, 스크린샷, 도표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68757B-1BF6-20B9-B847-A2171FB0E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05" y="1863063"/>
            <a:ext cx="5204911" cy="4320914"/>
          </a:xfr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2BAE138-D3C4-68E3-7CC7-382A5F94644A}"/>
              </a:ext>
            </a:extLst>
          </p:cNvPr>
          <p:cNvSpPr txBox="1">
            <a:spLocks/>
          </p:cNvSpPr>
          <p:nvPr/>
        </p:nvSpPr>
        <p:spPr>
          <a:xfrm>
            <a:off x="5569973" y="1814580"/>
            <a:ext cx="3384121" cy="47243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Malware will store incoming network traffic on the stack.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Malware check first 5 characters are “sleep”. If equal, test </a:t>
            </a:r>
            <a:r>
              <a:rPr lang="en-US" altLang="ko-KR" sz="2400" dirty="0" err="1"/>
              <a:t>eax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eax</a:t>
            </a:r>
            <a:r>
              <a:rPr lang="en-US" altLang="ko-KR" sz="2400" dirty="0"/>
              <a:t> will set ZF 1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Malware will call sleep functions with </a:t>
            </a:r>
            <a:r>
              <a:rPr lang="en-US" altLang="ko-KR" sz="2400" dirty="0" err="1"/>
              <a:t>paratemer</a:t>
            </a:r>
            <a:r>
              <a:rPr lang="en-US" altLang="ko-KR" sz="2400" dirty="0"/>
              <a:t> 16^4 * 6 milliseconds(394s)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89035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9CA2-F3D0-4F00-98E8-F390D754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4AA4B-A106-4257-DC6A-6B81089B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AEEFE9-DDDC-7431-1042-22EB21F6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5C291C-3A71-A71D-F38A-648C4EBB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42</a:t>
            </a:fld>
            <a:endParaRPr lang="ko-KR" altLang="en-US"/>
          </a:p>
        </p:txBody>
      </p:sp>
      <p:pic>
        <p:nvPicPr>
          <p:cNvPr id="7" name="내용 개체 틀 6" descr="텍스트, 스크린샷, 디스플레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FC697E-7D85-3BD7-3352-247A7F8B0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80779"/>
            <a:ext cx="7886700" cy="4241030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BC67816-DD86-1701-583E-98498A07E8BC}"/>
              </a:ext>
            </a:extLst>
          </p:cNvPr>
          <p:cNvSpPr/>
          <p:nvPr/>
        </p:nvSpPr>
        <p:spPr>
          <a:xfrm>
            <a:off x="3812457" y="2603987"/>
            <a:ext cx="1732937" cy="267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23D9B-9BD2-2783-586D-C3B13964262E}"/>
              </a:ext>
            </a:extLst>
          </p:cNvPr>
          <p:cNvSpPr txBox="1"/>
          <p:nvPr/>
        </p:nvSpPr>
        <p:spPr>
          <a:xfrm>
            <a:off x="5545394" y="2583614"/>
            <a:ext cx="3118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Check first 4 characters are “exec”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AF9A8-1633-FA24-AFC1-33E091A0755A}"/>
              </a:ext>
            </a:extLst>
          </p:cNvPr>
          <p:cNvSpPr txBox="1"/>
          <p:nvPr/>
        </p:nvSpPr>
        <p:spPr>
          <a:xfrm>
            <a:off x="1853381" y="3532427"/>
            <a:ext cx="9881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No “exec”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BFD771-A852-B970-18F4-5E79E5B1E92A}"/>
              </a:ext>
            </a:extLst>
          </p:cNvPr>
          <p:cNvSpPr/>
          <p:nvPr/>
        </p:nvSpPr>
        <p:spPr>
          <a:xfrm>
            <a:off x="6324598" y="5116129"/>
            <a:ext cx="1983660" cy="144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B364D6-5667-1F8E-2EB8-84751FF3EDDD}"/>
              </a:ext>
            </a:extLst>
          </p:cNvPr>
          <p:cNvSpPr/>
          <p:nvPr/>
        </p:nvSpPr>
        <p:spPr>
          <a:xfrm>
            <a:off x="6324598" y="5710981"/>
            <a:ext cx="1983660" cy="1441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96A1B-F1E3-75A2-CB7C-158E1DFDE77B}"/>
              </a:ext>
            </a:extLst>
          </p:cNvPr>
          <p:cNvSpPr txBox="1"/>
          <p:nvPr/>
        </p:nvSpPr>
        <p:spPr>
          <a:xfrm>
            <a:off x="2347451" y="5337963"/>
            <a:ext cx="3671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Create process which will do command-line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014644B-1CDF-8C97-2A39-9A6A9B4B33A4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 flipV="1">
            <a:off x="6018568" y="5188194"/>
            <a:ext cx="306030" cy="3036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467CAE3-AC36-D253-FE1D-BBB474A600F2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 flipV="1">
            <a:off x="6018568" y="5491852"/>
            <a:ext cx="306030" cy="291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810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AC32-19C6-1EE0-DA4B-D478FBF5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248A3-E276-8949-4884-32C1CB02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</a:t>
            </a:r>
            <a:r>
              <a:rPr lang="en-US" altLang="ko-KR" dirty="0" err="1"/>
              <a:t>dll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BEB63E-CC51-DA7A-3BC4-7EFD956C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16E5DA-7764-14FC-00D0-5F839DF4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43</a:t>
            </a:fld>
            <a:endParaRPr lang="ko-KR" altLang="en-US" dirty="0"/>
          </a:p>
        </p:txBody>
      </p:sp>
      <p:pic>
        <p:nvPicPr>
          <p:cNvPr id="10" name="내용 개체 틀 9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672384-DAFE-D008-3B6B-6A3087188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58" y="1789011"/>
            <a:ext cx="8359883" cy="3530240"/>
          </a:xfr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C28D56-2C5E-2A09-D5CB-19E3FA80402A}"/>
              </a:ext>
            </a:extLst>
          </p:cNvPr>
          <p:cNvSpPr/>
          <p:nvPr/>
        </p:nvSpPr>
        <p:spPr>
          <a:xfrm>
            <a:off x="392058" y="4654013"/>
            <a:ext cx="2115168" cy="232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7CF617-43AB-DECC-347B-5970052DD517}"/>
              </a:ext>
            </a:extLst>
          </p:cNvPr>
          <p:cNvSpPr/>
          <p:nvPr/>
        </p:nvSpPr>
        <p:spPr>
          <a:xfrm>
            <a:off x="392057" y="5086632"/>
            <a:ext cx="2990239" cy="232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4FAD4-3352-F2D3-6280-EF894C1F360A}"/>
              </a:ext>
            </a:extLst>
          </p:cNvPr>
          <p:cNvSpPr txBox="1"/>
          <p:nvPr/>
        </p:nvSpPr>
        <p:spPr>
          <a:xfrm>
            <a:off x="3656986" y="4580587"/>
            <a:ext cx="50949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In network traffic from malicious server, 5bytes something is transferred through socket, malware will create a process which do something</a:t>
            </a:r>
          </a:p>
          <a:p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The received from malicious server through socket would be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“exec XXXXXXXXXX”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A1BD291-B4D1-33EC-91E9-D75C2A3DEB1F}"/>
              </a:ext>
            </a:extLst>
          </p:cNvPr>
          <p:cNvCxnSpPr>
            <a:cxnSpLocks/>
          </p:cNvCxnSpPr>
          <p:nvPr/>
        </p:nvCxnSpPr>
        <p:spPr>
          <a:xfrm flipV="1">
            <a:off x="3893574" y="5926254"/>
            <a:ext cx="0" cy="2484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5CB3C2-0C83-AD95-7864-F8FC907A15AA}"/>
              </a:ext>
            </a:extLst>
          </p:cNvPr>
          <p:cNvSpPr txBox="1"/>
          <p:nvPr/>
        </p:nvSpPr>
        <p:spPr>
          <a:xfrm>
            <a:off x="3685869" y="6111617"/>
            <a:ext cx="5094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00B050"/>
                </a:solidFill>
              </a:rPr>
              <a:t>buf</a:t>
            </a:r>
            <a:r>
              <a:rPr lang="en-US" altLang="ko-KR" sz="1400" dirty="0">
                <a:solidFill>
                  <a:srgbClr val="00B050"/>
                </a:solidFill>
              </a:rPr>
              <a:t>   </a:t>
            </a:r>
            <a:r>
              <a:rPr lang="en-US" altLang="ko-KR" sz="1400" dirty="0" err="1">
                <a:solidFill>
                  <a:srgbClr val="00B050"/>
                </a:solidFill>
              </a:rPr>
              <a:t>CommandLine</a:t>
            </a:r>
            <a:endParaRPr lang="en-US" altLang="ko-KR" sz="1400" dirty="0">
              <a:solidFill>
                <a:srgbClr val="00B05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8156ACB-2825-97C4-0EFF-F459468755DB}"/>
              </a:ext>
            </a:extLst>
          </p:cNvPr>
          <p:cNvCxnSpPr>
            <a:cxnSpLocks/>
          </p:cNvCxnSpPr>
          <p:nvPr/>
        </p:nvCxnSpPr>
        <p:spPr>
          <a:xfrm flipV="1">
            <a:off x="4311445" y="5926253"/>
            <a:ext cx="0" cy="2484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0154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772E-9270-9756-C852-20B45653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5A736-28B8-4F6D-495C-E5F1E83F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482D5E-E3B8-B4CF-6554-3DF22D36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5DB696-EBF3-FE40-ED44-15BC1D71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2131BF9-017D-3B55-C13A-EA84C0E10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00" y="1690689"/>
            <a:ext cx="8292190" cy="4477980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C596783-A4F0-8F6E-3AFC-3C0C0BF9EB8A}"/>
              </a:ext>
            </a:extLst>
          </p:cNvPr>
          <p:cNvSpPr/>
          <p:nvPr/>
        </p:nvSpPr>
        <p:spPr>
          <a:xfrm>
            <a:off x="1129477" y="1690689"/>
            <a:ext cx="2095504" cy="5314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DDD14F-1929-E491-BBF7-04AA574C886C}"/>
              </a:ext>
            </a:extLst>
          </p:cNvPr>
          <p:cNvSpPr txBox="1"/>
          <p:nvPr/>
        </p:nvSpPr>
        <p:spPr>
          <a:xfrm>
            <a:off x="3224981" y="1690689"/>
            <a:ext cx="3118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Check whether argument count is 2.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If count is 2, ZF set to 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D55E79-17C9-8FA5-8C86-CDB33671BAC1}"/>
              </a:ext>
            </a:extLst>
          </p:cNvPr>
          <p:cNvSpPr/>
          <p:nvPr/>
        </p:nvSpPr>
        <p:spPr>
          <a:xfrm>
            <a:off x="6679081" y="3553902"/>
            <a:ext cx="1943809" cy="2060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9ED66-9B9B-9331-838F-1D624B62C149}"/>
              </a:ext>
            </a:extLst>
          </p:cNvPr>
          <p:cNvSpPr txBox="1"/>
          <p:nvPr/>
        </p:nvSpPr>
        <p:spPr>
          <a:xfrm>
            <a:off x="7151998" y="3212331"/>
            <a:ext cx="997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main exit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719815-6363-BD5E-10C2-A05DDF80D3EB}"/>
              </a:ext>
            </a:extLst>
          </p:cNvPr>
          <p:cNvSpPr/>
          <p:nvPr/>
        </p:nvSpPr>
        <p:spPr>
          <a:xfrm>
            <a:off x="2776380" y="5167312"/>
            <a:ext cx="1441659" cy="73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2D4D07-3F67-2BC9-41A1-9707041A0F26}"/>
              </a:ext>
            </a:extLst>
          </p:cNvPr>
          <p:cNvSpPr txBox="1"/>
          <p:nvPr/>
        </p:nvSpPr>
        <p:spPr>
          <a:xfrm>
            <a:off x="4218039" y="5386403"/>
            <a:ext cx="3118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Check whether </a:t>
            </a:r>
            <a:r>
              <a:rPr lang="en-US" altLang="ko-KR" sz="1400" dirty="0" err="1">
                <a:solidFill>
                  <a:srgbClr val="FF0000"/>
                </a:solidFill>
              </a:rPr>
              <a:t>argv</a:t>
            </a:r>
            <a:r>
              <a:rPr lang="en-US" altLang="ko-KR" sz="1400" dirty="0">
                <a:solidFill>
                  <a:srgbClr val="FF0000"/>
                </a:solidFill>
              </a:rPr>
              <a:t>[1] is equal to above string. If same, ZF set to 1</a:t>
            </a:r>
          </a:p>
        </p:txBody>
      </p:sp>
    </p:spTree>
    <p:extLst>
      <p:ext uri="{BB962C8B-B14F-4D97-AF65-F5344CB8AC3E}">
        <p14:creationId xmlns:p14="http://schemas.microsoft.com/office/powerpoint/2010/main" val="4286063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5DC9-58FA-28E3-94AB-482FE4B8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A7B2D-D093-D5FD-CFB8-64D16915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D86114-43FE-FB85-9BBF-A1624BCC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21153-5F43-BF89-0A9C-952A1E11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45</a:t>
            </a:fld>
            <a:endParaRPr lang="ko-KR" altLang="en-US"/>
          </a:p>
        </p:txBody>
      </p:sp>
      <p:pic>
        <p:nvPicPr>
          <p:cNvPr id="7" name="내용 개체 틀 6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0F6C9B-30C7-5AF7-CF26-E287EC40F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27560"/>
            <a:ext cx="3845367" cy="4351338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714F1BF-2675-54A5-54DF-9C444CCBF160}"/>
              </a:ext>
            </a:extLst>
          </p:cNvPr>
          <p:cNvSpPr/>
          <p:nvPr/>
        </p:nvSpPr>
        <p:spPr>
          <a:xfrm>
            <a:off x="1641987" y="2054942"/>
            <a:ext cx="1386963" cy="422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54FDF-852C-5A36-11C7-4DC311A7F9E8}"/>
              </a:ext>
            </a:extLst>
          </p:cNvPr>
          <p:cNvSpPr txBox="1"/>
          <p:nvPr/>
        </p:nvSpPr>
        <p:spPr>
          <a:xfrm>
            <a:off x="4572000" y="2004725"/>
            <a:ext cx="3118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If </a:t>
            </a:r>
            <a:r>
              <a:rPr lang="en-US" altLang="ko-KR" sz="1400" dirty="0" err="1">
                <a:solidFill>
                  <a:srgbClr val="FF0000"/>
                </a:solidFill>
              </a:rPr>
              <a:t>argv</a:t>
            </a:r>
            <a:r>
              <a:rPr lang="en-US" altLang="ko-KR" sz="1400" dirty="0">
                <a:solidFill>
                  <a:srgbClr val="FF0000"/>
                </a:solidFill>
              </a:rPr>
              <a:t>[1] is Warning ~ string, the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 register is set to 0.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814AC7E-77A1-479F-D48E-5C6A5DC43FC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3028950" y="2266335"/>
            <a:ext cx="1543050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C26D4F-40EB-AE68-0D5D-61C8CB076861}"/>
              </a:ext>
            </a:extLst>
          </p:cNvPr>
          <p:cNvSpPr/>
          <p:nvPr/>
        </p:nvSpPr>
        <p:spPr>
          <a:xfrm>
            <a:off x="2442565" y="3001756"/>
            <a:ext cx="1215036" cy="422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79CFD-1742-D0A2-A483-DCFB7869BCB3}"/>
              </a:ext>
            </a:extLst>
          </p:cNvPr>
          <p:cNvSpPr txBox="1"/>
          <p:nvPr/>
        </p:nvSpPr>
        <p:spPr>
          <a:xfrm>
            <a:off x="5200651" y="2955512"/>
            <a:ext cx="3118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test 0, 0 will set the ZF to 1.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Malicious code will start.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B7C9E63-74A3-A06B-F7D5-6C9DF431496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657601" y="3213150"/>
            <a:ext cx="15430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609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9E25-DE93-5E9C-8E86-642B6A43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8ADC1-50E6-1377-81FE-4A437FCD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48C4D0-52BB-2F8B-2227-91ED35EF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7F0CC4-DE68-8089-1332-BD1342BA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7" name="내용 개체 틀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D9E622-88EC-1829-BECF-BA48FDC30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90688"/>
            <a:ext cx="3333750" cy="4705605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E686036-7ECB-2D1F-A1E5-E423A7DC4139}"/>
              </a:ext>
            </a:extLst>
          </p:cNvPr>
          <p:cNvSpPr/>
          <p:nvPr/>
        </p:nvSpPr>
        <p:spPr>
          <a:xfrm>
            <a:off x="680816" y="1966452"/>
            <a:ext cx="3212758" cy="934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91985-1028-4F52-80AD-ED91AEFBC98A}"/>
              </a:ext>
            </a:extLst>
          </p:cNvPr>
          <p:cNvSpPr txBox="1"/>
          <p:nvPr/>
        </p:nvSpPr>
        <p:spPr>
          <a:xfrm>
            <a:off x="4109883" y="2134003"/>
            <a:ext cx="3333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Malware try to open kernel32.dll if the file exists (</a:t>
            </a:r>
            <a:r>
              <a:rPr lang="en-US" altLang="ko-KR" sz="1400" dirty="0" err="1">
                <a:solidFill>
                  <a:srgbClr val="FF0000"/>
                </a:solidFill>
              </a:rPr>
              <a:t>dwCreationDisposition</a:t>
            </a:r>
            <a:r>
              <a:rPr lang="en-US" altLang="ko-KR" sz="1400" dirty="0">
                <a:solidFill>
                  <a:srgbClr val="FF0000"/>
                </a:solidFill>
              </a:rPr>
              <a:t> 3).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E52F1-3022-EB35-6960-E5D97CD012BC}"/>
              </a:ext>
            </a:extLst>
          </p:cNvPr>
          <p:cNvSpPr txBox="1"/>
          <p:nvPr/>
        </p:nvSpPr>
        <p:spPr>
          <a:xfrm>
            <a:off x="4152901" y="5053659"/>
            <a:ext cx="3333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Malware try to open Lab07-03.dll if the file exists (</a:t>
            </a:r>
            <a:r>
              <a:rPr lang="en-US" altLang="ko-KR" sz="1400" dirty="0" err="1">
                <a:solidFill>
                  <a:srgbClr val="FF0000"/>
                </a:solidFill>
              </a:rPr>
              <a:t>dwCreationDisposition</a:t>
            </a:r>
            <a:r>
              <a:rPr lang="en-US" altLang="ko-KR" sz="1400" dirty="0">
                <a:solidFill>
                  <a:srgbClr val="FF0000"/>
                </a:solidFill>
              </a:rPr>
              <a:t> 3).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B05A71-7C31-004D-6576-657D5E215E10}"/>
              </a:ext>
            </a:extLst>
          </p:cNvPr>
          <p:cNvSpPr/>
          <p:nvPr/>
        </p:nvSpPr>
        <p:spPr>
          <a:xfrm>
            <a:off x="680816" y="4739148"/>
            <a:ext cx="3212758" cy="1152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3724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0FDE-01B5-A9B0-DD0A-AE570EEAD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F60DA-5631-2E1D-38AC-473C0B17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632F4B-E3A2-3790-1C18-6D946339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49BCB0-D673-60AF-391A-7AF78BCF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7" name="내용 개체 틀 6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1A7465-5800-BC6C-B7FD-056350BFB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606" y="1798286"/>
            <a:ext cx="6707579" cy="4185071"/>
          </a:xfr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A978A8D-BF89-1A2B-56D1-48C2EB025B09}"/>
              </a:ext>
            </a:extLst>
          </p:cNvPr>
          <p:cNvSpPr/>
          <p:nvPr/>
        </p:nvSpPr>
        <p:spPr>
          <a:xfrm>
            <a:off x="1215606" y="4277032"/>
            <a:ext cx="6581376" cy="875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3E92D-EEAE-1A7C-F00F-C0D1139274DD}"/>
              </a:ext>
            </a:extLst>
          </p:cNvPr>
          <p:cNvSpPr txBox="1"/>
          <p:nvPr/>
        </p:nvSpPr>
        <p:spPr>
          <a:xfrm>
            <a:off x="4096399" y="5152103"/>
            <a:ext cx="3889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Malware copies Lab07-03.dll to kerne132.dll</a:t>
            </a:r>
          </a:p>
        </p:txBody>
      </p:sp>
    </p:spTree>
    <p:extLst>
      <p:ext uri="{BB962C8B-B14F-4D97-AF65-F5344CB8AC3E}">
        <p14:creationId xmlns:p14="http://schemas.microsoft.com/office/powerpoint/2010/main" val="10659701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CDBC-39D6-424B-9947-DEA982ED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10F1F-2A5A-E9F9-4F9F-EDE90C9B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F1C43E-C492-C41C-E3D2-58E22A96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0BA725-A7A6-A8CC-75F1-E3868A77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557AC3C-1FCF-9C1C-AD05-14DA79128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89" y="1781967"/>
            <a:ext cx="3010161" cy="137171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43B0F7E2-92C3-7D64-0348-D543DB307CF9}"/>
              </a:ext>
            </a:extLst>
          </p:cNvPr>
          <p:cNvGrpSpPr/>
          <p:nvPr/>
        </p:nvGrpSpPr>
        <p:grpSpPr>
          <a:xfrm>
            <a:off x="3028950" y="1929086"/>
            <a:ext cx="3528366" cy="3909399"/>
            <a:chOff x="3219898" y="1929086"/>
            <a:chExt cx="3528366" cy="390939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51E0BDE-F26B-D6E6-F9A6-586CA9542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9898" y="2965496"/>
              <a:ext cx="3528366" cy="287298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BC067CD-2B7D-6E94-DF9C-91436E4F7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9898" y="1929086"/>
              <a:ext cx="2408129" cy="103641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64CFC01-3023-C614-3042-DF498B70B73F}"/>
              </a:ext>
            </a:extLst>
          </p:cNvPr>
          <p:cNvSpPr txBox="1"/>
          <p:nvPr/>
        </p:nvSpPr>
        <p:spPr>
          <a:xfrm>
            <a:off x="5643716" y="4401990"/>
            <a:ext cx="3333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Find all files in C drive which name is end with “.exe”</a:t>
            </a:r>
          </a:p>
        </p:txBody>
      </p:sp>
    </p:spTree>
    <p:extLst>
      <p:ext uri="{BB962C8B-B14F-4D97-AF65-F5344CB8AC3E}">
        <p14:creationId xmlns:p14="http://schemas.microsoft.com/office/powerpoint/2010/main" val="34302724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0788-B2A5-FA81-3EE7-6057DBED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4B3BD-DBC6-0100-D2EB-7B637A35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C77868-5F94-1C42-2DC7-819F9F523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79A868-10C9-4402-9123-7CBCED8E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4618202-06E3-9C99-B42F-AA2453F6C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716" y="1560153"/>
            <a:ext cx="2977535" cy="47117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6104B32-D13F-C656-06F9-2CC80D677940}"/>
              </a:ext>
            </a:extLst>
          </p:cNvPr>
          <p:cNvSpPr/>
          <p:nvPr/>
        </p:nvSpPr>
        <p:spPr>
          <a:xfrm>
            <a:off x="904568" y="1775095"/>
            <a:ext cx="2816624" cy="505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22CF3-E2B7-E621-88FC-F2F5170674F3}"/>
              </a:ext>
            </a:extLst>
          </p:cNvPr>
          <p:cNvSpPr txBox="1"/>
          <p:nvPr/>
        </p:nvSpPr>
        <p:spPr>
          <a:xfrm>
            <a:off x="3882102" y="1690689"/>
            <a:ext cx="4822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The result of comparing “kernel32.dll” and String1 (KERNEL32.DLL) is save to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 by </a:t>
            </a:r>
            <a:r>
              <a:rPr lang="en-US" altLang="ko-KR" sz="1400" dirty="0" err="1">
                <a:solidFill>
                  <a:srgbClr val="FF0000"/>
                </a:solidFill>
              </a:rPr>
              <a:t>stricmp</a:t>
            </a:r>
            <a:r>
              <a:rPr lang="en-US" altLang="ko-KR" sz="1400" dirty="0">
                <a:solidFill>
                  <a:srgbClr val="FF0000"/>
                </a:solidFill>
              </a:rPr>
              <a:t>. If strings are equal (case-insensitive),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 set to 0, then test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 set ZF to 1.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E7B319-2FDB-FF25-2BEA-EF6DC8E2E1BB}"/>
              </a:ext>
            </a:extLst>
          </p:cNvPr>
          <p:cNvSpPr/>
          <p:nvPr/>
        </p:nvSpPr>
        <p:spPr>
          <a:xfrm>
            <a:off x="1080719" y="4266835"/>
            <a:ext cx="885241" cy="1908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3880-2127-30E8-1396-541005E32ED4}"/>
              </a:ext>
            </a:extLst>
          </p:cNvPr>
          <p:cNvSpPr txBox="1"/>
          <p:nvPr/>
        </p:nvSpPr>
        <p:spPr>
          <a:xfrm>
            <a:off x="3882102" y="3384431"/>
            <a:ext cx="48223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rgbClr val="FF0000"/>
                </a:solidFill>
              </a:rPr>
              <a:t>repne</a:t>
            </a:r>
            <a:r>
              <a:rPr lang="en-US" altLang="ko-KR" sz="1400" dirty="0">
                <a:solidFill>
                  <a:srgbClr val="FF0000"/>
                </a:solidFill>
              </a:rPr>
              <a:t> -&gt; repeat if </a:t>
            </a:r>
            <a:r>
              <a:rPr lang="en-US" altLang="ko-KR" sz="1400" dirty="0" err="1">
                <a:solidFill>
                  <a:srgbClr val="FF0000"/>
                </a:solidFill>
              </a:rPr>
              <a:t>ecx</a:t>
            </a:r>
            <a:r>
              <a:rPr lang="en-US" altLang="ko-KR" sz="1400" dirty="0">
                <a:solidFill>
                  <a:srgbClr val="FF0000"/>
                </a:solidFill>
              </a:rPr>
              <a:t> is Not Equal to 0</a:t>
            </a:r>
          </a:p>
          <a:p>
            <a:r>
              <a:rPr lang="en-US" altLang="ko-KR" sz="1400" dirty="0" err="1">
                <a:solidFill>
                  <a:srgbClr val="FF0000"/>
                </a:solidFill>
              </a:rPr>
              <a:t>scasb</a:t>
            </a:r>
            <a:r>
              <a:rPr lang="en-US" altLang="ko-KR" sz="1400" dirty="0">
                <a:solidFill>
                  <a:srgbClr val="FF0000"/>
                </a:solidFill>
              </a:rPr>
              <a:t> -&gt; scan string 1byte of </a:t>
            </a:r>
            <a:r>
              <a:rPr lang="en-US" altLang="ko-KR" sz="1400" dirty="0" err="1">
                <a:solidFill>
                  <a:srgbClr val="FF0000"/>
                </a:solidFill>
              </a:rPr>
              <a:t>eax</a:t>
            </a:r>
            <a:r>
              <a:rPr lang="en-US" altLang="ko-KR" sz="1400" dirty="0">
                <a:solidFill>
                  <a:srgbClr val="FF0000"/>
                </a:solidFill>
              </a:rPr>
              <a:t>(0) and compare </a:t>
            </a:r>
            <a:r>
              <a:rPr lang="en-US" altLang="ko-KR" sz="1400" dirty="0" err="1">
                <a:solidFill>
                  <a:srgbClr val="FF0000"/>
                </a:solidFill>
              </a:rPr>
              <a:t>edi</a:t>
            </a:r>
            <a:r>
              <a:rPr lang="en-US" altLang="ko-KR" sz="1400" dirty="0">
                <a:solidFill>
                  <a:srgbClr val="FF0000"/>
                </a:solidFill>
              </a:rPr>
              <a:t>(kernel32.dll\0). If not equal, do </a:t>
            </a:r>
            <a:r>
              <a:rPr lang="en-US" altLang="ko-KR" sz="1400" dirty="0" err="1">
                <a:solidFill>
                  <a:srgbClr val="FF0000"/>
                </a:solidFill>
              </a:rPr>
              <a:t>ecx</a:t>
            </a:r>
            <a:r>
              <a:rPr lang="en-US" altLang="ko-KR" sz="1400" dirty="0">
                <a:solidFill>
                  <a:srgbClr val="FF0000"/>
                </a:solidFill>
              </a:rPr>
              <a:t> – 1, if equal stop.</a:t>
            </a:r>
          </a:p>
          <a:p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6D364E-7193-498B-060C-AFC84984AAB1}"/>
              </a:ext>
            </a:extLst>
          </p:cNvPr>
          <p:cNvSpPr/>
          <p:nvPr/>
        </p:nvSpPr>
        <p:spPr>
          <a:xfrm>
            <a:off x="1080719" y="5202414"/>
            <a:ext cx="1258621" cy="6525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593477-7EF8-DC8B-FD1C-72A8AA990EA3}"/>
              </a:ext>
            </a:extLst>
          </p:cNvPr>
          <p:cNvSpPr txBox="1"/>
          <p:nvPr/>
        </p:nvSpPr>
        <p:spPr>
          <a:xfrm>
            <a:off x="3882102" y="4795195"/>
            <a:ext cx="48223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rep -&gt; repeat as </a:t>
            </a:r>
            <a:r>
              <a:rPr lang="en-US" altLang="ko-KR" sz="1400" dirty="0" err="1">
                <a:solidFill>
                  <a:srgbClr val="FF0000"/>
                </a:solidFill>
              </a:rPr>
              <a:t>ecx</a:t>
            </a:r>
            <a:r>
              <a:rPr lang="en-US" altLang="ko-KR" sz="1400" dirty="0">
                <a:solidFill>
                  <a:srgbClr val="FF0000"/>
                </a:solidFill>
              </a:rPr>
              <a:t> count</a:t>
            </a:r>
          </a:p>
          <a:p>
            <a:r>
              <a:rPr lang="en-US" altLang="ko-KR" sz="1400" dirty="0" err="1">
                <a:solidFill>
                  <a:srgbClr val="FF0000"/>
                </a:solidFill>
              </a:rPr>
              <a:t>movsd</a:t>
            </a:r>
            <a:r>
              <a:rPr lang="en-US" altLang="ko-KR" sz="1400" dirty="0">
                <a:solidFill>
                  <a:srgbClr val="FF0000"/>
                </a:solidFill>
              </a:rPr>
              <a:t> -&gt; set value in </a:t>
            </a:r>
            <a:r>
              <a:rPr lang="en-US" altLang="ko-KR" sz="1400" dirty="0" err="1">
                <a:solidFill>
                  <a:srgbClr val="FF0000"/>
                </a:solidFill>
              </a:rPr>
              <a:t>esi</a:t>
            </a:r>
            <a:r>
              <a:rPr lang="en-US" altLang="ko-KR" sz="1400" dirty="0">
                <a:solidFill>
                  <a:srgbClr val="FF0000"/>
                </a:solidFill>
              </a:rPr>
              <a:t> address to </a:t>
            </a:r>
            <a:r>
              <a:rPr lang="en-US" altLang="ko-KR" sz="1400" dirty="0" err="1">
                <a:solidFill>
                  <a:srgbClr val="FF0000"/>
                </a:solidFill>
              </a:rPr>
              <a:t>edi</a:t>
            </a:r>
            <a:r>
              <a:rPr lang="en-US" altLang="ko-KR" sz="1400" dirty="0">
                <a:solidFill>
                  <a:srgbClr val="FF0000"/>
                </a:solidFill>
              </a:rPr>
              <a:t> with </a:t>
            </a:r>
            <a:r>
              <a:rPr lang="en-US" altLang="ko-KR" sz="1400" dirty="0" err="1">
                <a:solidFill>
                  <a:srgbClr val="FF0000"/>
                </a:solidFill>
              </a:rPr>
              <a:t>dword</a:t>
            </a:r>
            <a:r>
              <a:rPr lang="en-US" altLang="ko-KR" sz="1400" dirty="0">
                <a:solidFill>
                  <a:srgbClr val="FF0000"/>
                </a:solidFill>
              </a:rPr>
              <a:t> unit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In here, </a:t>
            </a:r>
            <a:r>
              <a:rPr lang="en-US" altLang="ko-KR" sz="1400" dirty="0" err="1">
                <a:solidFill>
                  <a:srgbClr val="FF0000"/>
                </a:solidFill>
              </a:rPr>
              <a:t>ecx</a:t>
            </a:r>
            <a:r>
              <a:rPr lang="en-US" altLang="ko-KR" sz="1400" dirty="0">
                <a:solidFill>
                  <a:srgbClr val="FF0000"/>
                </a:solidFill>
              </a:rPr>
              <a:t> is 3 (13 &gt;&gt; 2), so 12 bytes of </a:t>
            </a:r>
            <a:r>
              <a:rPr lang="en-US" altLang="ko-KR" sz="1400" dirty="0" err="1">
                <a:solidFill>
                  <a:srgbClr val="FF0000"/>
                </a:solidFill>
              </a:rPr>
              <a:t>esi</a:t>
            </a:r>
            <a:r>
              <a:rPr lang="en-US" altLang="ko-KR" sz="1400" dirty="0">
                <a:solidFill>
                  <a:srgbClr val="FF0000"/>
                </a:solidFill>
              </a:rPr>
              <a:t> address string will copy into </a:t>
            </a:r>
            <a:r>
              <a:rPr lang="en-US" altLang="ko-KR" sz="1400" dirty="0" err="1">
                <a:solidFill>
                  <a:srgbClr val="FF0000"/>
                </a:solidFill>
              </a:rPr>
              <a:t>edi</a:t>
            </a:r>
            <a:r>
              <a:rPr lang="en-US" altLang="ko-KR" sz="1400" dirty="0">
                <a:solidFill>
                  <a:srgbClr val="FF0000"/>
                </a:solidFill>
              </a:rPr>
              <a:t> (kernel32.dll except null).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rep </a:t>
            </a:r>
            <a:r>
              <a:rPr lang="en-US" altLang="ko-KR" sz="1400" dirty="0" err="1">
                <a:solidFill>
                  <a:srgbClr val="FF0000"/>
                </a:solidFill>
              </a:rPr>
              <a:t>movsb</a:t>
            </a:r>
            <a:r>
              <a:rPr lang="en-US" altLang="ko-KR" sz="1400" dirty="0">
                <a:solidFill>
                  <a:srgbClr val="FF0000"/>
                </a:solidFill>
              </a:rPr>
              <a:t> -&gt; copy null string.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36957AA-7928-56FF-F89B-640556C7E9C6}"/>
              </a:ext>
            </a:extLst>
          </p:cNvPr>
          <p:cNvSpPr/>
          <p:nvPr/>
        </p:nvSpPr>
        <p:spPr>
          <a:xfrm>
            <a:off x="1098590" y="4109272"/>
            <a:ext cx="1682710" cy="1575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C2F62-1E41-80A3-350A-E0B255D6B8FC}"/>
              </a:ext>
            </a:extLst>
          </p:cNvPr>
          <p:cNvSpPr txBox="1"/>
          <p:nvPr/>
        </p:nvSpPr>
        <p:spPr>
          <a:xfrm>
            <a:off x="3882102" y="3141922"/>
            <a:ext cx="3791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or </a:t>
            </a:r>
            <a:r>
              <a:rPr lang="en-US" altLang="ko-KR" sz="1400" dirty="0" err="1">
                <a:solidFill>
                  <a:srgbClr val="0070C0"/>
                </a:solidFill>
              </a:rPr>
              <a:t>ecx</a:t>
            </a:r>
            <a:r>
              <a:rPr lang="en-US" altLang="ko-KR" sz="1400" dirty="0">
                <a:solidFill>
                  <a:srgbClr val="0070C0"/>
                </a:solidFill>
              </a:rPr>
              <a:t>, 0FFFFFFFh set to </a:t>
            </a:r>
            <a:r>
              <a:rPr lang="en-US" altLang="ko-KR" sz="1400" dirty="0" err="1">
                <a:solidFill>
                  <a:srgbClr val="0070C0"/>
                </a:solidFill>
              </a:rPr>
              <a:t>ecx</a:t>
            </a:r>
            <a:r>
              <a:rPr lang="en-US" altLang="ko-KR" sz="1400" dirty="0">
                <a:solidFill>
                  <a:srgbClr val="0070C0"/>
                </a:solidFill>
              </a:rPr>
              <a:t> as 0xFFFFFFFF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77811F-0E5F-B140-ADA6-2C3310051A4D}"/>
              </a:ext>
            </a:extLst>
          </p:cNvPr>
          <p:cNvSpPr/>
          <p:nvPr/>
        </p:nvSpPr>
        <p:spPr>
          <a:xfrm>
            <a:off x="1098590" y="4462204"/>
            <a:ext cx="1682710" cy="15756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AA167C-2532-5539-513A-480AA66106A9}"/>
              </a:ext>
            </a:extLst>
          </p:cNvPr>
          <p:cNvSpPr txBox="1"/>
          <p:nvPr/>
        </p:nvSpPr>
        <p:spPr>
          <a:xfrm>
            <a:off x="3882102" y="4030761"/>
            <a:ext cx="493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not </a:t>
            </a:r>
            <a:r>
              <a:rPr lang="en-US" altLang="ko-KR" sz="1400" dirty="0" err="1">
                <a:solidFill>
                  <a:srgbClr val="0070C0"/>
                </a:solidFill>
              </a:rPr>
              <a:t>ecx</a:t>
            </a:r>
            <a:r>
              <a:rPr lang="en-US" altLang="ko-KR" sz="1400" dirty="0">
                <a:solidFill>
                  <a:srgbClr val="0070C0"/>
                </a:solidFill>
              </a:rPr>
              <a:t> will return the length of string in </a:t>
            </a:r>
            <a:r>
              <a:rPr lang="en-US" altLang="ko-KR" sz="1400" dirty="0" err="1">
                <a:solidFill>
                  <a:srgbClr val="0070C0"/>
                </a:solidFill>
              </a:rPr>
              <a:t>edi</a:t>
            </a:r>
            <a:r>
              <a:rPr lang="en-US" altLang="ko-KR" sz="1400" dirty="0">
                <a:solidFill>
                  <a:srgbClr val="0070C0"/>
                </a:solidFill>
              </a:rPr>
              <a:t> (</a:t>
            </a:r>
            <a:r>
              <a:rPr lang="en-US" altLang="ko-KR" sz="1400" dirty="0" err="1">
                <a:solidFill>
                  <a:srgbClr val="0070C0"/>
                </a:solidFill>
              </a:rPr>
              <a:t>ecx</a:t>
            </a:r>
            <a:r>
              <a:rPr lang="en-US" altLang="ko-KR" sz="1400" dirty="0">
                <a:solidFill>
                  <a:srgbClr val="0070C0"/>
                </a:solidFill>
              </a:rPr>
              <a:t> set to 13)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33C770-8566-9312-819E-97B253FE121F}"/>
              </a:ext>
            </a:extLst>
          </p:cNvPr>
          <p:cNvSpPr/>
          <p:nvPr/>
        </p:nvSpPr>
        <p:spPr>
          <a:xfrm>
            <a:off x="1080718" y="4751275"/>
            <a:ext cx="2310181" cy="1575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7D9E4D-6BFA-CA58-71E0-9364606948D3}"/>
              </a:ext>
            </a:extLst>
          </p:cNvPr>
          <p:cNvSpPr txBox="1"/>
          <p:nvPr/>
        </p:nvSpPr>
        <p:spPr>
          <a:xfrm>
            <a:off x="3882102" y="4508720"/>
            <a:ext cx="3958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B050"/>
                </a:solidFill>
              </a:rPr>
              <a:t>Esi points the address 403010 to use in </a:t>
            </a:r>
            <a:r>
              <a:rPr lang="en-US" altLang="ko-KR" sz="1400" dirty="0" err="1">
                <a:solidFill>
                  <a:srgbClr val="00B050"/>
                </a:solidFill>
              </a:rPr>
              <a:t>movsd</a:t>
            </a:r>
            <a:endParaRPr lang="en-US" altLang="ko-KR" sz="1400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788A7-5984-67BE-5CF3-3883FDA6D13E}"/>
              </a:ext>
            </a:extLst>
          </p:cNvPr>
          <p:cNvSpPr txBox="1"/>
          <p:nvPr/>
        </p:nvSpPr>
        <p:spPr>
          <a:xfrm>
            <a:off x="3882102" y="5951791"/>
            <a:ext cx="5071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After this step, kernel32.dll should change to xxxxxx32.dll</a:t>
            </a:r>
          </a:p>
        </p:txBody>
      </p:sp>
    </p:spTree>
    <p:extLst>
      <p:ext uri="{BB962C8B-B14F-4D97-AF65-F5344CB8AC3E}">
        <p14:creationId xmlns:p14="http://schemas.microsoft.com/office/powerpoint/2010/main" val="30849278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6FED-D88A-3CC0-AB02-8703C904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50E41-C283-452E-62BC-F4E545E0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(in exe)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A9F491-9D48-43D0-21E7-9A084B26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D1617-AF27-6ED8-1619-8F9B285C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2329D1F-2674-7043-63E6-A1EEE1A69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00234"/>
            <a:ext cx="8019472" cy="185548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F878B1-B89B-3E79-889C-58C13D84843F}"/>
              </a:ext>
            </a:extLst>
          </p:cNvPr>
          <p:cNvSpPr/>
          <p:nvPr/>
        </p:nvSpPr>
        <p:spPr>
          <a:xfrm>
            <a:off x="843608" y="3070495"/>
            <a:ext cx="7804514" cy="289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D5335-F29D-AFA1-AE2A-DFDC232366E6}"/>
              </a:ext>
            </a:extLst>
          </p:cNvPr>
          <p:cNvSpPr txBox="1"/>
          <p:nvPr/>
        </p:nvSpPr>
        <p:spPr>
          <a:xfrm>
            <a:off x="1528916" y="4165265"/>
            <a:ext cx="5999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When press A in </a:t>
            </a:r>
            <a:r>
              <a:rPr lang="en-US" altLang="ko-KR" sz="1400" dirty="0" err="1">
                <a:solidFill>
                  <a:srgbClr val="FF0000"/>
                </a:solidFill>
              </a:rPr>
              <a:t>ida</a:t>
            </a:r>
            <a:r>
              <a:rPr lang="en-US" altLang="ko-KR" sz="1400" dirty="0">
                <a:solidFill>
                  <a:srgbClr val="FF0000"/>
                </a:solidFill>
              </a:rPr>
              <a:t> pro, we can know that the string is kernel132.dll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010A7029-50C4-DD81-B2B1-39D888E7258B}"/>
              </a:ext>
            </a:extLst>
          </p:cNvPr>
          <p:cNvSpPr txBox="1">
            <a:spLocks/>
          </p:cNvSpPr>
          <p:nvPr/>
        </p:nvSpPr>
        <p:spPr>
          <a:xfrm>
            <a:off x="628650" y="4716779"/>
            <a:ext cx="7886700" cy="14601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Finally, we know that this malware </a:t>
            </a:r>
            <a:r>
              <a:rPr lang="en-US" altLang="ko-KR" dirty="0">
                <a:solidFill>
                  <a:srgbClr val="FF0000"/>
                </a:solidFill>
              </a:rPr>
              <a:t>changes kernel32.dll string into kerne132.dll </a:t>
            </a:r>
            <a:r>
              <a:rPr lang="en-US" altLang="ko-KR" dirty="0"/>
              <a:t>in all exe files in C drive, which create process using </a:t>
            </a:r>
            <a:r>
              <a:rPr lang="en-US" altLang="ko-KR" dirty="0">
                <a:solidFill>
                  <a:srgbClr val="FF0000"/>
                </a:solidFill>
              </a:rPr>
              <a:t>malicious command from malicious server.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098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92764-F804-9998-42A5-5E93B97C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7-3 Questions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7ABC8A-A78F-E6D1-C058-8F0C79A57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How does this program achieve persistence to ensure that it continues running when the computer is restarted? </a:t>
            </a:r>
            <a:r>
              <a:rPr lang="en-US" altLang="ko-KR" dirty="0">
                <a:solidFill>
                  <a:srgbClr val="FF0000"/>
                </a:solidFill>
              </a:rPr>
              <a:t>-&gt; change files to import malicious </a:t>
            </a:r>
            <a:r>
              <a:rPr lang="en-US" altLang="ko-KR" dirty="0" err="1">
                <a:solidFill>
                  <a:srgbClr val="FF0000"/>
                </a:solidFill>
              </a:rPr>
              <a:t>dll</a:t>
            </a:r>
            <a:r>
              <a:rPr lang="en-US" altLang="ko-KR" dirty="0">
                <a:solidFill>
                  <a:srgbClr val="FF0000"/>
                </a:solidFill>
              </a:rPr>
              <a:t> file.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What are two good host-based signatures for this malware? </a:t>
            </a:r>
            <a:r>
              <a:rPr lang="en-US" altLang="ko-KR" dirty="0">
                <a:solidFill>
                  <a:srgbClr val="FF0000"/>
                </a:solidFill>
              </a:rPr>
              <a:t>-&gt; kerne132.dll file and mutex name (SADFHUHF)</a:t>
            </a:r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What is the purpose of this program? </a:t>
            </a:r>
            <a:r>
              <a:rPr lang="en-US" altLang="ko-KR" dirty="0">
                <a:solidFill>
                  <a:srgbClr val="FF0000"/>
                </a:solidFill>
              </a:rPr>
              <a:t>-&gt; make the host do malicious command which come from malicious server, backdoor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How could you remove this malware once it is installed? </a:t>
            </a:r>
            <a:r>
              <a:rPr lang="en-US" altLang="ko-KR" dirty="0">
                <a:solidFill>
                  <a:srgbClr val="FF0000"/>
                </a:solidFill>
              </a:rPr>
              <a:t>-&gt; backup or copy kernel32.dll to kerne132.dll.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757AA0-9CF0-8338-B8F3-62037023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04724F-B2EC-3051-BC93-747DB2CB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375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596248-17B7-0C01-FC99-151B639F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3775"/>
            <a:ext cx="7886700" cy="3490451"/>
          </a:xfrm>
        </p:spPr>
        <p:txBody>
          <a:bodyPr>
            <a:normAutofit/>
          </a:bodyPr>
          <a:lstStyle/>
          <a:p>
            <a:pPr algn="ctr"/>
            <a:r>
              <a:rPr lang="en-US" altLang="ko-KR" sz="9600" dirty="0"/>
              <a:t>Q&amp;A</a:t>
            </a:r>
            <a:endParaRPr lang="ko-KR" altLang="en-US" sz="9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29CFC6-510F-A647-AE7A-9A6B6775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SecLab.</a:t>
            </a:r>
            <a:r>
              <a:rPr lang="ko-KR" altLang="en-US"/>
              <a:t>보안공학연구실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B6A0B5-ADB8-8841-0DAC-F4EC7BA8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BED5-075D-4036-B470-9C5C6E4DCCF5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80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2943</TotalTime>
  <Words>3149</Words>
  <Application>Microsoft Office PowerPoint</Application>
  <PresentationFormat>화면 슬라이드 쇼(4:3)</PresentationFormat>
  <Paragraphs>409</Paragraphs>
  <Slides>52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7" baseType="lpstr">
      <vt:lpstr>맑은 고딕</vt:lpstr>
      <vt:lpstr>Arial</vt:lpstr>
      <vt:lpstr>Garamond</vt:lpstr>
      <vt:lpstr>Trebuchet MS</vt:lpstr>
      <vt:lpstr>Office 테마</vt:lpstr>
      <vt:lpstr>Practical Malware Analysis</vt:lpstr>
      <vt:lpstr>What we will learn in Ch 7.</vt:lpstr>
      <vt:lpstr>Main contents in Ch 7.</vt:lpstr>
      <vt:lpstr>Windows API</vt:lpstr>
      <vt:lpstr>Common Windows API Types</vt:lpstr>
      <vt:lpstr>File System functions</vt:lpstr>
      <vt:lpstr>Special Files</vt:lpstr>
      <vt:lpstr>Windows Registry [4]</vt:lpstr>
      <vt:lpstr>Key functions for registry</vt:lpstr>
      <vt:lpstr>How can registry be used</vt:lpstr>
      <vt:lpstr>Result of Example</vt:lpstr>
      <vt:lpstr>Registry Scripting with .reg files</vt:lpstr>
      <vt:lpstr>Networking APIs</vt:lpstr>
      <vt:lpstr>Berkely Compatible Sockets</vt:lpstr>
      <vt:lpstr>Example of network API</vt:lpstr>
      <vt:lpstr>WinINet API</vt:lpstr>
      <vt:lpstr>How to execute code located outside </vt:lpstr>
      <vt:lpstr>DLL</vt:lpstr>
      <vt:lpstr>Process</vt:lpstr>
      <vt:lpstr>Example of process in malware</vt:lpstr>
      <vt:lpstr>Process</vt:lpstr>
      <vt:lpstr>Thread</vt:lpstr>
      <vt:lpstr>Example of thread in malware</vt:lpstr>
      <vt:lpstr>Mutexes</vt:lpstr>
      <vt:lpstr>Example of mutexes in malware</vt:lpstr>
      <vt:lpstr>Services</vt:lpstr>
      <vt:lpstr>Registry entry for services</vt:lpstr>
      <vt:lpstr>SC program for services</vt:lpstr>
      <vt:lpstr>Component Object Model</vt:lpstr>
      <vt:lpstr>CLSIDs and IIDs</vt:lpstr>
      <vt:lpstr>Exceptions</vt:lpstr>
      <vt:lpstr>Windows API workflow</vt:lpstr>
      <vt:lpstr>How malware acts stealthily</vt:lpstr>
      <vt:lpstr>Conclusion</vt:lpstr>
      <vt:lpstr>Lab 7-3 (in exe)</vt:lpstr>
      <vt:lpstr>Lab 7-3 (in exe)</vt:lpstr>
      <vt:lpstr>Lab 7-3 (in dll)</vt:lpstr>
      <vt:lpstr>Lab 7-3 (in dll)</vt:lpstr>
      <vt:lpstr>Lab 7-3 (in dll)</vt:lpstr>
      <vt:lpstr>Lab 7-3 (in dll)</vt:lpstr>
      <vt:lpstr>Lab 7-3 (in dll)</vt:lpstr>
      <vt:lpstr>Lab 7-3 (in dll)</vt:lpstr>
      <vt:lpstr>Lab 7-3 (in dll)</vt:lpstr>
      <vt:lpstr>Lab 7-3 (in exe)</vt:lpstr>
      <vt:lpstr>Lab 7-3 (in exe)</vt:lpstr>
      <vt:lpstr>Lab 7-3 (in exe)</vt:lpstr>
      <vt:lpstr>Lab 7-3 (in exe)</vt:lpstr>
      <vt:lpstr>Lab 7-3 (in exe)</vt:lpstr>
      <vt:lpstr>Lab 7-3 (in exe)</vt:lpstr>
      <vt:lpstr>Lab 7-3 (in exe)</vt:lpstr>
      <vt:lpstr>Lab 7-3 Questions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Kyungwon Park</dc:creator>
  <cp:lastModifiedBy>hee jun jang</cp:lastModifiedBy>
  <cp:revision>77</cp:revision>
  <dcterms:created xsi:type="dcterms:W3CDTF">2014-06-30T08:50:42Z</dcterms:created>
  <dcterms:modified xsi:type="dcterms:W3CDTF">2026-01-21T03:12:14Z</dcterms:modified>
</cp:coreProperties>
</file>