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0" r:id="rId2"/>
    <p:sldId id="310" r:id="rId3"/>
    <p:sldId id="309" r:id="rId4"/>
    <p:sldId id="312" r:id="rId5"/>
    <p:sldId id="313" r:id="rId6"/>
    <p:sldId id="314" r:id="rId7"/>
    <p:sldId id="311" r:id="rId8"/>
    <p:sldId id="316" r:id="rId9"/>
    <p:sldId id="317" r:id="rId10"/>
    <p:sldId id="315" r:id="rId11"/>
    <p:sldId id="318" r:id="rId12"/>
    <p:sldId id="328" r:id="rId13"/>
    <p:sldId id="324" r:id="rId14"/>
    <p:sldId id="319" r:id="rId15"/>
    <p:sldId id="320" r:id="rId16"/>
    <p:sldId id="321" r:id="rId17"/>
    <p:sldId id="322" r:id="rId18"/>
    <p:sldId id="323" r:id="rId19"/>
    <p:sldId id="326" r:id="rId20"/>
    <p:sldId id="325" r:id="rId21"/>
    <p:sldId id="32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태영" initials="김" lastIdx="1" clrIdx="0">
    <p:extLst>
      <p:ext uri="{19B8F6BF-5375-455C-9EA6-DF929625EA0E}">
        <p15:presenceInfo xmlns:p15="http://schemas.microsoft.com/office/powerpoint/2012/main" userId="S::tykim0402@o365.skku.edu::8443cd8f-b258-4c7c-bbdd-a870d39248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BF0BFE-A616-46FE-A20B-12C5B7419670}" v="316" dt="2023-02-15T04:48:54.032"/>
    <p1510:client id="{8AB79A95-F3C6-4C21-94A1-1B75C8293A9E}" v="90" dt="2023-02-14T16:34:25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45681" autoAdjust="0"/>
  </p:normalViewPr>
  <p:slideViewPr>
    <p:cSldViewPr snapToGrid="0">
      <p:cViewPr varScale="1">
        <p:scale>
          <a:sx n="40" d="100"/>
          <a:sy n="40" d="100"/>
        </p:scale>
        <p:origin x="20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태영" userId="8443cd8f-b258-4c7c-bbdd-a870d3924868" providerId="ADAL" clId="{2B30183B-72AA-49C3-8324-98AE78112B80}"/>
    <pc:docChg chg="undo redo custSel addSld delSld modSld sldOrd">
      <pc:chgData name="김태영" userId="8443cd8f-b258-4c7c-bbdd-a870d3924868" providerId="ADAL" clId="{2B30183B-72AA-49C3-8324-98AE78112B80}" dt="2021-11-15T17:07:59.321" v="14360" actId="1076"/>
      <pc:docMkLst>
        <pc:docMk/>
      </pc:docMkLst>
      <pc:sldChg chg="modSp mod">
        <pc:chgData name="김태영" userId="8443cd8f-b258-4c7c-bbdd-a870d3924868" providerId="ADAL" clId="{2B30183B-72AA-49C3-8324-98AE78112B80}" dt="2021-11-15T05:52:34.350" v="184" actId="20577"/>
        <pc:sldMkLst>
          <pc:docMk/>
          <pc:sldMk cId="1718267691" sldId="270"/>
        </pc:sldMkLst>
        <pc:spChg chg="mod">
          <ac:chgData name="김태영" userId="8443cd8f-b258-4c7c-bbdd-a870d3924868" providerId="ADAL" clId="{2B30183B-72AA-49C3-8324-98AE78112B80}" dt="2021-11-15T05:52:28.130" v="179" actId="1076"/>
          <ac:spMkLst>
            <pc:docMk/>
            <pc:sldMk cId="1718267691" sldId="270"/>
            <ac:spMk id="2" creationId="{EBBD856E-6BCE-4D6F-8BAA-232F747DC314}"/>
          </ac:spMkLst>
        </pc:spChg>
        <pc:spChg chg="mod">
          <ac:chgData name="김태영" userId="8443cd8f-b258-4c7c-bbdd-a870d3924868" providerId="ADAL" clId="{2B30183B-72AA-49C3-8324-98AE78112B80}" dt="2021-11-15T05:52:34.350" v="184" actId="20577"/>
          <ac:spMkLst>
            <pc:docMk/>
            <pc:sldMk cId="1718267691" sldId="270"/>
            <ac:spMk id="3" creationId="{00000000-0000-0000-0000-000000000000}"/>
          </ac:spMkLst>
        </pc:spChg>
      </pc:sldChg>
      <pc:sldChg chg="addSp delSp modSp mod">
        <pc:chgData name="김태영" userId="8443cd8f-b258-4c7c-bbdd-a870d3924868" providerId="ADAL" clId="{2B30183B-72AA-49C3-8324-98AE78112B80}" dt="2021-11-15T15:02:47.739" v="10249" actId="1076"/>
        <pc:sldMkLst>
          <pc:docMk/>
          <pc:sldMk cId="529763834" sldId="271"/>
        </pc:sldMkLst>
        <pc:spChg chg="add del mod">
          <ac:chgData name="김태영" userId="8443cd8f-b258-4c7c-bbdd-a870d3924868" providerId="ADAL" clId="{2B30183B-72AA-49C3-8324-98AE78112B80}" dt="2021-11-15T05:54:15.238" v="310" actId="478"/>
          <ac:spMkLst>
            <pc:docMk/>
            <pc:sldMk cId="529763834" sldId="271"/>
            <ac:spMk id="16" creationId="{AC1E8580-0E02-4AAE-9039-4E200B619F4E}"/>
          </ac:spMkLst>
        </pc:spChg>
        <pc:spChg chg="add mod">
          <ac:chgData name="김태영" userId="8443cd8f-b258-4c7c-bbdd-a870d3924868" providerId="ADAL" clId="{2B30183B-72AA-49C3-8324-98AE78112B80}" dt="2021-11-15T05:54:22.734" v="318" actId="1076"/>
          <ac:spMkLst>
            <pc:docMk/>
            <pc:sldMk cId="529763834" sldId="271"/>
            <ac:spMk id="17" creationId="{2188ABF0-8C36-49DC-BBB1-570A5A019120}"/>
          </ac:spMkLst>
        </pc:spChg>
        <pc:spChg chg="add mod">
          <ac:chgData name="김태영" userId="8443cd8f-b258-4c7c-bbdd-a870d3924868" providerId="ADAL" clId="{2B30183B-72AA-49C3-8324-98AE78112B80}" dt="2021-11-15T05:54:27.592" v="335" actId="20577"/>
          <ac:spMkLst>
            <pc:docMk/>
            <pc:sldMk cId="529763834" sldId="271"/>
            <ac:spMk id="18" creationId="{90227498-36C0-41C0-AC0E-07070B498FCB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21" creationId="{D720CD26-6D9A-4FBA-A8EB-5D1628ED403E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23" creationId="{0533BFBD-FEB7-4E8A-BCE0-4D9EEAB1A21A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24" creationId="{2D038F9E-291A-4B06-ADF5-119BCBCDE4CC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29" creationId="{5AD4B264-EEF7-45B2-BB22-5E857CC12394}"/>
          </ac:spMkLst>
        </pc:spChg>
        <pc:spChg chg="mod">
          <ac:chgData name="김태영" userId="8443cd8f-b258-4c7c-bbdd-a870d3924868" providerId="ADAL" clId="{2B30183B-72AA-49C3-8324-98AE78112B80}" dt="2021-11-15T05:53:56.829" v="267" actId="1036"/>
          <ac:spMkLst>
            <pc:docMk/>
            <pc:sldMk cId="529763834" sldId="271"/>
            <ac:spMk id="30" creationId="{559E2EC4-07FE-48D5-A160-7A081E3C43FE}"/>
          </ac:spMkLst>
        </pc:spChg>
        <pc:spChg chg="mod">
          <ac:chgData name="김태영" userId="8443cd8f-b258-4c7c-bbdd-a870d3924868" providerId="ADAL" clId="{2B30183B-72AA-49C3-8324-98AE78112B80}" dt="2021-11-15T05:54:13.335" v="309" actId="20577"/>
          <ac:spMkLst>
            <pc:docMk/>
            <pc:sldMk cId="529763834" sldId="271"/>
            <ac:spMk id="31" creationId="{00CFA2FA-D6C3-465C-B00B-4B769AC23126}"/>
          </ac:spMkLst>
        </pc:spChg>
        <pc:spChg chg="del">
          <ac:chgData name="김태영" userId="8443cd8f-b258-4c7c-bbdd-a870d3924868" providerId="ADAL" clId="{2B30183B-72AA-49C3-8324-98AE78112B80}" dt="2021-11-15T05:53:05.578" v="185" actId="478"/>
          <ac:spMkLst>
            <pc:docMk/>
            <pc:sldMk cId="529763834" sldId="271"/>
            <ac:spMk id="32" creationId="{6E2CBC76-025E-44C2-852C-FA49B9BF6140}"/>
          </ac:spMkLst>
        </pc:spChg>
        <pc:picChg chg="add mod">
          <ac:chgData name="김태영" userId="8443cd8f-b258-4c7c-bbdd-a870d3924868" providerId="ADAL" clId="{2B30183B-72AA-49C3-8324-98AE78112B80}" dt="2021-11-15T15:02:47.739" v="10249" actId="1076"/>
          <ac:picMkLst>
            <pc:docMk/>
            <pc:sldMk cId="529763834" sldId="271"/>
            <ac:picMk id="4" creationId="{F84C8F9F-FB6C-4070-A3E9-C8F86212D989}"/>
          </ac:picMkLst>
        </pc:picChg>
        <pc:picChg chg="add del">
          <ac:chgData name="김태영" userId="8443cd8f-b258-4c7c-bbdd-a870d3924868" providerId="ADAL" clId="{2B30183B-72AA-49C3-8324-98AE78112B80}" dt="2021-11-15T05:53:44.015" v="219" actId="22"/>
          <ac:picMkLst>
            <pc:docMk/>
            <pc:sldMk cId="529763834" sldId="271"/>
            <ac:picMk id="7" creationId="{F5E37795-0123-45CB-9BDB-BA37F6457653}"/>
          </ac:picMkLst>
        </pc:picChg>
      </pc:sldChg>
      <pc:sldChg chg="addSp delSp modSp mod ord">
        <pc:chgData name="김태영" userId="8443cd8f-b258-4c7c-bbdd-a870d3924868" providerId="ADAL" clId="{2B30183B-72AA-49C3-8324-98AE78112B80}" dt="2021-11-15T16:42:08.894" v="13255" actId="478"/>
        <pc:sldMkLst>
          <pc:docMk/>
          <pc:sldMk cId="3032145493" sldId="301"/>
        </pc:sldMkLst>
        <pc:spChg chg="add mod">
          <ac:chgData name="김태영" userId="8443cd8f-b258-4c7c-bbdd-a870d3924868" providerId="ADAL" clId="{2B30183B-72AA-49C3-8324-98AE78112B80}" dt="2021-11-15T08:09:03.054" v="346" actId="403"/>
          <ac:spMkLst>
            <pc:docMk/>
            <pc:sldMk cId="3032145493" sldId="301"/>
            <ac:spMk id="5" creationId="{042A08CE-8794-4EA8-A816-D1483EC92CCF}"/>
          </ac:spMkLst>
        </pc:spChg>
        <pc:spChg chg="add mod">
          <ac:chgData name="김태영" userId="8443cd8f-b258-4c7c-bbdd-a870d3924868" providerId="ADAL" clId="{2B30183B-72AA-49C3-8324-98AE78112B80}" dt="2021-11-15T15:01:57.544" v="10248" actId="1076"/>
          <ac:spMkLst>
            <pc:docMk/>
            <pc:sldMk cId="3032145493" sldId="301"/>
            <ac:spMk id="8" creationId="{160F5891-AE14-41E8-B6A9-1D66325B5023}"/>
          </ac:spMkLst>
        </pc:spChg>
        <pc:spChg chg="add mod">
          <ac:chgData name="김태영" userId="8443cd8f-b258-4c7c-bbdd-a870d3924868" providerId="ADAL" clId="{2B30183B-72AA-49C3-8324-98AE78112B80}" dt="2021-11-15T15:01:57.544" v="10248" actId="1076"/>
          <ac:spMkLst>
            <pc:docMk/>
            <pc:sldMk cId="3032145493" sldId="301"/>
            <ac:spMk id="9" creationId="{33D60F93-4CEF-42A0-85D7-7D03574019C9}"/>
          </ac:spMkLst>
        </pc:spChg>
        <pc:spChg chg="add mod">
          <ac:chgData name="김태영" userId="8443cd8f-b258-4c7c-bbdd-a870d3924868" providerId="ADAL" clId="{2B30183B-72AA-49C3-8324-98AE78112B80}" dt="2021-11-15T08:31:16.761" v="1047" actId="571"/>
          <ac:spMkLst>
            <pc:docMk/>
            <pc:sldMk cId="3032145493" sldId="301"/>
            <ac:spMk id="10" creationId="{57CD2260-EF17-46DE-956D-85EF76CEBA34}"/>
          </ac:spMkLst>
        </pc:spChg>
        <pc:picChg chg="add mod">
          <ac:chgData name="김태영" userId="8443cd8f-b258-4c7c-bbdd-a870d3924868" providerId="ADAL" clId="{2B30183B-72AA-49C3-8324-98AE78112B80}" dt="2021-11-15T15:01:57.544" v="10248" actId="1076"/>
          <ac:picMkLst>
            <pc:docMk/>
            <pc:sldMk cId="3032145493" sldId="301"/>
            <ac:picMk id="1026" creationId="{4B72DA24-7E32-45A8-9AEB-A0E984B195FC}"/>
          </ac:picMkLst>
        </pc:picChg>
        <pc:picChg chg="add del mod">
          <ac:chgData name="김태영" userId="8443cd8f-b258-4c7c-bbdd-a870d3924868" providerId="ADAL" clId="{2B30183B-72AA-49C3-8324-98AE78112B80}" dt="2021-11-15T16:42:08.894" v="13255" actId="478"/>
          <ac:picMkLst>
            <pc:docMk/>
            <pc:sldMk cId="3032145493" sldId="301"/>
            <ac:picMk id="1028" creationId="{F2AC38A5-22AD-40FE-894C-3A1BFBBD344E}"/>
          </ac:picMkLst>
        </pc:picChg>
      </pc:sldChg>
      <pc:sldChg chg="del ord">
        <pc:chgData name="김태영" userId="8443cd8f-b258-4c7c-bbdd-a870d3924868" providerId="ADAL" clId="{2B30183B-72AA-49C3-8324-98AE78112B80}" dt="2021-11-15T16:44:05.634" v="13256" actId="47"/>
        <pc:sldMkLst>
          <pc:docMk/>
          <pc:sldMk cId="601531050" sldId="302"/>
        </pc:sldMkLst>
      </pc:sldChg>
      <pc:sldChg chg="addSp delSp modSp mod ord modNotesTx">
        <pc:chgData name="김태영" userId="8443cd8f-b258-4c7c-bbdd-a870d3924868" providerId="ADAL" clId="{2B30183B-72AA-49C3-8324-98AE78112B80}" dt="2021-11-15T16:53:18.437" v="13796" actId="20577"/>
        <pc:sldMkLst>
          <pc:docMk/>
          <pc:sldMk cId="2390786159" sldId="303"/>
        </pc:sldMkLst>
        <pc:spChg chg="mod">
          <ac:chgData name="김태영" userId="8443cd8f-b258-4c7c-bbdd-a870d3924868" providerId="ADAL" clId="{2B30183B-72AA-49C3-8324-98AE78112B80}" dt="2021-11-15T09:42:01.041" v="2763" actId="20577"/>
          <ac:spMkLst>
            <pc:docMk/>
            <pc:sldMk cId="2390786159" sldId="303"/>
            <ac:spMk id="3" creationId="{9AC5D99C-747A-4109-9928-21CBA3C4471D}"/>
          </ac:spMkLst>
        </pc:spChg>
        <pc:spChg chg="add del mod">
          <ac:chgData name="김태영" userId="8443cd8f-b258-4c7c-bbdd-a870d3924868" providerId="ADAL" clId="{2B30183B-72AA-49C3-8324-98AE78112B80}" dt="2021-11-15T16:44:48.732" v="13258" actId="478"/>
          <ac:spMkLst>
            <pc:docMk/>
            <pc:sldMk cId="2390786159" sldId="303"/>
            <ac:spMk id="7" creationId="{164A4D3F-21B0-4724-A676-01C07B6B0BCD}"/>
          </ac:spMkLst>
        </pc:spChg>
        <pc:spChg chg="add mod">
          <ac:chgData name="김태영" userId="8443cd8f-b258-4c7c-bbdd-a870d3924868" providerId="ADAL" clId="{2B30183B-72AA-49C3-8324-98AE78112B80}" dt="2021-11-15T09:43:44.485" v="2973" actId="1076"/>
          <ac:spMkLst>
            <pc:docMk/>
            <pc:sldMk cId="2390786159" sldId="303"/>
            <ac:spMk id="8" creationId="{7118655E-2535-4C60-99CE-D4B4BFA3C655}"/>
          </ac:spMkLst>
        </pc:spChg>
        <pc:spChg chg="add mod">
          <ac:chgData name="김태영" userId="8443cd8f-b258-4c7c-bbdd-a870d3924868" providerId="ADAL" clId="{2B30183B-72AA-49C3-8324-98AE78112B80}" dt="2021-11-15T16:46:22.729" v="13327" actId="1076"/>
          <ac:spMkLst>
            <pc:docMk/>
            <pc:sldMk cId="2390786159" sldId="303"/>
            <ac:spMk id="9" creationId="{970BADE3-1D67-4872-88F6-4617FEFFA457}"/>
          </ac:spMkLst>
        </pc:spChg>
        <pc:spChg chg="add mod">
          <ac:chgData name="김태영" userId="8443cd8f-b258-4c7c-bbdd-a870d3924868" providerId="ADAL" clId="{2B30183B-72AA-49C3-8324-98AE78112B80}" dt="2021-11-15T16:46:24.673" v="13328" actId="1076"/>
          <ac:spMkLst>
            <pc:docMk/>
            <pc:sldMk cId="2390786159" sldId="303"/>
            <ac:spMk id="10" creationId="{1908F3B3-0503-4F85-837C-97FE7654E1BA}"/>
          </ac:spMkLst>
        </pc:spChg>
        <pc:spChg chg="add mod">
          <ac:chgData name="김태영" userId="8443cd8f-b258-4c7c-bbdd-a870d3924868" providerId="ADAL" clId="{2B30183B-72AA-49C3-8324-98AE78112B80}" dt="2021-11-15T16:47:21.866" v="13540" actId="1076"/>
          <ac:spMkLst>
            <pc:docMk/>
            <pc:sldMk cId="2390786159" sldId="303"/>
            <ac:spMk id="11" creationId="{0560E3BD-5844-4914-95AD-C98A9E0C90DA}"/>
          </ac:spMkLst>
        </pc:spChg>
        <pc:spChg chg="add mod">
          <ac:chgData name="김태영" userId="8443cd8f-b258-4c7c-bbdd-a870d3924868" providerId="ADAL" clId="{2B30183B-72AA-49C3-8324-98AE78112B80}" dt="2021-11-15T16:47:32.722" v="13554" actId="20577"/>
          <ac:spMkLst>
            <pc:docMk/>
            <pc:sldMk cId="2390786159" sldId="303"/>
            <ac:spMk id="12" creationId="{887CCE3A-DF80-4CE9-BE7C-7E9ED759BBA2}"/>
          </ac:spMkLst>
        </pc:spChg>
        <pc:spChg chg="add mod">
          <ac:chgData name="김태영" userId="8443cd8f-b258-4c7c-bbdd-a870d3924868" providerId="ADAL" clId="{2B30183B-72AA-49C3-8324-98AE78112B80}" dt="2021-11-15T16:53:18.437" v="13796" actId="20577"/>
          <ac:spMkLst>
            <pc:docMk/>
            <pc:sldMk cId="2390786159" sldId="303"/>
            <ac:spMk id="13" creationId="{B2B78BF4-C661-4B31-A7B1-E7BF0E371B0C}"/>
          </ac:spMkLst>
        </pc:spChg>
      </pc:sldChg>
      <pc:sldChg chg="add del modNotesTx">
        <pc:chgData name="김태영" userId="8443cd8f-b258-4c7c-bbdd-a870d3924868" providerId="ADAL" clId="{2B30183B-72AA-49C3-8324-98AE78112B80}" dt="2021-11-15T10:24:41.810" v="4232" actId="47"/>
        <pc:sldMkLst>
          <pc:docMk/>
          <pc:sldMk cId="3676952124" sldId="304"/>
        </pc:sldMkLst>
      </pc:sldChg>
      <pc:sldChg chg="addSp delSp modSp add mod">
        <pc:chgData name="김태영" userId="8443cd8f-b258-4c7c-bbdd-a870d3924868" providerId="ADAL" clId="{2B30183B-72AA-49C3-8324-98AE78112B80}" dt="2021-11-15T15:03:09.959" v="10261" actId="20577"/>
        <pc:sldMkLst>
          <pc:docMk/>
          <pc:sldMk cId="1304104444" sldId="305"/>
        </pc:sldMkLst>
        <pc:spChg chg="mod">
          <ac:chgData name="김태영" userId="8443cd8f-b258-4c7c-bbdd-a870d3924868" providerId="ADAL" clId="{2B30183B-72AA-49C3-8324-98AE78112B80}" dt="2021-11-15T09:32:30.861" v="2123" actId="20577"/>
          <ac:spMkLst>
            <pc:docMk/>
            <pc:sldMk cId="1304104444" sldId="305"/>
            <ac:spMk id="5" creationId="{042A08CE-8794-4EA8-A816-D1483EC92CCF}"/>
          </ac:spMkLst>
        </pc:spChg>
        <pc:spChg chg="del">
          <ac:chgData name="김태영" userId="8443cd8f-b258-4c7c-bbdd-a870d3924868" providerId="ADAL" clId="{2B30183B-72AA-49C3-8324-98AE78112B80}" dt="2021-11-15T08:31:10.346" v="1043" actId="478"/>
          <ac:spMkLst>
            <pc:docMk/>
            <pc:sldMk cId="1304104444" sldId="305"/>
            <ac:spMk id="8" creationId="{160F5891-AE14-41E8-B6A9-1D66325B5023}"/>
          </ac:spMkLst>
        </pc:spChg>
        <pc:spChg chg="del">
          <ac:chgData name="김태영" userId="8443cd8f-b258-4c7c-bbdd-a870d3924868" providerId="ADAL" clId="{2B30183B-72AA-49C3-8324-98AE78112B80}" dt="2021-11-15T08:31:10.346" v="1043" actId="478"/>
          <ac:spMkLst>
            <pc:docMk/>
            <pc:sldMk cId="1304104444" sldId="305"/>
            <ac:spMk id="9" creationId="{33D60F93-4CEF-42A0-85D7-7D03574019C9}"/>
          </ac:spMkLst>
        </pc:spChg>
        <pc:spChg chg="add mod">
          <ac:chgData name="김태영" userId="8443cd8f-b258-4c7c-bbdd-a870d3924868" providerId="ADAL" clId="{2B30183B-72AA-49C3-8324-98AE78112B80}" dt="2021-11-15T08:41:33.440" v="1116" actId="1076"/>
          <ac:spMkLst>
            <pc:docMk/>
            <pc:sldMk cId="1304104444" sldId="305"/>
            <ac:spMk id="10" creationId="{CF45D305-BB82-4D60-BCF7-FD0E0BB59E2B}"/>
          </ac:spMkLst>
        </pc:spChg>
        <pc:spChg chg="add del mod">
          <ac:chgData name="김태영" userId="8443cd8f-b258-4c7c-bbdd-a870d3924868" providerId="ADAL" clId="{2B30183B-72AA-49C3-8324-98AE78112B80}" dt="2021-11-15T08:41:35.271" v="1118"/>
          <ac:spMkLst>
            <pc:docMk/>
            <pc:sldMk cId="1304104444" sldId="305"/>
            <ac:spMk id="13" creationId="{CDA0E81E-9903-4984-9A9E-F4E3FBE52480}"/>
          </ac:spMkLst>
        </pc:spChg>
        <pc:spChg chg="add mod">
          <ac:chgData name="김태영" userId="8443cd8f-b258-4c7c-bbdd-a870d3924868" providerId="ADAL" clId="{2B30183B-72AA-49C3-8324-98AE78112B80}" dt="2021-11-15T15:03:09.959" v="10261" actId="20577"/>
          <ac:spMkLst>
            <pc:docMk/>
            <pc:sldMk cId="1304104444" sldId="305"/>
            <ac:spMk id="14" creationId="{71897D42-EB77-4B61-864E-8AF527C0FE80}"/>
          </ac:spMkLst>
        </pc:spChg>
        <pc:picChg chg="add mod ord">
          <ac:chgData name="김태영" userId="8443cd8f-b258-4c7c-bbdd-a870d3924868" providerId="ADAL" clId="{2B30183B-72AA-49C3-8324-98AE78112B80}" dt="2021-11-15T08:43:58.325" v="1283" actId="1076"/>
          <ac:picMkLst>
            <pc:docMk/>
            <pc:sldMk cId="1304104444" sldId="305"/>
            <ac:picMk id="4" creationId="{AA89CC8E-3760-41FC-9717-0C3094775946}"/>
          </ac:picMkLst>
        </pc:picChg>
        <pc:picChg chg="del">
          <ac:chgData name="김태영" userId="8443cd8f-b258-4c7c-bbdd-a870d3924868" providerId="ADAL" clId="{2B30183B-72AA-49C3-8324-98AE78112B80}" dt="2021-11-15T08:31:11.559" v="1044" actId="478"/>
          <ac:picMkLst>
            <pc:docMk/>
            <pc:sldMk cId="1304104444" sldId="305"/>
            <ac:picMk id="1026" creationId="{4B72DA24-7E32-45A8-9AEB-A0E984B195FC}"/>
          </ac:picMkLst>
        </pc:picChg>
        <pc:picChg chg="del">
          <ac:chgData name="김태영" userId="8443cd8f-b258-4c7c-bbdd-a870d3924868" providerId="ADAL" clId="{2B30183B-72AA-49C3-8324-98AE78112B80}" dt="2021-11-15T08:31:12.465" v="1045" actId="478"/>
          <ac:picMkLst>
            <pc:docMk/>
            <pc:sldMk cId="1304104444" sldId="305"/>
            <ac:picMk id="1028" creationId="{F2AC38A5-22AD-40FE-894C-3A1BFBBD344E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09:32:37.491" v="2139" actId="20577"/>
        <pc:sldMkLst>
          <pc:docMk/>
          <pc:sldMk cId="2570363377" sldId="306"/>
        </pc:sldMkLst>
        <pc:spChg chg="mod">
          <ac:chgData name="김태영" userId="8443cd8f-b258-4c7c-bbdd-a870d3924868" providerId="ADAL" clId="{2B30183B-72AA-49C3-8324-98AE78112B80}" dt="2021-11-15T09:32:37.491" v="2139" actId="20577"/>
          <ac:spMkLst>
            <pc:docMk/>
            <pc:sldMk cId="2570363377" sldId="306"/>
            <ac:spMk id="5" creationId="{042A08CE-8794-4EA8-A816-D1483EC92CCF}"/>
          </ac:spMkLst>
        </pc:spChg>
        <pc:spChg chg="mod">
          <ac:chgData name="김태영" userId="8443cd8f-b258-4c7c-bbdd-a870d3924868" providerId="ADAL" clId="{2B30183B-72AA-49C3-8324-98AE78112B80}" dt="2021-11-15T08:45:32.471" v="1431" actId="14100"/>
          <ac:spMkLst>
            <pc:docMk/>
            <pc:sldMk cId="2570363377" sldId="306"/>
            <ac:spMk id="10" creationId="{CF45D305-BB82-4D60-BCF7-FD0E0BB59E2B}"/>
          </ac:spMkLst>
        </pc:spChg>
        <pc:spChg chg="mod">
          <ac:chgData name="김태영" userId="8443cd8f-b258-4c7c-bbdd-a870d3924868" providerId="ADAL" clId="{2B30183B-72AA-49C3-8324-98AE78112B80}" dt="2021-11-15T09:28:58.505" v="2091" actId="207"/>
          <ac:spMkLst>
            <pc:docMk/>
            <pc:sldMk cId="2570363377" sldId="306"/>
            <ac:spMk id="14" creationId="{71897D42-EB77-4B61-864E-8AF527C0FE80}"/>
          </ac:spMkLst>
        </pc:spChg>
        <pc:picChg chg="del">
          <ac:chgData name="김태영" userId="8443cd8f-b258-4c7c-bbdd-a870d3924868" providerId="ADAL" clId="{2B30183B-72AA-49C3-8324-98AE78112B80}" dt="2021-11-15T08:48:42.681" v="1529" actId="478"/>
          <ac:picMkLst>
            <pc:docMk/>
            <pc:sldMk cId="2570363377" sldId="306"/>
            <ac:picMk id="4" creationId="{AA89CC8E-3760-41FC-9717-0C3094775946}"/>
          </ac:picMkLst>
        </pc:picChg>
        <pc:picChg chg="add del mod">
          <ac:chgData name="김태영" userId="8443cd8f-b258-4c7c-bbdd-a870d3924868" providerId="ADAL" clId="{2B30183B-72AA-49C3-8324-98AE78112B80}" dt="2021-11-15T08:57:46.754" v="1816" actId="478"/>
          <ac:picMkLst>
            <pc:docMk/>
            <pc:sldMk cId="2570363377" sldId="306"/>
            <ac:picMk id="7" creationId="{59CC4E3B-103E-4EEB-97B9-5DCC52E7A50B}"/>
          </ac:picMkLst>
        </pc:picChg>
        <pc:picChg chg="add mod">
          <ac:chgData name="김태영" userId="8443cd8f-b258-4c7c-bbdd-a870d3924868" providerId="ADAL" clId="{2B30183B-72AA-49C3-8324-98AE78112B80}" dt="2021-11-15T09:02:32.204" v="2076" actId="1076"/>
          <ac:picMkLst>
            <pc:docMk/>
            <pc:sldMk cId="2570363377" sldId="306"/>
            <ac:picMk id="9" creationId="{471F5A99-B432-44BB-9350-ECC400278690}"/>
          </ac:picMkLst>
        </pc:picChg>
      </pc:sldChg>
      <pc:sldChg chg="modSp add del mod">
        <pc:chgData name="김태영" userId="8443cd8f-b258-4c7c-bbdd-a870d3924868" providerId="ADAL" clId="{2B30183B-72AA-49C3-8324-98AE78112B80}" dt="2021-11-15T09:36:40.391" v="2171" actId="47"/>
        <pc:sldMkLst>
          <pc:docMk/>
          <pc:sldMk cId="2354317369" sldId="307"/>
        </pc:sldMkLst>
        <pc:spChg chg="mod">
          <ac:chgData name="김태영" userId="8443cd8f-b258-4c7c-bbdd-a870d3924868" providerId="ADAL" clId="{2B30183B-72AA-49C3-8324-98AE78112B80}" dt="2021-11-15T09:32:50.108" v="2163" actId="20577"/>
          <ac:spMkLst>
            <pc:docMk/>
            <pc:sldMk cId="2354317369" sldId="307"/>
            <ac:spMk id="5" creationId="{042A08CE-8794-4EA8-A816-D1483EC92CCF}"/>
          </ac:spMkLst>
        </pc:spChg>
        <pc:spChg chg="mod">
          <ac:chgData name="김태영" userId="8443cd8f-b258-4c7c-bbdd-a870d3924868" providerId="ADAL" clId="{2B30183B-72AA-49C3-8324-98AE78112B80}" dt="2021-11-15T09:28:43.323" v="2088" actId="20577"/>
          <ac:spMkLst>
            <pc:docMk/>
            <pc:sldMk cId="2354317369" sldId="307"/>
            <ac:spMk id="10" creationId="{CF45D305-BB82-4D60-BCF7-FD0E0BB59E2B}"/>
          </ac:spMkLst>
        </pc:spChg>
      </pc:sldChg>
      <pc:sldChg chg="addSp delSp modSp add mod modNotesTx">
        <pc:chgData name="김태영" userId="8443cd8f-b258-4c7c-bbdd-a870d3924868" providerId="ADAL" clId="{2B30183B-72AA-49C3-8324-98AE78112B80}" dt="2021-11-15T16:44:53.764" v="13260" actId="1076"/>
        <pc:sldMkLst>
          <pc:docMk/>
          <pc:sldMk cId="1726684920" sldId="308"/>
        </pc:sldMkLst>
        <pc:spChg chg="mod">
          <ac:chgData name="김태영" userId="8443cd8f-b258-4c7c-bbdd-a870d3924868" providerId="ADAL" clId="{2B30183B-72AA-49C3-8324-98AE78112B80}" dt="2021-11-15T09:43:12.442" v="2949" actId="1076"/>
          <ac:spMkLst>
            <pc:docMk/>
            <pc:sldMk cId="1726684920" sldId="308"/>
            <ac:spMk id="5" creationId="{042A08CE-8794-4EA8-A816-D1483EC92CCF}"/>
          </ac:spMkLst>
        </pc:spChg>
        <pc:spChg chg="del">
          <ac:chgData name="김태영" userId="8443cd8f-b258-4c7c-bbdd-a870d3924868" providerId="ADAL" clId="{2B30183B-72AA-49C3-8324-98AE78112B80}" dt="2021-11-15T09:36:28.375" v="2167" actId="478"/>
          <ac:spMkLst>
            <pc:docMk/>
            <pc:sldMk cId="1726684920" sldId="308"/>
            <ac:spMk id="8" creationId="{160F5891-AE14-41E8-B6A9-1D66325B5023}"/>
          </ac:spMkLst>
        </pc:spChg>
        <pc:spChg chg="del">
          <ac:chgData name="김태영" userId="8443cd8f-b258-4c7c-bbdd-a870d3924868" providerId="ADAL" clId="{2B30183B-72AA-49C3-8324-98AE78112B80}" dt="2021-11-15T09:36:30.310" v="2168" actId="478"/>
          <ac:spMkLst>
            <pc:docMk/>
            <pc:sldMk cId="1726684920" sldId="308"/>
            <ac:spMk id="9" creationId="{33D60F93-4CEF-42A0-85D7-7D03574019C9}"/>
          </ac:spMkLst>
        </pc:spChg>
        <pc:spChg chg="add mod">
          <ac:chgData name="김태영" userId="8443cd8f-b258-4c7c-bbdd-a870d3924868" providerId="ADAL" clId="{2B30183B-72AA-49C3-8324-98AE78112B80}" dt="2021-11-15T16:44:53.764" v="13260" actId="1076"/>
          <ac:spMkLst>
            <pc:docMk/>
            <pc:sldMk cId="1726684920" sldId="308"/>
            <ac:spMk id="10" creationId="{3C1F0967-5903-493A-A0F7-98D1630708B7}"/>
          </ac:spMkLst>
        </pc:spChg>
        <pc:spChg chg="add mod">
          <ac:chgData name="김태영" userId="8443cd8f-b258-4c7c-bbdd-a870d3924868" providerId="ADAL" clId="{2B30183B-72AA-49C3-8324-98AE78112B80}" dt="2021-11-15T09:41:36.776" v="2761" actId="1076"/>
          <ac:spMkLst>
            <pc:docMk/>
            <pc:sldMk cId="1726684920" sldId="308"/>
            <ac:spMk id="11" creationId="{19B42B75-2027-4889-ACE8-1E787E598D81}"/>
          </ac:spMkLst>
        </pc:spChg>
        <pc:picChg chg="del mod">
          <ac:chgData name="김태영" userId="8443cd8f-b258-4c7c-bbdd-a870d3924868" providerId="ADAL" clId="{2B30183B-72AA-49C3-8324-98AE78112B80}" dt="2021-11-15T15:03:57.753" v="10263" actId="478"/>
          <ac:picMkLst>
            <pc:docMk/>
            <pc:sldMk cId="1726684920" sldId="308"/>
            <ac:picMk id="1026" creationId="{4B72DA24-7E32-45A8-9AEB-A0E984B195FC}"/>
          </ac:picMkLst>
        </pc:picChg>
        <pc:picChg chg="del mod">
          <ac:chgData name="김태영" userId="8443cd8f-b258-4c7c-bbdd-a870d3924868" providerId="ADAL" clId="{2B30183B-72AA-49C3-8324-98AE78112B80}" dt="2021-11-15T09:37:35.468" v="2174" actId="478"/>
          <ac:picMkLst>
            <pc:docMk/>
            <pc:sldMk cId="1726684920" sldId="308"/>
            <ac:picMk id="1028" creationId="{F2AC38A5-22AD-40FE-894C-3A1BFBBD344E}"/>
          </ac:picMkLst>
        </pc:picChg>
      </pc:sldChg>
      <pc:sldChg chg="addSp delSp modSp add mod ord modNotesTx">
        <pc:chgData name="김태영" userId="8443cd8f-b258-4c7c-bbdd-a870d3924868" providerId="ADAL" clId="{2B30183B-72AA-49C3-8324-98AE78112B80}" dt="2021-11-15T15:49:51.264" v="11622" actId="20577"/>
        <pc:sldMkLst>
          <pc:docMk/>
          <pc:sldMk cId="345877175" sldId="309"/>
        </pc:sldMkLst>
        <pc:spChg chg="del mod">
          <ac:chgData name="김태영" userId="8443cd8f-b258-4c7c-bbdd-a870d3924868" providerId="ADAL" clId="{2B30183B-72AA-49C3-8324-98AE78112B80}" dt="2021-11-15T09:47:22.803" v="3002" actId="478"/>
          <ac:spMkLst>
            <pc:docMk/>
            <pc:sldMk cId="345877175" sldId="309"/>
            <ac:spMk id="3" creationId="{9AC5D99C-747A-4109-9928-21CBA3C4471D}"/>
          </ac:spMkLst>
        </pc:spChg>
        <pc:spChg chg="add del mod">
          <ac:chgData name="김태영" userId="8443cd8f-b258-4c7c-bbdd-a870d3924868" providerId="ADAL" clId="{2B30183B-72AA-49C3-8324-98AE78112B80}" dt="2021-11-15T09:47:25.135" v="3003" actId="478"/>
          <ac:spMkLst>
            <pc:docMk/>
            <pc:sldMk cId="345877175" sldId="309"/>
            <ac:spMk id="5" creationId="{26EAEEBF-5BDB-4608-AAFA-A699C7F4D6A6}"/>
          </ac:spMkLst>
        </pc:spChg>
        <pc:spChg chg="add mod">
          <ac:chgData name="김태영" userId="8443cd8f-b258-4c7c-bbdd-a870d3924868" providerId="ADAL" clId="{2B30183B-72AA-49C3-8324-98AE78112B80}" dt="2021-11-15T09:47:25.585" v="3004"/>
          <ac:spMkLst>
            <pc:docMk/>
            <pc:sldMk cId="345877175" sldId="309"/>
            <ac:spMk id="7" creationId="{C0C66EEF-EBE7-4AEE-B03D-D31F18C2E3A0}"/>
          </ac:spMkLst>
        </pc:spChg>
        <pc:spChg chg="add mod">
          <ac:chgData name="김태영" userId="8443cd8f-b258-4c7c-bbdd-a870d3924868" providerId="ADAL" clId="{2B30183B-72AA-49C3-8324-98AE78112B80}" dt="2021-11-15T15:31:58.798" v="10658" actId="20577"/>
          <ac:spMkLst>
            <pc:docMk/>
            <pc:sldMk cId="345877175" sldId="309"/>
            <ac:spMk id="8" creationId="{397C1793-AEC0-4634-A286-065488EC8BD5}"/>
          </ac:spMkLst>
        </pc:spChg>
        <pc:spChg chg="add mod">
          <ac:chgData name="김태영" userId="8443cd8f-b258-4c7c-bbdd-a870d3924868" providerId="ADAL" clId="{2B30183B-72AA-49C3-8324-98AE78112B80}" dt="2021-11-15T15:39:35.855" v="11090" actId="20577"/>
          <ac:spMkLst>
            <pc:docMk/>
            <pc:sldMk cId="345877175" sldId="309"/>
            <ac:spMk id="9" creationId="{D9A9BD9A-B8E3-4648-A02A-06803309EC32}"/>
          </ac:spMkLst>
        </pc:spChg>
        <pc:spChg chg="add del mod">
          <ac:chgData name="김태영" userId="8443cd8f-b258-4c7c-bbdd-a870d3924868" providerId="ADAL" clId="{2B30183B-72AA-49C3-8324-98AE78112B80}" dt="2021-11-15T15:33:51.908" v="10803" actId="478"/>
          <ac:spMkLst>
            <pc:docMk/>
            <pc:sldMk cId="345877175" sldId="309"/>
            <ac:spMk id="10" creationId="{D3C934B7-E0F6-472F-8995-1C68FEC7AE05}"/>
          </ac:spMkLst>
        </pc:spChg>
        <pc:spChg chg="add del mod">
          <ac:chgData name="김태영" userId="8443cd8f-b258-4c7c-bbdd-a870d3924868" providerId="ADAL" clId="{2B30183B-72AA-49C3-8324-98AE78112B80}" dt="2021-11-15T15:29:48.497" v="10608" actId="478"/>
          <ac:spMkLst>
            <pc:docMk/>
            <pc:sldMk cId="345877175" sldId="309"/>
            <ac:spMk id="11" creationId="{3D356138-2743-4076-8CB8-2988ECF5D628}"/>
          </ac:spMkLst>
        </pc:spChg>
        <pc:spChg chg="add mod">
          <ac:chgData name="김태영" userId="8443cd8f-b258-4c7c-bbdd-a870d3924868" providerId="ADAL" clId="{2B30183B-72AA-49C3-8324-98AE78112B80}" dt="2021-11-15T15:38:21.717" v="11036" actId="1035"/>
          <ac:spMkLst>
            <pc:docMk/>
            <pc:sldMk cId="345877175" sldId="309"/>
            <ac:spMk id="12" creationId="{1EBE8CF2-6D19-412C-8394-F4051EF9AEC0}"/>
          </ac:spMkLst>
        </pc:spChg>
        <pc:spChg chg="add mod">
          <ac:chgData name="김태영" userId="8443cd8f-b258-4c7c-bbdd-a870d3924868" providerId="ADAL" clId="{2B30183B-72AA-49C3-8324-98AE78112B80}" dt="2021-11-15T15:38:21.717" v="11036" actId="1035"/>
          <ac:spMkLst>
            <pc:docMk/>
            <pc:sldMk cId="345877175" sldId="309"/>
            <ac:spMk id="13" creationId="{57ED738C-A08E-4513-B256-A16473D7B2E6}"/>
          </ac:spMkLst>
        </pc:spChg>
        <pc:spChg chg="add mod">
          <ac:chgData name="김태영" userId="8443cd8f-b258-4c7c-bbdd-a870d3924868" providerId="ADAL" clId="{2B30183B-72AA-49C3-8324-98AE78112B80}" dt="2021-11-15T15:38:21.717" v="11036" actId="1035"/>
          <ac:spMkLst>
            <pc:docMk/>
            <pc:sldMk cId="345877175" sldId="309"/>
            <ac:spMk id="14" creationId="{C1E799EA-9668-44A4-8CD7-D91F07E59A24}"/>
          </ac:spMkLst>
        </pc:spChg>
        <pc:spChg chg="add del mod">
          <ac:chgData name="김태영" userId="8443cd8f-b258-4c7c-bbdd-a870d3924868" providerId="ADAL" clId="{2B30183B-72AA-49C3-8324-98AE78112B80}" dt="2021-11-15T15:33:02.509" v="10791" actId="478"/>
          <ac:spMkLst>
            <pc:docMk/>
            <pc:sldMk cId="345877175" sldId="309"/>
            <ac:spMk id="15" creationId="{4F6B4AE0-94D5-47E3-A15C-E21FEAAD119A}"/>
          </ac:spMkLst>
        </pc:spChg>
        <pc:spChg chg="add mod">
          <ac:chgData name="김태영" userId="8443cd8f-b258-4c7c-bbdd-a870d3924868" providerId="ADAL" clId="{2B30183B-72AA-49C3-8324-98AE78112B80}" dt="2021-11-15T15:33:13.304" v="10796" actId="1076"/>
          <ac:spMkLst>
            <pc:docMk/>
            <pc:sldMk cId="345877175" sldId="309"/>
            <ac:spMk id="16" creationId="{B5B5053F-516E-47CA-8C75-187B0FA5A2E0}"/>
          </ac:spMkLst>
        </pc:spChg>
        <pc:spChg chg="add mod">
          <ac:chgData name="김태영" userId="8443cd8f-b258-4c7c-bbdd-a870d3924868" providerId="ADAL" clId="{2B30183B-72AA-49C3-8324-98AE78112B80}" dt="2021-11-15T15:38:54.092" v="11083" actId="1076"/>
          <ac:spMkLst>
            <pc:docMk/>
            <pc:sldMk cId="345877175" sldId="309"/>
            <ac:spMk id="20" creationId="{8B0CE0FE-4038-409A-B439-818A96D7CE28}"/>
          </ac:spMkLst>
        </pc:spChg>
        <pc:spChg chg="add mod">
          <ac:chgData name="김태영" userId="8443cd8f-b258-4c7c-bbdd-a870d3924868" providerId="ADAL" clId="{2B30183B-72AA-49C3-8324-98AE78112B80}" dt="2021-11-15T15:47:22.120" v="11581" actId="1076"/>
          <ac:spMkLst>
            <pc:docMk/>
            <pc:sldMk cId="345877175" sldId="309"/>
            <ac:spMk id="21" creationId="{FDB620F1-2E3B-4919-92F3-6F277096D89D}"/>
          </ac:spMkLst>
        </pc:spChg>
        <pc:cxnChg chg="add mod">
          <ac:chgData name="김태영" userId="8443cd8f-b258-4c7c-bbdd-a870d3924868" providerId="ADAL" clId="{2B30183B-72AA-49C3-8324-98AE78112B80}" dt="2021-11-15T15:38:21.717" v="11036" actId="1035"/>
          <ac:cxnSpMkLst>
            <pc:docMk/>
            <pc:sldMk cId="345877175" sldId="309"/>
            <ac:cxnSpMk id="17" creationId="{ECBAB86D-3B78-4693-B3FA-E50D45597410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5:10:10.363" v="10314" actId="167"/>
        <pc:sldMkLst>
          <pc:docMk/>
          <pc:sldMk cId="3055485728" sldId="310"/>
        </pc:sldMkLst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2" creationId="{A8285803-74ED-47C2-AA40-D687FE798AC8}"/>
          </ac:spMkLst>
        </pc:spChg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7" creationId="{AE430747-8E0D-4283-8E80-61553FCAE896}"/>
          </ac:spMkLst>
        </pc:spChg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9" creationId="{C2B7D433-1862-44B7-8929-8EA36825A77B}"/>
          </ac:spMkLst>
        </pc:spChg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10" creationId="{0B4327FD-AE2A-489C-AABB-2E8C5AB44D2E}"/>
          </ac:spMkLst>
        </pc:spChg>
        <pc:spChg chg="add del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11" creationId="{68AD701F-13F4-411E-9049-3B249C395370}"/>
          </ac:spMkLst>
        </pc:spChg>
        <pc:spChg chg="add mod">
          <ac:chgData name="김태영" userId="8443cd8f-b258-4c7c-bbdd-a870d3924868" providerId="ADAL" clId="{2B30183B-72AA-49C3-8324-98AE78112B80}" dt="2021-11-15T15:07:44.682" v="10281" actId="1076"/>
          <ac:spMkLst>
            <pc:docMk/>
            <pc:sldMk cId="3055485728" sldId="310"/>
            <ac:spMk id="12" creationId="{37FB9F1D-4F12-47E3-B0B9-00D3BD4AC2D7}"/>
          </ac:spMkLst>
        </pc:spChg>
        <pc:spChg chg="add mod ord">
          <ac:chgData name="김태영" userId="8443cd8f-b258-4c7c-bbdd-a870d3924868" providerId="ADAL" clId="{2B30183B-72AA-49C3-8324-98AE78112B80}" dt="2021-11-15T15:10:10.363" v="10314" actId="167"/>
          <ac:spMkLst>
            <pc:docMk/>
            <pc:sldMk cId="3055485728" sldId="310"/>
            <ac:spMk id="13" creationId="{34B89534-C3AE-42E2-968C-5BB06E14498A}"/>
          </ac:spMkLst>
        </pc:spChg>
      </pc:sldChg>
      <pc:sldChg chg="addSp delSp modSp add mod modNotesTx">
        <pc:chgData name="김태영" userId="8443cd8f-b258-4c7c-bbdd-a870d3924868" providerId="ADAL" clId="{2B30183B-72AA-49C3-8324-98AE78112B80}" dt="2021-11-15T15:11:37.604" v="10344"/>
        <pc:sldMkLst>
          <pc:docMk/>
          <pc:sldMk cId="1439865966" sldId="311"/>
        </pc:sldMkLst>
        <pc:spChg chg="del mod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2" creationId="{A8285803-74ED-47C2-AA40-D687FE798AC8}"/>
          </ac:spMkLst>
        </pc:spChg>
        <pc:spChg chg="add mod">
          <ac:chgData name="김태영" userId="8443cd8f-b258-4c7c-bbdd-a870d3924868" providerId="ADAL" clId="{2B30183B-72AA-49C3-8324-98AE78112B80}" dt="2021-11-15T15:08:03.682" v="10286" actId="1582"/>
          <ac:spMkLst>
            <pc:docMk/>
            <pc:sldMk cId="1439865966" sldId="311"/>
            <ac:spMk id="4" creationId="{31392C63-A063-46E4-BC41-814D4EBCEBF5}"/>
          </ac:spMkLst>
        </pc:spChg>
        <pc:spChg chg="del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7" creationId="{AE430747-8E0D-4283-8E80-61553FCAE896}"/>
          </ac:spMkLst>
        </pc:spChg>
        <pc:spChg chg="del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9" creationId="{C2B7D433-1862-44B7-8929-8EA36825A77B}"/>
          </ac:spMkLst>
        </pc:spChg>
        <pc:spChg chg="del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10" creationId="{0B4327FD-AE2A-489C-AABB-2E8C5AB44D2E}"/>
          </ac:spMkLst>
        </pc:spChg>
        <pc:spChg chg="del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11" creationId="{68AD701F-13F4-411E-9049-3B249C395370}"/>
          </ac:spMkLst>
        </pc:spChg>
        <pc:spChg chg="del mod">
          <ac:chgData name="김태영" userId="8443cd8f-b258-4c7c-bbdd-a870d3924868" providerId="ADAL" clId="{2B30183B-72AA-49C3-8324-98AE78112B80}" dt="2021-11-15T15:07:51.216" v="10283" actId="478"/>
          <ac:spMkLst>
            <pc:docMk/>
            <pc:sldMk cId="1439865966" sldId="311"/>
            <ac:spMk id="12" creationId="{37FB9F1D-4F12-47E3-B0B9-00D3BD4AC2D7}"/>
          </ac:spMkLst>
        </pc:spChg>
        <pc:spChg chg="add mod">
          <ac:chgData name="김태영" userId="8443cd8f-b258-4c7c-bbdd-a870d3924868" providerId="ADAL" clId="{2B30183B-72AA-49C3-8324-98AE78112B80}" dt="2021-11-15T15:08:30.906" v="10291" actId="207"/>
          <ac:spMkLst>
            <pc:docMk/>
            <pc:sldMk cId="1439865966" sldId="311"/>
            <ac:spMk id="16" creationId="{F182965D-CA9A-4013-9DDD-7647EE9DF90A}"/>
          </ac:spMkLst>
        </pc:spChg>
        <pc:spChg chg="add del mod">
          <ac:chgData name="김태영" userId="8443cd8f-b258-4c7c-bbdd-a870d3924868" providerId="ADAL" clId="{2B30183B-72AA-49C3-8324-98AE78112B80}" dt="2021-11-15T10:35:38.687" v="4705" actId="478"/>
          <ac:spMkLst>
            <pc:docMk/>
            <pc:sldMk cId="1439865966" sldId="311"/>
            <ac:spMk id="25" creationId="{C785668A-E12A-4468-BB78-FF3AF33A0FA9}"/>
          </ac:spMkLst>
        </pc:spChg>
        <pc:spChg chg="add del mod">
          <ac:chgData name="김태영" userId="8443cd8f-b258-4c7c-bbdd-a870d3924868" providerId="ADAL" clId="{2B30183B-72AA-49C3-8324-98AE78112B80}" dt="2021-11-15T10:35:32.685" v="4702" actId="478"/>
          <ac:spMkLst>
            <pc:docMk/>
            <pc:sldMk cId="1439865966" sldId="311"/>
            <ac:spMk id="30" creationId="{D9296AA0-AA1C-4572-90A8-2B864CDDA09E}"/>
          </ac:spMkLst>
        </pc:spChg>
        <pc:spChg chg="add del mod">
          <ac:chgData name="김태영" userId="8443cd8f-b258-4c7c-bbdd-a870d3924868" providerId="ADAL" clId="{2B30183B-72AA-49C3-8324-98AE78112B80}" dt="2021-11-15T10:35:35.311" v="4704" actId="478"/>
          <ac:spMkLst>
            <pc:docMk/>
            <pc:sldMk cId="1439865966" sldId="311"/>
            <ac:spMk id="32" creationId="{12CCA087-71AC-4D34-8401-1D226059DC4F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4" creationId="{1E374043-1D57-4868-A84B-506CC0553B91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5" creationId="{DF296C5B-6312-4B84-87F3-C90C204573FC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6" creationId="{02C66585-C0C2-471A-B788-8C9821B7F790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7" creationId="{F736AA95-CB89-4F48-8752-8BDEE7D70836}"/>
          </ac:spMkLst>
        </pc:spChg>
        <pc:spChg chg="add mod">
          <ac:chgData name="김태영" userId="8443cd8f-b258-4c7c-bbdd-a870d3924868" providerId="ADAL" clId="{2B30183B-72AA-49C3-8324-98AE78112B80}" dt="2021-11-15T15:07:51.478" v="10284"/>
          <ac:spMkLst>
            <pc:docMk/>
            <pc:sldMk cId="1439865966" sldId="311"/>
            <ac:spMk id="38" creationId="{5B624583-2E71-4E58-8080-1D245C09C880}"/>
          </ac:spMkLst>
        </pc:spChg>
        <pc:spChg chg="add mod">
          <ac:chgData name="김태영" userId="8443cd8f-b258-4c7c-bbdd-a870d3924868" providerId="ADAL" clId="{2B30183B-72AA-49C3-8324-98AE78112B80}" dt="2021-11-15T15:08:26.711" v="10290" actId="14100"/>
          <ac:spMkLst>
            <pc:docMk/>
            <pc:sldMk cId="1439865966" sldId="311"/>
            <ac:spMk id="39" creationId="{EA8FC61C-1A1C-4EA8-90CA-317D9481124B}"/>
          </ac:spMkLst>
        </pc:spChg>
        <pc:spChg chg="add mod ord">
          <ac:chgData name="김태영" userId="8443cd8f-b258-4c7c-bbdd-a870d3924868" providerId="ADAL" clId="{2B30183B-72AA-49C3-8324-98AE78112B80}" dt="2021-11-15T15:10:01.918" v="10312" actId="167"/>
          <ac:spMkLst>
            <pc:docMk/>
            <pc:sldMk cId="1439865966" sldId="311"/>
            <ac:spMk id="42" creationId="{03BA6081-5721-4891-A3ED-E6FF2CF3BAF2}"/>
          </ac:spMkLst>
        </pc:spChg>
        <pc:spChg chg="add del mod">
          <ac:chgData name="김태영" userId="8443cd8f-b258-4c7c-bbdd-a870d3924868" providerId="ADAL" clId="{2B30183B-72AA-49C3-8324-98AE78112B80}" dt="2021-11-15T15:11:37.604" v="10344"/>
          <ac:spMkLst>
            <pc:docMk/>
            <pc:sldMk cId="1439865966" sldId="311"/>
            <ac:spMk id="43" creationId="{F44A35A7-9B2B-4966-86B8-44593D962513}"/>
          </ac:spMkLst>
        </pc:spChg>
        <pc:cxnChg chg="add mod">
          <ac:chgData name="김태영" userId="8443cd8f-b258-4c7c-bbdd-a870d3924868" providerId="ADAL" clId="{2B30183B-72AA-49C3-8324-98AE78112B80}" dt="2021-11-15T15:08:06.743" v="10287" actId="1076"/>
          <ac:cxnSpMkLst>
            <pc:docMk/>
            <pc:sldMk cId="1439865966" sldId="311"/>
            <ac:cxnSpMk id="13" creationId="{A1BA5EB0-9D09-444A-9F63-46E83AC2A613}"/>
          </ac:cxnSpMkLst>
        </pc:cxnChg>
        <pc:cxnChg chg="add del mod">
          <ac:chgData name="김태영" userId="8443cd8f-b258-4c7c-bbdd-a870d3924868" providerId="ADAL" clId="{2B30183B-72AA-49C3-8324-98AE78112B80}" dt="2021-11-15T10:03:09.990" v="3623" actId="478"/>
          <ac:cxnSpMkLst>
            <pc:docMk/>
            <pc:sldMk cId="1439865966" sldId="311"/>
            <ac:cxnSpMk id="26" creationId="{513814BE-25D8-4B65-BF5C-2F6C9E01F780}"/>
          </ac:cxnSpMkLst>
        </pc:cxnChg>
        <pc:cxnChg chg="add del mod">
          <ac:chgData name="김태영" userId="8443cd8f-b258-4c7c-bbdd-a870d3924868" providerId="ADAL" clId="{2B30183B-72AA-49C3-8324-98AE78112B80}" dt="2021-11-15T10:35:38.687" v="4705" actId="478"/>
          <ac:cxnSpMkLst>
            <pc:docMk/>
            <pc:sldMk cId="1439865966" sldId="311"/>
            <ac:cxnSpMk id="27" creationId="{89F9CA15-D32A-429F-B187-74B3FA1C8874}"/>
          </ac:cxnSpMkLst>
        </pc:cxnChg>
        <pc:cxnChg chg="add del mod">
          <ac:chgData name="김태영" userId="8443cd8f-b258-4c7c-bbdd-a870d3924868" providerId="ADAL" clId="{2B30183B-72AA-49C3-8324-98AE78112B80}" dt="2021-11-15T10:35:32.685" v="4702" actId="478"/>
          <ac:cxnSpMkLst>
            <pc:docMk/>
            <pc:sldMk cId="1439865966" sldId="311"/>
            <ac:cxnSpMk id="31" creationId="{9D47687A-0BC9-4FDD-99B4-71305B8881B0}"/>
          </ac:cxnSpMkLst>
        </pc:cxnChg>
        <pc:cxnChg chg="add del mod">
          <ac:chgData name="김태영" userId="8443cd8f-b258-4c7c-bbdd-a870d3924868" providerId="ADAL" clId="{2B30183B-72AA-49C3-8324-98AE78112B80}" dt="2021-11-15T10:35:35.311" v="4704" actId="478"/>
          <ac:cxnSpMkLst>
            <pc:docMk/>
            <pc:sldMk cId="1439865966" sldId="311"/>
            <ac:cxnSpMk id="33" creationId="{38DF3B27-B299-42EB-AD9C-2A99BB47107C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5:13:36.703" v="10382" actId="1076"/>
        <pc:sldMkLst>
          <pc:docMk/>
          <pc:sldMk cId="2523817392" sldId="312"/>
        </pc:sldMkLst>
        <pc:spChg chg="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2" creationId="{A8285803-74ED-47C2-AA40-D687FE798AC8}"/>
          </ac:spMkLst>
        </pc:spChg>
        <pc:spChg chg="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4" creationId="{31392C63-A063-46E4-BC41-814D4EBCEBF5}"/>
          </ac:spMkLst>
        </pc:spChg>
        <pc:spChg chg="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7" creationId="{AE430747-8E0D-4283-8E80-61553FCAE896}"/>
          </ac:spMkLst>
        </pc:spChg>
        <pc:spChg chg="del">
          <ac:chgData name="김태영" userId="8443cd8f-b258-4c7c-bbdd-a870d3924868" providerId="ADAL" clId="{2B30183B-72AA-49C3-8324-98AE78112B80}" dt="2021-11-15T10:12:32.457" v="3754" actId="478"/>
          <ac:spMkLst>
            <pc:docMk/>
            <pc:sldMk cId="2523817392" sldId="312"/>
            <ac:spMk id="9" creationId="{C2B7D433-1862-44B7-8929-8EA36825A77B}"/>
          </ac:spMkLst>
        </pc:spChg>
        <pc:spChg chg="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10" creationId="{0B4327FD-AE2A-489C-AABB-2E8C5AB44D2E}"/>
          </ac:spMkLst>
        </pc:spChg>
        <pc:spChg chg="del">
          <ac:chgData name="김태영" userId="8443cd8f-b258-4c7c-bbdd-a870d3924868" providerId="ADAL" clId="{2B30183B-72AA-49C3-8324-98AE78112B80}" dt="2021-11-15T10:12:32.457" v="3754" actId="478"/>
          <ac:spMkLst>
            <pc:docMk/>
            <pc:sldMk cId="2523817392" sldId="312"/>
            <ac:spMk id="11" creationId="{68AD701F-13F4-411E-9049-3B249C395370}"/>
          </ac:spMkLst>
        </pc:spChg>
        <pc:spChg chg="del">
          <ac:chgData name="김태영" userId="8443cd8f-b258-4c7c-bbdd-a870d3924868" providerId="ADAL" clId="{2B30183B-72AA-49C3-8324-98AE78112B80}" dt="2021-11-15T10:12:33.841" v="3755" actId="478"/>
          <ac:spMkLst>
            <pc:docMk/>
            <pc:sldMk cId="2523817392" sldId="312"/>
            <ac:spMk id="12" creationId="{37FB9F1D-4F12-47E3-B0B9-00D3BD4AC2D7}"/>
          </ac:spMkLst>
        </pc:spChg>
        <pc:spChg chg="del">
          <ac:chgData name="김태영" userId="8443cd8f-b258-4c7c-bbdd-a870d3924868" providerId="ADAL" clId="{2B30183B-72AA-49C3-8324-98AE78112B80}" dt="2021-11-15T10:12:27.560" v="3751" actId="478"/>
          <ac:spMkLst>
            <pc:docMk/>
            <pc:sldMk cId="2523817392" sldId="312"/>
            <ac:spMk id="16" creationId="{F182965D-CA9A-4013-9DDD-7647EE9DF90A}"/>
          </ac:spMkLst>
        </pc:spChg>
        <pc:spChg chg="add mod">
          <ac:chgData name="김태영" userId="8443cd8f-b258-4c7c-bbdd-a870d3924868" providerId="ADAL" clId="{2B30183B-72AA-49C3-8324-98AE78112B80}" dt="2021-11-15T15:13:36.703" v="10382" actId="1076"/>
          <ac:spMkLst>
            <pc:docMk/>
            <pc:sldMk cId="2523817392" sldId="312"/>
            <ac:spMk id="18" creationId="{FF532EC8-CC41-4490-B2BC-6D30A501AC61}"/>
          </ac:spMkLst>
        </pc:spChg>
        <pc:spChg chg="add 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23" creationId="{B65F31A8-291A-485D-BF47-06FC8F947AC4}"/>
          </ac:spMkLst>
        </pc:spChg>
        <pc:spChg chg="add del mod">
          <ac:chgData name="김태영" userId="8443cd8f-b258-4c7c-bbdd-a870d3924868" providerId="ADAL" clId="{2B30183B-72AA-49C3-8324-98AE78112B80}" dt="2021-11-15T10:20:41.895" v="4227" actId="478"/>
          <ac:spMkLst>
            <pc:docMk/>
            <pc:sldMk cId="2523817392" sldId="312"/>
            <ac:spMk id="24" creationId="{7F355121-F19F-4D32-B000-EE703823C29C}"/>
          </ac:spMkLst>
        </pc:spChg>
        <pc:spChg chg="del">
          <ac:chgData name="김태영" userId="8443cd8f-b258-4c7c-bbdd-a870d3924868" providerId="ADAL" clId="{2B30183B-72AA-49C3-8324-98AE78112B80}" dt="2021-11-15T10:12:36.547" v="3756" actId="478"/>
          <ac:spMkLst>
            <pc:docMk/>
            <pc:sldMk cId="2523817392" sldId="312"/>
            <ac:spMk id="25" creationId="{C785668A-E12A-4468-BB78-FF3AF33A0FA9}"/>
          </ac:spMkLst>
        </pc:spChg>
        <pc:spChg chg="add 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26" creationId="{718E648C-73DC-4FA2-9061-1E84AA28D82F}"/>
          </ac:spMkLst>
        </pc:spChg>
        <pc:spChg chg="add mod or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43" creationId="{4688C29D-033A-4397-B4B5-2B41723DAE9D}"/>
          </ac:spMkLst>
        </pc:spChg>
        <pc:spChg chg="add mod">
          <ac:chgData name="김태영" userId="8443cd8f-b258-4c7c-bbdd-a870d3924868" providerId="ADAL" clId="{2B30183B-72AA-49C3-8324-98AE78112B80}" dt="2021-11-15T15:12:27.089" v="10363" actId="164"/>
          <ac:spMkLst>
            <pc:docMk/>
            <pc:sldMk cId="2523817392" sldId="312"/>
            <ac:spMk id="44" creationId="{288E7B34-3959-43C4-A941-17A7E1CE1E28}"/>
          </ac:spMkLst>
        </pc:spChg>
        <pc:grpChg chg="add mod">
          <ac:chgData name="김태영" userId="8443cd8f-b258-4c7c-bbdd-a870d3924868" providerId="ADAL" clId="{2B30183B-72AA-49C3-8324-98AE78112B80}" dt="2021-11-15T15:12:29.323" v="10364" actId="1076"/>
          <ac:grpSpMkLst>
            <pc:docMk/>
            <pc:sldMk cId="2523817392" sldId="312"/>
            <ac:grpSpMk id="45" creationId="{D9437D2E-D01C-4B59-8CDF-623D4C59D04B}"/>
          </ac:grpSpMkLst>
        </pc:grpChg>
        <pc:cxnChg chg="del mod">
          <ac:chgData name="김태영" userId="8443cd8f-b258-4c7c-bbdd-a870d3924868" providerId="ADAL" clId="{2B30183B-72AA-49C3-8324-98AE78112B80}" dt="2021-11-15T10:12:29.050" v="3753" actId="478"/>
          <ac:cxnSpMkLst>
            <pc:docMk/>
            <pc:sldMk cId="2523817392" sldId="312"/>
            <ac:cxnSpMk id="13" creationId="{A1BA5EB0-9D09-444A-9F63-46E83AC2A613}"/>
          </ac:cxnSpMkLst>
        </pc:cxnChg>
        <pc:cxnChg chg="add mod">
          <ac:chgData name="김태영" userId="8443cd8f-b258-4c7c-bbdd-a870d3924868" providerId="ADAL" clId="{2B30183B-72AA-49C3-8324-98AE78112B80}" dt="2021-11-15T15:12:27.089" v="10363" actId="164"/>
          <ac:cxnSpMkLst>
            <pc:docMk/>
            <pc:sldMk cId="2523817392" sldId="312"/>
            <ac:cxnSpMk id="15" creationId="{32C25F8D-A6EC-4614-9636-0D66D0AF88C3}"/>
          </ac:cxnSpMkLst>
        </pc:cxnChg>
        <pc:cxnChg chg="del mod">
          <ac:chgData name="김태영" userId="8443cd8f-b258-4c7c-bbdd-a870d3924868" providerId="ADAL" clId="{2B30183B-72AA-49C3-8324-98AE78112B80}" dt="2021-11-15T10:12:23.728" v="3750" actId="478"/>
          <ac:cxnSpMkLst>
            <pc:docMk/>
            <pc:sldMk cId="2523817392" sldId="312"/>
            <ac:cxnSpMk id="27" creationId="{89F9CA15-D32A-429F-B187-74B3FA1C8874}"/>
          </ac:cxnSpMkLst>
        </pc:cxnChg>
        <pc:cxnChg chg="add mod">
          <ac:chgData name="김태영" userId="8443cd8f-b258-4c7c-bbdd-a870d3924868" providerId="ADAL" clId="{2B30183B-72AA-49C3-8324-98AE78112B80}" dt="2021-11-15T15:12:27.089" v="10363" actId="164"/>
          <ac:cxnSpMkLst>
            <pc:docMk/>
            <pc:sldMk cId="2523817392" sldId="312"/>
            <ac:cxnSpMk id="35" creationId="{2EE8C16C-D3A9-47E7-8240-201234166366}"/>
          </ac:cxnSpMkLst>
        </pc:cxnChg>
        <pc:cxnChg chg="add mod">
          <ac:chgData name="김태영" userId="8443cd8f-b258-4c7c-bbdd-a870d3924868" providerId="ADAL" clId="{2B30183B-72AA-49C3-8324-98AE78112B80}" dt="2021-11-15T15:12:27.089" v="10363" actId="164"/>
          <ac:cxnSpMkLst>
            <pc:docMk/>
            <pc:sldMk cId="2523817392" sldId="312"/>
            <ac:cxnSpMk id="36" creationId="{BC5C2324-3058-42A2-84F2-B7F446493313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5:18:23.152" v="10447" actId="1076"/>
        <pc:sldMkLst>
          <pc:docMk/>
          <pc:sldMk cId="1490474408" sldId="313"/>
        </pc:sldMkLst>
        <pc:spChg chg="del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2" creationId="{A8285803-74ED-47C2-AA40-D687FE798AC8}"/>
          </ac:spMkLst>
        </pc:spChg>
        <pc:spChg chg="del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4" creationId="{31392C63-A063-46E4-BC41-814D4EBCEBF5}"/>
          </ac:spMkLst>
        </pc:spChg>
        <pc:spChg chg="del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7" creationId="{AE430747-8E0D-4283-8E80-61553FCAE896}"/>
          </ac:spMkLst>
        </pc:spChg>
        <pc:spChg chg="del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10" creationId="{0B4327FD-AE2A-489C-AABB-2E8C5AB44D2E}"/>
          </ac:spMkLst>
        </pc:spChg>
        <pc:spChg chg="mod">
          <ac:chgData name="김태영" userId="8443cd8f-b258-4c7c-bbdd-a870d3924868" providerId="ADAL" clId="{2B30183B-72AA-49C3-8324-98AE78112B80}" dt="2021-11-15T15:18:23.152" v="10447" actId="1076"/>
          <ac:spMkLst>
            <pc:docMk/>
            <pc:sldMk cId="1490474408" sldId="313"/>
            <ac:spMk id="18" creationId="{FF532EC8-CC41-4490-B2BC-6D30A501AC61}"/>
          </ac:spMkLst>
        </pc:spChg>
        <pc:spChg chg="del mod">
          <ac:chgData name="김태영" userId="8443cd8f-b258-4c7c-bbdd-a870d3924868" providerId="ADAL" clId="{2B30183B-72AA-49C3-8324-98AE78112B80}" dt="2021-11-15T10:27:34.470" v="4258" actId="478"/>
          <ac:spMkLst>
            <pc:docMk/>
            <pc:sldMk cId="1490474408" sldId="313"/>
            <ac:spMk id="23" creationId="{B65F31A8-291A-485D-BF47-06FC8F947AC4}"/>
          </ac:spMkLst>
        </pc:spChg>
        <pc:picChg chg="add del mod">
          <ac:chgData name="김태영" userId="8443cd8f-b258-4c7c-bbdd-a870d3924868" providerId="ADAL" clId="{2B30183B-72AA-49C3-8324-98AE78112B80}" dt="2021-11-15T15:15:44.892" v="10384" actId="478"/>
          <ac:picMkLst>
            <pc:docMk/>
            <pc:sldMk cId="1490474408" sldId="313"/>
            <ac:picMk id="11" creationId="{00919070-F0A6-4130-AA2F-FE13020DF94C}"/>
          </ac:picMkLst>
        </pc:picChg>
        <pc:picChg chg="add mod">
          <ac:chgData name="김태영" userId="8443cd8f-b258-4c7c-bbdd-a870d3924868" providerId="ADAL" clId="{2B30183B-72AA-49C3-8324-98AE78112B80}" dt="2021-11-15T15:18:08.355" v="10439" actId="1076"/>
          <ac:picMkLst>
            <pc:docMk/>
            <pc:sldMk cId="1490474408" sldId="313"/>
            <ac:picMk id="13" creationId="{BC306A1E-E6A8-4D00-95C6-62A90442069C}"/>
          </ac:picMkLst>
        </pc:picChg>
        <pc:cxnChg chg="del mod">
          <ac:chgData name="김태영" userId="8443cd8f-b258-4c7c-bbdd-a870d3924868" providerId="ADAL" clId="{2B30183B-72AA-49C3-8324-98AE78112B80}" dt="2021-11-15T10:27:34.470" v="4258" actId="478"/>
          <ac:cxnSpMkLst>
            <pc:docMk/>
            <pc:sldMk cId="1490474408" sldId="313"/>
            <ac:cxnSpMk id="15" creationId="{32C25F8D-A6EC-4614-9636-0D66D0AF88C3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5:22:35.517" v="10513" actId="20577"/>
        <pc:sldMkLst>
          <pc:docMk/>
          <pc:sldMk cId="2026517445" sldId="314"/>
        </pc:sldMkLst>
        <pc:spChg chg="add mod">
          <ac:chgData name="김태영" userId="8443cd8f-b258-4c7c-bbdd-a870d3924868" providerId="ADAL" clId="{2B30183B-72AA-49C3-8324-98AE78112B80}" dt="2021-11-15T15:22:35.517" v="10513" actId="20577"/>
          <ac:spMkLst>
            <pc:docMk/>
            <pc:sldMk cId="2026517445" sldId="314"/>
            <ac:spMk id="13" creationId="{F39B5A1A-A4AF-499D-9B88-AD1AF01B8CBC}"/>
          </ac:spMkLst>
        </pc:spChg>
        <pc:spChg chg="del mod">
          <ac:chgData name="김태영" userId="8443cd8f-b258-4c7c-bbdd-a870d3924868" providerId="ADAL" clId="{2B30183B-72AA-49C3-8324-98AE78112B80}" dt="2021-11-15T15:21:42.289" v="10491" actId="478"/>
          <ac:spMkLst>
            <pc:docMk/>
            <pc:sldMk cId="2026517445" sldId="314"/>
            <ac:spMk id="18" creationId="{FF532EC8-CC41-4490-B2BC-6D30A501AC61}"/>
          </ac:spMkLst>
        </pc:spChg>
        <pc:picChg chg="add del mod">
          <ac:chgData name="김태영" userId="8443cd8f-b258-4c7c-bbdd-a870d3924868" providerId="ADAL" clId="{2B30183B-72AA-49C3-8324-98AE78112B80}" dt="2021-11-15T15:21:06.501" v="10448" actId="478"/>
          <ac:picMkLst>
            <pc:docMk/>
            <pc:sldMk cId="2026517445" sldId="314"/>
            <ac:picMk id="4" creationId="{690215CE-ABBB-4607-9429-93FE1C80D39B}"/>
          </ac:picMkLst>
        </pc:picChg>
        <pc:picChg chg="add mod">
          <ac:chgData name="김태영" userId="8443cd8f-b258-4c7c-bbdd-a870d3924868" providerId="ADAL" clId="{2B30183B-72AA-49C3-8324-98AE78112B80}" dt="2021-11-15T15:21:55.242" v="10496" actId="1076"/>
          <ac:picMkLst>
            <pc:docMk/>
            <pc:sldMk cId="2026517445" sldId="314"/>
            <ac:picMk id="8" creationId="{592BC4DB-35C5-4D24-A725-C4F03352E4FE}"/>
          </ac:picMkLst>
        </pc:picChg>
        <pc:picChg chg="del">
          <ac:chgData name="김태영" userId="8443cd8f-b258-4c7c-bbdd-a870d3924868" providerId="ADAL" clId="{2B30183B-72AA-49C3-8324-98AE78112B80}" dt="2021-11-15T10:34:46.126" v="4675" actId="478"/>
          <ac:picMkLst>
            <pc:docMk/>
            <pc:sldMk cId="2026517445" sldId="314"/>
            <ac:picMk id="11" creationId="{00919070-F0A6-4130-AA2F-FE13020DF94C}"/>
          </ac:picMkLst>
        </pc:picChg>
        <pc:picChg chg="add del mod">
          <ac:chgData name="김태영" userId="8443cd8f-b258-4c7c-bbdd-a870d3924868" providerId="ADAL" clId="{2B30183B-72AA-49C3-8324-98AE78112B80}" dt="2021-11-15T15:21:30.123" v="10486" actId="478"/>
          <ac:picMkLst>
            <pc:docMk/>
            <pc:sldMk cId="2026517445" sldId="314"/>
            <ac:picMk id="12" creationId="{972F3A86-46F1-4AD9-860C-B8D49A76C325}"/>
          </ac:picMkLst>
        </pc:picChg>
      </pc:sldChg>
      <pc:sldChg chg="addSp delSp modSp add mod">
        <pc:chgData name="김태영" userId="8443cd8f-b258-4c7c-bbdd-a870d3924868" providerId="ADAL" clId="{2B30183B-72AA-49C3-8324-98AE78112B80}" dt="2021-11-15T15:10:19.701" v="10316" actId="167"/>
        <pc:sldMkLst>
          <pc:docMk/>
          <pc:sldMk cId="535377094" sldId="315"/>
        </pc:sldMkLst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2" creationId="{A8285803-74ED-47C2-AA40-D687FE798AC8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4" creationId="{31392C63-A063-46E4-BC41-814D4EBCEBF5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7" creationId="{AE430747-8E0D-4283-8E80-61553FCAE896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9" creationId="{C2B7D433-1862-44B7-8929-8EA36825A77B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10" creationId="{0B4327FD-AE2A-489C-AABB-2E8C5AB44D2E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11" creationId="{68AD701F-13F4-411E-9049-3B249C395370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12" creationId="{37FB9F1D-4F12-47E3-B0B9-00D3BD4AC2D7}"/>
          </ac:spMkLst>
        </pc:spChg>
        <pc:spChg chg="del">
          <ac:chgData name="김태영" userId="8443cd8f-b258-4c7c-bbdd-a870d3924868" providerId="ADAL" clId="{2B30183B-72AA-49C3-8324-98AE78112B80}" dt="2021-11-15T15:08:53.675" v="10294" actId="478"/>
          <ac:spMkLst>
            <pc:docMk/>
            <pc:sldMk cId="535377094" sldId="315"/>
            <ac:spMk id="16" creationId="{F182965D-CA9A-4013-9DDD-7647EE9DF90A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18" creationId="{2C8D9379-6FBB-49A8-88F2-CCD6A36C2D61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19" creationId="{1066826D-DBA5-4BA1-9B38-10B43B93CB16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0" creationId="{9151A43A-4179-4E9B-A65A-88BC6BFD1B72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1" creationId="{EB5028F3-A9D9-4D6B-8C0F-D3DD28818923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2" creationId="{6CBF9A3C-EBB2-42DE-AB55-885CA8B45C7F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3" creationId="{A485AE89-C58C-4653-853C-2D24605C08EA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4" creationId="{602C387E-8BF3-4CD5-A0AC-D9D6C58AF108}"/>
          </ac:spMkLst>
        </pc:spChg>
        <pc:spChg chg="mod">
          <ac:chgData name="김태영" userId="8443cd8f-b258-4c7c-bbdd-a870d3924868" providerId="ADAL" clId="{2B30183B-72AA-49C3-8324-98AE78112B80}" dt="2021-11-15T15:09:20.878" v="10305" actId="1076"/>
          <ac:spMkLst>
            <pc:docMk/>
            <pc:sldMk cId="535377094" sldId="315"/>
            <ac:spMk id="25" creationId="{C785668A-E12A-4468-BB78-FF3AF33A0FA9}"/>
          </ac:spMkLst>
        </pc:spChg>
        <pc:spChg chg="add mod">
          <ac:chgData name="김태영" userId="8443cd8f-b258-4c7c-bbdd-a870d3924868" providerId="ADAL" clId="{2B30183B-72AA-49C3-8324-98AE78112B80}" dt="2021-11-15T15:08:47.447" v="10293" actId="571"/>
          <ac:spMkLst>
            <pc:docMk/>
            <pc:sldMk cId="535377094" sldId="315"/>
            <ac:spMk id="28" creationId="{9E5F58CB-6CAB-4022-A025-BCFDCF3CD461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0" creationId="{BFDE64E2-C412-43CE-B4E2-FF5C9924384E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2" creationId="{B11CA5C7-38EF-431D-92F5-32914A3E7583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3" creationId="{6A8E5ECD-63DC-4DC4-B2C6-A76FD9EB8233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4" creationId="{F2CEE615-EBAF-4232-89B8-394DDC337FC1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5" creationId="{53DB8AE6-BEFA-411E-9009-81CE5FCABFC5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6" creationId="{A205FE8C-5D5C-4541-8121-C56611E2A198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7" creationId="{6E61863B-90A4-41D5-AD5F-3358BD5C2E1A}"/>
          </ac:spMkLst>
        </pc:spChg>
        <pc:spChg chg="add mod">
          <ac:chgData name="김태영" userId="8443cd8f-b258-4c7c-bbdd-a870d3924868" providerId="ADAL" clId="{2B30183B-72AA-49C3-8324-98AE78112B80}" dt="2021-11-15T15:08:54.014" v="10295"/>
          <ac:spMkLst>
            <pc:docMk/>
            <pc:sldMk cId="535377094" sldId="315"/>
            <ac:spMk id="38" creationId="{D263481D-A39F-41F2-BF25-9DC93FCCCD27}"/>
          </ac:spMkLst>
        </pc:spChg>
        <pc:spChg chg="add mod ord">
          <ac:chgData name="김태영" userId="8443cd8f-b258-4c7c-bbdd-a870d3924868" providerId="ADAL" clId="{2B30183B-72AA-49C3-8324-98AE78112B80}" dt="2021-11-15T15:10:19.701" v="10316" actId="167"/>
          <ac:spMkLst>
            <pc:docMk/>
            <pc:sldMk cId="535377094" sldId="315"/>
            <ac:spMk id="42" creationId="{D0500E52-0531-4A7C-B344-3E1D37754611}"/>
          </ac:spMkLst>
        </pc:spChg>
        <pc:cxnChg chg="del mod">
          <ac:chgData name="김태영" userId="8443cd8f-b258-4c7c-bbdd-a870d3924868" providerId="ADAL" clId="{2B30183B-72AA-49C3-8324-98AE78112B80}" dt="2021-11-15T15:08:53.675" v="10294" actId="478"/>
          <ac:cxnSpMkLst>
            <pc:docMk/>
            <pc:sldMk cId="535377094" sldId="315"/>
            <ac:cxnSpMk id="13" creationId="{A1BA5EB0-9D09-444A-9F63-46E83AC2A613}"/>
          </ac:cxnSpMkLst>
        </pc:cxnChg>
        <pc:cxnChg chg="add mod">
          <ac:chgData name="김태영" userId="8443cd8f-b258-4c7c-bbdd-a870d3924868" providerId="ADAL" clId="{2B30183B-72AA-49C3-8324-98AE78112B80}" dt="2021-11-15T15:08:47.447" v="10293" actId="571"/>
          <ac:cxnSpMkLst>
            <pc:docMk/>
            <pc:sldMk cId="535377094" sldId="315"/>
            <ac:cxnSpMk id="17" creationId="{D6D1DC0F-4EB1-487B-8BE3-D115D3840D86}"/>
          </ac:cxnSpMkLst>
        </pc:cxnChg>
        <pc:cxnChg chg="add mod">
          <ac:chgData name="김태영" userId="8443cd8f-b258-4c7c-bbdd-a870d3924868" providerId="ADAL" clId="{2B30183B-72AA-49C3-8324-98AE78112B80}" dt="2021-11-15T15:08:47.447" v="10293" actId="571"/>
          <ac:cxnSpMkLst>
            <pc:docMk/>
            <pc:sldMk cId="535377094" sldId="315"/>
            <ac:cxnSpMk id="26" creationId="{3E9D1456-A36E-43F9-B9A8-59A09562F75B}"/>
          </ac:cxnSpMkLst>
        </pc:cxnChg>
        <pc:cxnChg chg="mod">
          <ac:chgData name="김태영" userId="8443cd8f-b258-4c7c-bbdd-a870d3924868" providerId="ADAL" clId="{2B30183B-72AA-49C3-8324-98AE78112B80}" dt="2021-11-15T15:09:20.878" v="10305" actId="1076"/>
          <ac:cxnSpMkLst>
            <pc:docMk/>
            <pc:sldMk cId="535377094" sldId="315"/>
            <ac:cxnSpMk id="27" creationId="{89F9CA15-D32A-429F-B187-74B3FA1C8874}"/>
          </ac:cxnSpMkLst>
        </pc:cxnChg>
        <pc:cxnChg chg="add mod">
          <ac:chgData name="김태영" userId="8443cd8f-b258-4c7c-bbdd-a870d3924868" providerId="ADAL" clId="{2B30183B-72AA-49C3-8324-98AE78112B80}" dt="2021-11-15T15:08:47.447" v="10293" actId="571"/>
          <ac:cxnSpMkLst>
            <pc:docMk/>
            <pc:sldMk cId="535377094" sldId="315"/>
            <ac:cxnSpMk id="29" creationId="{5F36444F-A87D-4925-8B57-F59A79AFA8C2}"/>
          </ac:cxnSpMkLst>
        </pc:cxnChg>
        <pc:cxnChg chg="add mod">
          <ac:chgData name="김태영" userId="8443cd8f-b258-4c7c-bbdd-a870d3924868" providerId="ADAL" clId="{2B30183B-72AA-49C3-8324-98AE78112B80}" dt="2021-11-15T15:08:54.014" v="10295"/>
          <ac:cxnSpMkLst>
            <pc:docMk/>
            <pc:sldMk cId="535377094" sldId="315"/>
            <ac:cxnSpMk id="31" creationId="{21C3BCD2-79FE-40B6-8F40-F5E3B29D7738}"/>
          </ac:cxnSpMkLst>
        </pc:cxnChg>
      </pc:sldChg>
      <pc:sldChg chg="delSp modSp add mod modNotesTx">
        <pc:chgData name="김태영" userId="8443cd8f-b258-4c7c-bbdd-a870d3924868" providerId="ADAL" clId="{2B30183B-72AA-49C3-8324-98AE78112B80}" dt="2021-11-15T15:25:26.624" v="10540" actId="1076"/>
        <pc:sldMkLst>
          <pc:docMk/>
          <pc:sldMk cId="1156014458" sldId="316"/>
        </pc:sldMkLst>
        <pc:spChg chg="mod">
          <ac:chgData name="김태영" userId="8443cd8f-b258-4c7c-bbdd-a870d3924868" providerId="ADAL" clId="{2B30183B-72AA-49C3-8324-98AE78112B80}" dt="2021-11-15T15:25:26.624" v="10540" actId="1076"/>
          <ac:spMkLst>
            <pc:docMk/>
            <pc:sldMk cId="1156014458" sldId="316"/>
            <ac:spMk id="18" creationId="{FF532EC8-CC41-4490-B2BC-6D30A501AC61}"/>
          </ac:spMkLst>
        </pc:spChg>
        <pc:picChg chg="del">
          <ac:chgData name="김태영" userId="8443cd8f-b258-4c7c-bbdd-a870d3924868" providerId="ADAL" clId="{2B30183B-72AA-49C3-8324-98AE78112B80}" dt="2021-11-15T10:52:05.810" v="5030" actId="478"/>
          <ac:picMkLst>
            <pc:docMk/>
            <pc:sldMk cId="1156014458" sldId="316"/>
            <ac:picMk id="4" creationId="{690215CE-ABBB-4607-9429-93FE1C80D39B}"/>
          </ac:picMkLst>
        </pc:picChg>
      </pc:sldChg>
      <pc:sldChg chg="modSp add del mod">
        <pc:chgData name="김태영" userId="8443cd8f-b258-4c7c-bbdd-a870d3924868" providerId="ADAL" clId="{2B30183B-72AA-49C3-8324-98AE78112B80}" dt="2021-11-15T15:25:58.224" v="10541" actId="47"/>
        <pc:sldMkLst>
          <pc:docMk/>
          <pc:sldMk cId="2962882326" sldId="317"/>
        </pc:sldMkLst>
        <pc:spChg chg="mod">
          <ac:chgData name="김태영" userId="8443cd8f-b258-4c7c-bbdd-a870d3924868" providerId="ADAL" clId="{2B30183B-72AA-49C3-8324-98AE78112B80}" dt="2021-11-15T10:57:36.837" v="5704" actId="20577"/>
          <ac:spMkLst>
            <pc:docMk/>
            <pc:sldMk cId="2962882326" sldId="317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0:57:33.744" v="5702" actId="14100"/>
          <ac:spMkLst>
            <pc:docMk/>
            <pc:sldMk cId="2962882326" sldId="317"/>
            <ac:spMk id="5" creationId="{26EAEEBF-5BDB-4608-AAFA-A699C7F4D6A6}"/>
          </ac:spMkLst>
        </pc:spChg>
      </pc:sldChg>
      <pc:sldChg chg="addSp delSp modSp add mod modNotesTx">
        <pc:chgData name="김태영" userId="8443cd8f-b258-4c7c-bbdd-a870d3924868" providerId="ADAL" clId="{2B30183B-72AA-49C3-8324-98AE78112B80}" dt="2021-11-15T16:58:52.675" v="13922" actId="1076"/>
        <pc:sldMkLst>
          <pc:docMk/>
          <pc:sldMk cId="2594186074" sldId="318"/>
        </pc:sldMkLst>
        <pc:spChg chg="mod">
          <ac:chgData name="김태영" userId="8443cd8f-b258-4c7c-bbdd-a870d3924868" providerId="ADAL" clId="{2B30183B-72AA-49C3-8324-98AE78112B80}" dt="2021-11-15T14:57:00.542" v="10191" actId="20577"/>
          <ac:spMkLst>
            <pc:docMk/>
            <pc:sldMk cId="2594186074" sldId="318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4:57:12.949" v="10229" actId="20577"/>
          <ac:spMkLst>
            <pc:docMk/>
            <pc:sldMk cId="2594186074" sldId="318"/>
            <ac:spMk id="5" creationId="{26EAEEBF-5BDB-4608-AAFA-A699C7F4D6A6}"/>
          </ac:spMkLst>
        </pc:spChg>
        <pc:spChg chg="add mod">
          <ac:chgData name="김태영" userId="8443cd8f-b258-4c7c-bbdd-a870d3924868" providerId="ADAL" clId="{2B30183B-72AA-49C3-8324-98AE78112B80}" dt="2021-11-15T16:57:20.324" v="13826" actId="1035"/>
          <ac:spMkLst>
            <pc:docMk/>
            <pc:sldMk cId="2594186074" sldId="318"/>
            <ac:spMk id="11" creationId="{BF6E2696-321F-441C-9781-2BB46A66BABF}"/>
          </ac:spMkLst>
        </pc:spChg>
        <pc:spChg chg="add mod">
          <ac:chgData name="김태영" userId="8443cd8f-b258-4c7c-bbdd-a870d3924868" providerId="ADAL" clId="{2B30183B-72AA-49C3-8324-98AE78112B80}" dt="2021-11-15T16:57:20.324" v="13826" actId="1035"/>
          <ac:spMkLst>
            <pc:docMk/>
            <pc:sldMk cId="2594186074" sldId="318"/>
            <ac:spMk id="12" creationId="{2A9F3C9B-74C0-4C65-BE7D-398BF0DE373B}"/>
          </ac:spMkLst>
        </pc:spChg>
        <pc:spChg chg="mod">
          <ac:chgData name="김태영" userId="8443cd8f-b258-4c7c-bbdd-a870d3924868" providerId="ADAL" clId="{2B30183B-72AA-49C3-8324-98AE78112B80}" dt="2021-11-15T16:58:52.675" v="13922" actId="1076"/>
          <ac:spMkLst>
            <pc:docMk/>
            <pc:sldMk cId="2594186074" sldId="318"/>
            <ac:spMk id="18" creationId="{FF532EC8-CC41-4490-B2BC-6D30A501AC61}"/>
          </ac:spMkLst>
        </pc:spChg>
        <pc:picChg chg="add del mod">
          <ac:chgData name="김태영" userId="8443cd8f-b258-4c7c-bbdd-a870d3924868" providerId="ADAL" clId="{2B30183B-72AA-49C3-8324-98AE78112B80}" dt="2021-11-15T11:02:22.327" v="5931" actId="478"/>
          <ac:picMkLst>
            <pc:docMk/>
            <pc:sldMk cId="2594186074" sldId="318"/>
            <ac:picMk id="4" creationId="{1A593FCF-7D59-4F61-9D1D-F6E96701A4DD}"/>
          </ac:picMkLst>
        </pc:picChg>
        <pc:picChg chg="add mod">
          <ac:chgData name="김태영" userId="8443cd8f-b258-4c7c-bbdd-a870d3924868" providerId="ADAL" clId="{2B30183B-72AA-49C3-8324-98AE78112B80}" dt="2021-11-15T16:57:20.324" v="13826" actId="1035"/>
          <ac:picMkLst>
            <pc:docMk/>
            <pc:sldMk cId="2594186074" sldId="318"/>
            <ac:picMk id="8" creationId="{766A371E-7D52-4CBA-B4C9-20DA6B4646F2}"/>
          </ac:picMkLst>
        </pc:picChg>
        <pc:cxnChg chg="add mod">
          <ac:chgData name="김태영" userId="8443cd8f-b258-4c7c-bbdd-a870d3924868" providerId="ADAL" clId="{2B30183B-72AA-49C3-8324-98AE78112B80}" dt="2021-11-15T16:57:20.324" v="13826" actId="1035"/>
          <ac:cxnSpMkLst>
            <pc:docMk/>
            <pc:sldMk cId="2594186074" sldId="318"/>
            <ac:cxnSpMk id="10" creationId="{2FFA788B-5AE5-42B8-8CEE-650F9097D727}"/>
          </ac:cxnSpMkLst>
        </pc:cxnChg>
      </pc:sldChg>
      <pc:sldChg chg="addSp delSp modSp add del mod modNotesTx">
        <pc:chgData name="김태영" userId="8443cd8f-b258-4c7c-bbdd-a870d3924868" providerId="ADAL" clId="{2B30183B-72AA-49C3-8324-98AE78112B80}" dt="2021-11-15T16:53:58.911" v="13797" actId="47"/>
        <pc:sldMkLst>
          <pc:docMk/>
          <pc:sldMk cId="3846291439" sldId="319"/>
        </pc:sldMkLst>
        <pc:spChg chg="mod">
          <ac:chgData name="김태영" userId="8443cd8f-b258-4c7c-bbdd-a870d3924868" providerId="ADAL" clId="{2B30183B-72AA-49C3-8324-98AE78112B80}" dt="2021-11-15T11:17:06.613" v="6537" actId="20577"/>
          <ac:spMkLst>
            <pc:docMk/>
            <pc:sldMk cId="3846291439" sldId="319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1:17:18.151" v="6588" actId="20577"/>
          <ac:spMkLst>
            <pc:docMk/>
            <pc:sldMk cId="3846291439" sldId="319"/>
            <ac:spMk id="5" creationId="{26EAEEBF-5BDB-4608-AAFA-A699C7F4D6A6}"/>
          </ac:spMkLst>
        </pc:spChg>
        <pc:spChg chg="add del mod">
          <ac:chgData name="김태영" userId="8443cd8f-b258-4c7c-bbdd-a870d3924868" providerId="ADAL" clId="{2B30183B-72AA-49C3-8324-98AE78112B80}" dt="2021-11-15T12:21:18.950" v="7231" actId="478"/>
          <ac:spMkLst>
            <pc:docMk/>
            <pc:sldMk cId="3846291439" sldId="319"/>
            <ac:spMk id="9" creationId="{2BDB7C23-92C9-4EC1-AD1F-EAB0993602C3}"/>
          </ac:spMkLst>
        </pc:spChg>
        <pc:spChg chg="add del mod">
          <ac:chgData name="김태영" userId="8443cd8f-b258-4c7c-bbdd-a870d3924868" providerId="ADAL" clId="{2B30183B-72AA-49C3-8324-98AE78112B80}" dt="2021-11-15T12:22:17.504" v="7439" actId="21"/>
          <ac:spMkLst>
            <pc:docMk/>
            <pc:sldMk cId="3846291439" sldId="319"/>
            <ac:spMk id="11" creationId="{BF6E2696-321F-441C-9781-2BB46A66BABF}"/>
          </ac:spMkLst>
        </pc:spChg>
        <pc:spChg chg="mod">
          <ac:chgData name="김태영" userId="8443cd8f-b258-4c7c-bbdd-a870d3924868" providerId="ADAL" clId="{2B30183B-72AA-49C3-8324-98AE78112B80}" dt="2021-11-15T11:32:39.725" v="7011" actId="20577"/>
          <ac:spMkLst>
            <pc:docMk/>
            <pc:sldMk cId="3846291439" sldId="319"/>
            <ac:spMk id="18" creationId="{FF532EC8-CC41-4490-B2BC-6D30A501AC61}"/>
          </ac:spMkLst>
        </pc:spChg>
        <pc:picChg chg="del">
          <ac:chgData name="김태영" userId="8443cd8f-b258-4c7c-bbdd-a870d3924868" providerId="ADAL" clId="{2B30183B-72AA-49C3-8324-98AE78112B80}" dt="2021-11-15T11:32:24.676" v="7004" actId="478"/>
          <ac:picMkLst>
            <pc:docMk/>
            <pc:sldMk cId="3846291439" sldId="319"/>
            <ac:picMk id="8" creationId="{766A371E-7D52-4CBA-B4C9-20DA6B4646F2}"/>
          </ac:picMkLst>
        </pc:picChg>
      </pc:sldChg>
      <pc:sldChg chg="delSp modSp add mod ord modNotesTx">
        <pc:chgData name="김태영" userId="8443cd8f-b258-4c7c-bbdd-a870d3924868" providerId="ADAL" clId="{2B30183B-72AA-49C3-8324-98AE78112B80}" dt="2021-11-15T16:59:04.835" v="13924"/>
        <pc:sldMkLst>
          <pc:docMk/>
          <pc:sldMk cId="3829291059" sldId="320"/>
        </pc:sldMkLst>
        <pc:spChg chg="del mod">
          <ac:chgData name="김태영" userId="8443cd8f-b258-4c7c-bbdd-a870d3924868" providerId="ADAL" clId="{2B30183B-72AA-49C3-8324-98AE78112B80}" dt="2021-11-15T16:57:55.356" v="13872" actId="478"/>
          <ac:spMkLst>
            <pc:docMk/>
            <pc:sldMk cId="3829291059" sldId="320"/>
            <ac:spMk id="9" creationId="{2BDB7C23-92C9-4EC1-AD1F-EAB0993602C3}"/>
          </ac:spMkLst>
        </pc:spChg>
        <pc:spChg chg="mod">
          <ac:chgData name="김태영" userId="8443cd8f-b258-4c7c-bbdd-a870d3924868" providerId="ADAL" clId="{2B30183B-72AA-49C3-8324-98AE78112B80}" dt="2021-11-15T16:57:03.257" v="13808" actId="21"/>
          <ac:spMkLst>
            <pc:docMk/>
            <pc:sldMk cId="3829291059" sldId="320"/>
            <ac:spMk id="11" creationId="{BF6E2696-321F-441C-9781-2BB46A66BABF}"/>
          </ac:spMkLst>
        </pc:spChg>
        <pc:spChg chg="mod">
          <ac:chgData name="김태영" userId="8443cd8f-b258-4c7c-bbdd-a870d3924868" providerId="ADAL" clId="{2B30183B-72AA-49C3-8324-98AE78112B80}" dt="2021-11-15T16:58:18.549" v="13878" actId="20577"/>
          <ac:spMkLst>
            <pc:docMk/>
            <pc:sldMk cId="3829291059" sldId="320"/>
            <ac:spMk id="18" creationId="{FF532EC8-CC41-4490-B2BC-6D30A501AC61}"/>
          </ac:spMkLst>
        </pc:spChg>
      </pc:sldChg>
      <pc:sldChg chg="addSp delSp modSp add mod ord modNotesTx">
        <pc:chgData name="김태영" userId="8443cd8f-b258-4c7c-bbdd-a870d3924868" providerId="ADAL" clId="{2B30183B-72AA-49C3-8324-98AE78112B80}" dt="2021-11-15T17:07:59.321" v="14360" actId="1076"/>
        <pc:sldMkLst>
          <pc:docMk/>
          <pc:sldMk cId="2285916183" sldId="321"/>
        </pc:sldMkLst>
        <pc:spChg chg="mod">
          <ac:chgData name="김태영" userId="8443cd8f-b258-4c7c-bbdd-a870d3924868" providerId="ADAL" clId="{2B30183B-72AA-49C3-8324-98AE78112B80}" dt="2021-11-15T17:04:42.607" v="14112" actId="1076"/>
          <ac:spMkLst>
            <pc:docMk/>
            <pc:sldMk cId="2285916183" sldId="321"/>
            <ac:spMk id="9" creationId="{2BDB7C23-92C9-4EC1-AD1F-EAB0993602C3}"/>
          </ac:spMkLst>
        </pc:spChg>
        <pc:spChg chg="del mod">
          <ac:chgData name="김태영" userId="8443cd8f-b258-4c7c-bbdd-a870d3924868" providerId="ADAL" clId="{2B30183B-72AA-49C3-8324-98AE78112B80}" dt="2021-11-15T17:02:13.557" v="13964" actId="478"/>
          <ac:spMkLst>
            <pc:docMk/>
            <pc:sldMk cId="2285916183" sldId="321"/>
            <ac:spMk id="11" creationId="{BF6E2696-321F-441C-9781-2BB46A66BABF}"/>
          </ac:spMkLst>
        </pc:spChg>
        <pc:spChg chg="add mod">
          <ac:chgData name="김태영" userId="8443cd8f-b258-4c7c-bbdd-a870d3924868" providerId="ADAL" clId="{2B30183B-72AA-49C3-8324-98AE78112B80}" dt="2021-11-15T17:07:59.321" v="14360" actId="1076"/>
          <ac:spMkLst>
            <pc:docMk/>
            <pc:sldMk cId="2285916183" sldId="321"/>
            <ac:spMk id="12" creationId="{389D5CDA-68F1-4670-8EB2-E30947205309}"/>
          </ac:spMkLst>
        </pc:spChg>
        <pc:spChg chg="add mod">
          <ac:chgData name="김태영" userId="8443cd8f-b258-4c7c-bbdd-a870d3924868" providerId="ADAL" clId="{2B30183B-72AA-49C3-8324-98AE78112B80}" dt="2021-11-15T17:05:44.302" v="14118" actId="14100"/>
          <ac:spMkLst>
            <pc:docMk/>
            <pc:sldMk cId="2285916183" sldId="321"/>
            <ac:spMk id="14" creationId="{0CE5035E-3E66-498C-BF97-80F5744799DA}"/>
          </ac:spMkLst>
        </pc:spChg>
        <pc:spChg chg="add mod">
          <ac:chgData name="김태영" userId="8443cd8f-b258-4c7c-bbdd-a870d3924868" providerId="ADAL" clId="{2B30183B-72AA-49C3-8324-98AE78112B80}" dt="2021-11-15T17:07:37.978" v="14358" actId="14100"/>
          <ac:spMkLst>
            <pc:docMk/>
            <pc:sldMk cId="2285916183" sldId="321"/>
            <ac:spMk id="15" creationId="{31D1C1FB-009B-42AF-BA47-F369A28C7C55}"/>
          </ac:spMkLst>
        </pc:spChg>
        <pc:spChg chg="del mod">
          <ac:chgData name="김태영" userId="8443cd8f-b258-4c7c-bbdd-a870d3924868" providerId="ADAL" clId="{2B30183B-72AA-49C3-8324-98AE78112B80}" dt="2021-11-15T17:02:15.910" v="13966" actId="478"/>
          <ac:spMkLst>
            <pc:docMk/>
            <pc:sldMk cId="2285916183" sldId="321"/>
            <ac:spMk id="18" creationId="{FF532EC8-CC41-4490-B2BC-6D30A501AC61}"/>
          </ac:spMkLst>
        </pc:spChg>
        <pc:picChg chg="add del mod">
          <ac:chgData name="김태영" userId="8443cd8f-b258-4c7c-bbdd-a870d3924868" providerId="ADAL" clId="{2B30183B-72AA-49C3-8324-98AE78112B80}" dt="2021-11-15T17:03:04.774" v="13970" actId="21"/>
          <ac:picMkLst>
            <pc:docMk/>
            <pc:sldMk cId="2285916183" sldId="321"/>
            <ac:picMk id="4" creationId="{4400FF9F-112B-4EE6-A43E-33B4B0B49669}"/>
          </ac:picMkLst>
        </pc:picChg>
        <pc:picChg chg="add mod">
          <ac:chgData name="김태영" userId="8443cd8f-b258-4c7c-bbdd-a870d3924868" providerId="ADAL" clId="{2B30183B-72AA-49C3-8324-98AE78112B80}" dt="2021-11-15T17:04:37.455" v="14111" actId="1076"/>
          <ac:picMkLst>
            <pc:docMk/>
            <pc:sldMk cId="2285916183" sldId="321"/>
            <ac:picMk id="13" creationId="{50750F62-D3F6-42D3-96FF-806E08252BA8}"/>
          </ac:picMkLst>
        </pc:picChg>
      </pc:sldChg>
      <pc:sldChg chg="addSp delSp modSp add mod ord modNotesTx">
        <pc:chgData name="김태영" userId="8443cd8f-b258-4c7c-bbdd-a870d3924868" providerId="ADAL" clId="{2B30183B-72AA-49C3-8324-98AE78112B80}" dt="2021-11-15T17:06:24.585" v="14220"/>
        <pc:sldMkLst>
          <pc:docMk/>
          <pc:sldMk cId="4100127133" sldId="322"/>
        </pc:sldMkLst>
        <pc:spChg chg="add del mod">
          <ac:chgData name="김태영" userId="8443cd8f-b258-4c7c-bbdd-a870d3924868" providerId="ADAL" clId="{2B30183B-72AA-49C3-8324-98AE78112B80}" dt="2021-11-15T17:01:13.476" v="13940" actId="1035"/>
          <ac:spMkLst>
            <pc:docMk/>
            <pc:sldMk cId="4100127133" sldId="322"/>
            <ac:spMk id="9" creationId="{2BDB7C23-92C9-4EC1-AD1F-EAB0993602C3}"/>
          </ac:spMkLst>
        </pc:spChg>
        <pc:spChg chg="del">
          <ac:chgData name="김태영" userId="8443cd8f-b258-4c7c-bbdd-a870d3924868" providerId="ADAL" clId="{2B30183B-72AA-49C3-8324-98AE78112B80}" dt="2021-11-15T12:22:45.740" v="7445" actId="478"/>
          <ac:spMkLst>
            <pc:docMk/>
            <pc:sldMk cId="4100127133" sldId="322"/>
            <ac:spMk id="11" creationId="{BF6E2696-321F-441C-9781-2BB46A66BABF}"/>
          </ac:spMkLst>
        </pc:spChg>
        <pc:spChg chg="del mod">
          <ac:chgData name="김태영" userId="8443cd8f-b258-4c7c-bbdd-a870d3924868" providerId="ADAL" clId="{2B30183B-72AA-49C3-8324-98AE78112B80}" dt="2021-11-15T11:54:02.080" v="7132" actId="478"/>
          <ac:spMkLst>
            <pc:docMk/>
            <pc:sldMk cId="4100127133" sldId="322"/>
            <ac:spMk id="12" creationId="{389D5CDA-68F1-4670-8EB2-E30947205309}"/>
          </ac:spMkLst>
        </pc:spChg>
        <pc:spChg chg="add mod">
          <ac:chgData name="김태영" userId="8443cd8f-b258-4c7c-bbdd-a870d3924868" providerId="ADAL" clId="{2B30183B-72AA-49C3-8324-98AE78112B80}" dt="2021-11-15T17:03:29.613" v="13978" actId="14100"/>
          <ac:spMkLst>
            <pc:docMk/>
            <pc:sldMk cId="4100127133" sldId="322"/>
            <ac:spMk id="14" creationId="{1AA33213-588E-41C6-970B-2D15BB58AD31}"/>
          </ac:spMkLst>
        </pc:spChg>
        <pc:spChg chg="add mod">
          <ac:chgData name="김태영" userId="8443cd8f-b258-4c7c-bbdd-a870d3924868" providerId="ADAL" clId="{2B30183B-72AA-49C3-8324-98AE78112B80}" dt="2021-11-15T17:01:43.982" v="13957" actId="1076"/>
          <ac:spMkLst>
            <pc:docMk/>
            <pc:sldMk cId="4100127133" sldId="322"/>
            <ac:spMk id="16" creationId="{33FCD501-7014-48A2-9634-8338C0D2E1F5}"/>
          </ac:spMkLst>
        </pc:spChg>
        <pc:spChg chg="del">
          <ac:chgData name="김태영" userId="8443cd8f-b258-4c7c-bbdd-a870d3924868" providerId="ADAL" clId="{2B30183B-72AA-49C3-8324-98AE78112B80}" dt="2021-11-15T16:54:13.775" v="13807" actId="478"/>
          <ac:spMkLst>
            <pc:docMk/>
            <pc:sldMk cId="4100127133" sldId="322"/>
            <ac:spMk id="18" creationId="{FF532EC8-CC41-4490-B2BC-6D30A501AC61}"/>
          </ac:spMkLst>
        </pc:spChg>
        <pc:spChg chg="add mod">
          <ac:chgData name="김태영" userId="8443cd8f-b258-4c7c-bbdd-a870d3924868" providerId="ADAL" clId="{2B30183B-72AA-49C3-8324-98AE78112B80}" dt="2021-11-15T17:03:42.794" v="13982" actId="1038"/>
          <ac:spMkLst>
            <pc:docMk/>
            <pc:sldMk cId="4100127133" sldId="322"/>
            <ac:spMk id="20" creationId="{0C942862-1BF5-4C2A-87CE-E4C6C797AD50}"/>
          </ac:spMkLst>
        </pc:spChg>
        <pc:picChg chg="del">
          <ac:chgData name="김태영" userId="8443cd8f-b258-4c7c-bbdd-a870d3924868" providerId="ADAL" clId="{2B30183B-72AA-49C3-8324-98AE78112B80}" dt="2021-11-15T11:53:59.643" v="7130" actId="478"/>
          <ac:picMkLst>
            <pc:docMk/>
            <pc:sldMk cId="4100127133" sldId="322"/>
            <ac:picMk id="4" creationId="{4400FF9F-112B-4EE6-A43E-33B4B0B49669}"/>
          </ac:picMkLst>
        </pc:picChg>
        <pc:picChg chg="add del mod">
          <ac:chgData name="김태영" userId="8443cd8f-b258-4c7c-bbdd-a870d3924868" providerId="ADAL" clId="{2B30183B-72AA-49C3-8324-98AE78112B80}" dt="2021-11-15T12:20:03.885" v="7225" actId="478"/>
          <ac:picMkLst>
            <pc:docMk/>
            <pc:sldMk cId="4100127133" sldId="322"/>
            <ac:picMk id="7" creationId="{C7D52FFC-9AB1-4E25-AF4C-C182B2167D5A}"/>
          </ac:picMkLst>
        </pc:picChg>
        <pc:picChg chg="add del mod">
          <ac:chgData name="김태영" userId="8443cd8f-b258-4c7c-bbdd-a870d3924868" providerId="ADAL" clId="{2B30183B-72AA-49C3-8324-98AE78112B80}" dt="2021-11-15T17:02:50.925" v="13967" actId="21"/>
          <ac:picMkLst>
            <pc:docMk/>
            <pc:sldMk cId="4100127133" sldId="322"/>
            <ac:picMk id="10" creationId="{639EC62B-A463-493E-8651-142A40593B84}"/>
          </ac:picMkLst>
        </pc:picChg>
        <pc:picChg chg="add mod ord">
          <ac:chgData name="김태영" userId="8443cd8f-b258-4c7c-bbdd-a870d3924868" providerId="ADAL" clId="{2B30183B-72AA-49C3-8324-98AE78112B80}" dt="2021-11-15T17:03:20.680" v="13976" actId="1076"/>
          <ac:picMkLst>
            <pc:docMk/>
            <pc:sldMk cId="4100127133" sldId="322"/>
            <ac:picMk id="19" creationId="{B8830C61-C04B-45D9-8985-A625F64CE0C4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14:54:49.411" v="10170" actId="20577"/>
        <pc:sldMkLst>
          <pc:docMk/>
          <pc:sldMk cId="2576018947" sldId="323"/>
        </pc:sldMkLst>
        <pc:spChg chg="add mod">
          <ac:chgData name="김태영" userId="8443cd8f-b258-4c7c-bbdd-a870d3924868" providerId="ADAL" clId="{2B30183B-72AA-49C3-8324-98AE78112B80}" dt="2021-11-15T14:53:43.870" v="10149" actId="1035"/>
          <ac:spMkLst>
            <pc:docMk/>
            <pc:sldMk cId="2576018947" sldId="323"/>
            <ac:spMk id="2" creationId="{1A28FB0C-84B9-4BE0-B2C1-4E35DA08682B}"/>
          </ac:spMkLst>
        </pc:spChg>
        <pc:spChg chg="del">
          <ac:chgData name="김태영" userId="8443cd8f-b258-4c7c-bbdd-a870d3924868" providerId="ADAL" clId="{2B30183B-72AA-49C3-8324-98AE78112B80}" dt="2021-11-15T11:56:23.398" v="7139" actId="478"/>
          <ac:spMkLst>
            <pc:docMk/>
            <pc:sldMk cId="2576018947" sldId="323"/>
            <ac:spMk id="9" creationId="{2BDB7C23-92C9-4EC1-AD1F-EAB0993602C3}"/>
          </ac:spMkLst>
        </pc:spChg>
        <pc:spChg chg="add mod">
          <ac:chgData name="김태영" userId="8443cd8f-b258-4c7c-bbdd-a870d3924868" providerId="ADAL" clId="{2B30183B-72AA-49C3-8324-98AE78112B80}" dt="2021-11-15T14:53:56.718" v="10163" actId="20577"/>
          <ac:spMkLst>
            <pc:docMk/>
            <pc:sldMk cId="2576018947" sldId="323"/>
            <ac:spMk id="10" creationId="{A24D94A5-4B73-4ADA-BCDA-FE33263EA2B4}"/>
          </ac:spMkLst>
        </pc:spChg>
        <pc:spChg chg="del">
          <ac:chgData name="김태영" userId="8443cd8f-b258-4c7c-bbdd-a870d3924868" providerId="ADAL" clId="{2B30183B-72AA-49C3-8324-98AE78112B80}" dt="2021-11-15T11:56:23.398" v="7139" actId="478"/>
          <ac:spMkLst>
            <pc:docMk/>
            <pc:sldMk cId="2576018947" sldId="323"/>
            <ac:spMk id="11" creationId="{BF6E2696-321F-441C-9781-2BB46A66BABF}"/>
          </ac:spMkLst>
        </pc:spChg>
        <pc:spChg chg="add mod">
          <ac:chgData name="김태영" userId="8443cd8f-b258-4c7c-bbdd-a870d3924868" providerId="ADAL" clId="{2B30183B-72AA-49C3-8324-98AE78112B80}" dt="2021-11-15T14:54:49.411" v="10170" actId="20577"/>
          <ac:spMkLst>
            <pc:docMk/>
            <pc:sldMk cId="2576018947" sldId="323"/>
            <ac:spMk id="12" creationId="{5C088F7D-5074-43A3-9683-26FA5B15984E}"/>
          </ac:spMkLst>
        </pc:spChg>
        <pc:spChg chg="del mod">
          <ac:chgData name="김태영" userId="8443cd8f-b258-4c7c-bbdd-a870d3924868" providerId="ADAL" clId="{2B30183B-72AA-49C3-8324-98AE78112B80}" dt="2021-11-15T11:56:26.357" v="7141" actId="478"/>
          <ac:spMkLst>
            <pc:docMk/>
            <pc:sldMk cId="2576018947" sldId="323"/>
            <ac:spMk id="18" creationId="{FF532EC8-CC41-4490-B2BC-6D30A501AC61}"/>
          </ac:spMkLst>
        </pc:spChg>
        <pc:picChg chg="del">
          <ac:chgData name="김태영" userId="8443cd8f-b258-4c7c-bbdd-a870d3924868" providerId="ADAL" clId="{2B30183B-72AA-49C3-8324-98AE78112B80}" dt="2021-11-15T11:56:23.398" v="7139" actId="478"/>
          <ac:picMkLst>
            <pc:docMk/>
            <pc:sldMk cId="2576018947" sldId="323"/>
            <ac:picMk id="7" creationId="{C7D52FFC-9AB1-4E25-AF4C-C182B2167D5A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14:56:07.049" v="10189" actId="20577"/>
        <pc:sldMkLst>
          <pc:docMk/>
          <pc:sldMk cId="3421980833" sldId="324"/>
        </pc:sldMkLst>
        <pc:spChg chg="del mod">
          <ac:chgData name="김태영" userId="8443cd8f-b258-4c7c-bbdd-a870d3924868" providerId="ADAL" clId="{2B30183B-72AA-49C3-8324-98AE78112B80}" dt="2021-11-15T13:07:07.291" v="9298" actId="478"/>
          <ac:spMkLst>
            <pc:docMk/>
            <pc:sldMk cId="3421980833" sldId="324"/>
            <ac:spMk id="2" creationId="{1A28FB0C-84B9-4BE0-B2C1-4E35DA08682B}"/>
          </ac:spMkLst>
        </pc:spChg>
        <pc:spChg chg="mod">
          <ac:chgData name="김태영" userId="8443cd8f-b258-4c7c-bbdd-a870d3924868" providerId="ADAL" clId="{2B30183B-72AA-49C3-8324-98AE78112B80}" dt="2021-11-15T14:54:00.016" v="10166" actId="20577"/>
          <ac:spMkLst>
            <pc:docMk/>
            <pc:sldMk cId="3421980833" sldId="324"/>
            <ac:spMk id="10" creationId="{A24D94A5-4B73-4ADA-BCDA-FE33263EA2B4}"/>
          </ac:spMkLst>
        </pc:spChg>
        <pc:spChg chg="mod">
          <ac:chgData name="김태영" userId="8443cd8f-b258-4c7c-bbdd-a870d3924868" providerId="ADAL" clId="{2B30183B-72AA-49C3-8324-98AE78112B80}" dt="2021-11-15T14:56:07.049" v="10189" actId="20577"/>
          <ac:spMkLst>
            <pc:docMk/>
            <pc:sldMk cId="3421980833" sldId="324"/>
            <ac:spMk id="12" creationId="{5C088F7D-5074-43A3-9683-26FA5B15984E}"/>
          </ac:spMkLst>
        </pc:spChg>
        <pc:picChg chg="add mod">
          <ac:chgData name="김태영" userId="8443cd8f-b258-4c7c-bbdd-a870d3924868" providerId="ADAL" clId="{2B30183B-72AA-49C3-8324-98AE78112B80}" dt="2021-11-15T13:15:50.725" v="9458" actId="1076"/>
          <ac:picMkLst>
            <pc:docMk/>
            <pc:sldMk cId="3421980833" sldId="324"/>
            <ac:picMk id="7" creationId="{5ED5FEE4-5B34-43B4-89C7-9C6EAD5C0018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14:54:04.769" v="10169" actId="20577"/>
        <pc:sldMkLst>
          <pc:docMk/>
          <pc:sldMk cId="3280456474" sldId="325"/>
        </pc:sldMkLst>
        <pc:spChg chg="mod">
          <ac:chgData name="김태영" userId="8443cd8f-b258-4c7c-bbdd-a870d3924868" providerId="ADAL" clId="{2B30183B-72AA-49C3-8324-98AE78112B80}" dt="2021-11-15T14:54:04.769" v="10169" actId="20577"/>
          <ac:spMkLst>
            <pc:docMk/>
            <pc:sldMk cId="3280456474" sldId="325"/>
            <ac:spMk id="10" creationId="{A24D94A5-4B73-4ADA-BCDA-FE33263EA2B4}"/>
          </ac:spMkLst>
        </pc:spChg>
        <pc:spChg chg="mod">
          <ac:chgData name="김태영" userId="8443cd8f-b258-4c7c-bbdd-a870d3924868" providerId="ADAL" clId="{2B30183B-72AA-49C3-8324-98AE78112B80}" dt="2021-11-15T13:44:38.189" v="10017"/>
          <ac:spMkLst>
            <pc:docMk/>
            <pc:sldMk cId="3280456474" sldId="325"/>
            <ac:spMk id="12" creationId="{5C088F7D-5074-43A3-9683-26FA5B15984E}"/>
          </ac:spMkLst>
        </pc:spChg>
        <pc:spChg chg="add mod">
          <ac:chgData name="김태영" userId="8443cd8f-b258-4c7c-bbdd-a870d3924868" providerId="ADAL" clId="{2B30183B-72AA-49C3-8324-98AE78112B80}" dt="2021-11-15T13:37:08.223" v="9999" actId="14100"/>
          <ac:spMkLst>
            <pc:docMk/>
            <pc:sldMk cId="3280456474" sldId="325"/>
            <ac:spMk id="14" creationId="{D0A7630E-9A56-4A8E-9255-7ED9075C9B87}"/>
          </ac:spMkLst>
        </pc:spChg>
        <pc:spChg chg="add mod">
          <ac:chgData name="김태영" userId="8443cd8f-b258-4c7c-bbdd-a870d3924868" providerId="ADAL" clId="{2B30183B-72AA-49C3-8324-98AE78112B80}" dt="2021-11-15T13:45:14.684" v="10130" actId="1076"/>
          <ac:spMkLst>
            <pc:docMk/>
            <pc:sldMk cId="3280456474" sldId="325"/>
            <ac:spMk id="16" creationId="{B6BD8E33-6F47-4E8C-88B6-3DD153C162E1}"/>
          </ac:spMkLst>
        </pc:spChg>
        <pc:picChg chg="add mod">
          <ac:chgData name="김태영" userId="8443cd8f-b258-4c7c-bbdd-a870d3924868" providerId="ADAL" clId="{2B30183B-72AA-49C3-8324-98AE78112B80}" dt="2021-11-15T13:37:00.279" v="9997" actId="1076"/>
          <ac:picMkLst>
            <pc:docMk/>
            <pc:sldMk cId="3280456474" sldId="325"/>
            <ac:picMk id="4" creationId="{5778675B-F90E-4672-8798-82AD24D96ED7}"/>
          </ac:picMkLst>
        </pc:picChg>
        <pc:picChg chg="del">
          <ac:chgData name="김태영" userId="8443cd8f-b258-4c7c-bbdd-a870d3924868" providerId="ADAL" clId="{2B30183B-72AA-49C3-8324-98AE78112B80}" dt="2021-11-15T13:17:26.936" v="9624" actId="478"/>
          <ac:picMkLst>
            <pc:docMk/>
            <pc:sldMk cId="3280456474" sldId="325"/>
            <ac:picMk id="7" creationId="{5ED5FEE4-5B34-43B4-89C7-9C6EAD5C0018}"/>
          </ac:picMkLst>
        </pc:picChg>
        <pc:picChg chg="add mod">
          <ac:chgData name="김태영" userId="8443cd8f-b258-4c7c-bbdd-a870d3924868" providerId="ADAL" clId="{2B30183B-72AA-49C3-8324-98AE78112B80}" dt="2021-11-15T13:36:12.197" v="9983" actId="1076"/>
          <ac:picMkLst>
            <pc:docMk/>
            <pc:sldMk cId="3280456474" sldId="325"/>
            <ac:picMk id="9" creationId="{3C984A42-1142-43E7-B2E6-6CF102B61DA3}"/>
          </ac:picMkLst>
        </pc:picChg>
      </pc:sldChg>
      <pc:sldChg chg="add del">
        <pc:chgData name="김태영" userId="8443cd8f-b258-4c7c-bbdd-a870d3924868" providerId="ADAL" clId="{2B30183B-72AA-49C3-8324-98AE78112B80}" dt="2021-11-15T15:48:12.128" v="11607" actId="47"/>
        <pc:sldMkLst>
          <pc:docMk/>
          <pc:sldMk cId="1349405022" sldId="326"/>
        </pc:sldMkLst>
      </pc:sldChg>
      <pc:sldChg chg="addSp delSp modSp add mod modNotesTx">
        <pc:chgData name="김태영" userId="8443cd8f-b258-4c7c-bbdd-a870d3924868" providerId="ADAL" clId="{2B30183B-72AA-49C3-8324-98AE78112B80}" dt="2021-11-15T15:57:20.325" v="11902" actId="1076"/>
        <pc:sldMkLst>
          <pc:docMk/>
          <pc:sldMk cId="4097094211" sldId="327"/>
        </pc:sldMkLst>
        <pc:spChg chg="del">
          <ac:chgData name="김태영" userId="8443cd8f-b258-4c7c-bbdd-a870d3924868" providerId="ADAL" clId="{2B30183B-72AA-49C3-8324-98AE78112B80}" dt="2021-11-15T15:37:16.489" v="10948" actId="478"/>
          <ac:spMkLst>
            <pc:docMk/>
            <pc:sldMk cId="4097094211" sldId="327"/>
            <ac:spMk id="9" creationId="{D9A9BD9A-B8E3-4648-A02A-06803309EC32}"/>
          </ac:spMkLst>
        </pc:spChg>
        <pc:spChg chg="mod">
          <ac:chgData name="김태영" userId="8443cd8f-b258-4c7c-bbdd-a870d3924868" providerId="ADAL" clId="{2B30183B-72AA-49C3-8324-98AE78112B80}" dt="2021-11-15T15:47:49.305" v="11602" actId="1036"/>
          <ac:spMkLst>
            <pc:docMk/>
            <pc:sldMk cId="4097094211" sldId="327"/>
            <ac:spMk id="12" creationId="{1EBE8CF2-6D19-412C-8394-F4051EF9AEC0}"/>
          </ac:spMkLst>
        </pc:spChg>
        <pc:spChg chg="mod">
          <ac:chgData name="김태영" userId="8443cd8f-b258-4c7c-bbdd-a870d3924868" providerId="ADAL" clId="{2B30183B-72AA-49C3-8324-98AE78112B80}" dt="2021-11-15T15:47:49.305" v="11602" actId="1036"/>
          <ac:spMkLst>
            <pc:docMk/>
            <pc:sldMk cId="4097094211" sldId="327"/>
            <ac:spMk id="13" creationId="{57ED738C-A08E-4513-B256-A16473D7B2E6}"/>
          </ac:spMkLst>
        </pc:spChg>
        <pc:spChg chg="mod">
          <ac:chgData name="김태영" userId="8443cd8f-b258-4c7c-bbdd-a870d3924868" providerId="ADAL" clId="{2B30183B-72AA-49C3-8324-98AE78112B80}" dt="2021-11-15T15:47:49.305" v="11602" actId="1036"/>
          <ac:spMkLst>
            <pc:docMk/>
            <pc:sldMk cId="4097094211" sldId="327"/>
            <ac:spMk id="14" creationId="{C1E799EA-9668-44A4-8CD7-D91F07E59A24}"/>
          </ac:spMkLst>
        </pc:spChg>
        <pc:spChg chg="add mod">
          <ac:chgData name="김태영" userId="8443cd8f-b258-4c7c-bbdd-a870d3924868" providerId="ADAL" clId="{2B30183B-72AA-49C3-8324-98AE78112B80}" dt="2021-11-15T15:47:49.305" v="11602" actId="1036"/>
          <ac:spMkLst>
            <pc:docMk/>
            <pc:sldMk cId="4097094211" sldId="327"/>
            <ac:spMk id="15" creationId="{6BBA810D-D886-4F32-9D6D-C9EBADBA99F4}"/>
          </ac:spMkLst>
        </pc:spChg>
        <pc:spChg chg="add mod">
          <ac:chgData name="김태영" userId="8443cd8f-b258-4c7c-bbdd-a870d3924868" providerId="ADAL" clId="{2B30183B-72AA-49C3-8324-98AE78112B80}" dt="2021-11-15T15:40:09.664" v="11148" actId="571"/>
          <ac:spMkLst>
            <pc:docMk/>
            <pc:sldMk cId="4097094211" sldId="327"/>
            <ac:spMk id="18" creationId="{6386329C-C112-4FA8-9B9F-53562144F37B}"/>
          </ac:spMkLst>
        </pc:spChg>
        <pc:spChg chg="add del mod">
          <ac:chgData name="김태영" userId="8443cd8f-b258-4c7c-bbdd-a870d3924868" providerId="ADAL" clId="{2B30183B-72AA-49C3-8324-98AE78112B80}" dt="2021-11-15T15:40:09.241" v="11147"/>
          <ac:spMkLst>
            <pc:docMk/>
            <pc:sldMk cId="4097094211" sldId="327"/>
            <ac:spMk id="19" creationId="{7DAD48FD-9EEB-4B08-B85F-430165EC7E38}"/>
          </ac:spMkLst>
        </pc:spChg>
        <pc:spChg chg="add mod">
          <ac:chgData name="김태영" userId="8443cd8f-b258-4c7c-bbdd-a870d3924868" providerId="ADAL" clId="{2B30183B-72AA-49C3-8324-98AE78112B80}" dt="2021-11-15T15:53:35.506" v="11815" actId="1076"/>
          <ac:spMkLst>
            <pc:docMk/>
            <pc:sldMk cId="4097094211" sldId="327"/>
            <ac:spMk id="20" creationId="{EC9B15B2-3C81-4C39-8CB7-E66A2ED94615}"/>
          </ac:spMkLst>
        </pc:spChg>
        <pc:spChg chg="add mod">
          <ac:chgData name="김태영" userId="8443cd8f-b258-4c7c-bbdd-a870d3924868" providerId="ADAL" clId="{2B30183B-72AA-49C3-8324-98AE78112B80}" dt="2021-11-15T15:57:18.452" v="11901" actId="1076"/>
          <ac:spMkLst>
            <pc:docMk/>
            <pc:sldMk cId="4097094211" sldId="327"/>
            <ac:spMk id="21" creationId="{E729F94F-A5B1-4EA4-99C4-5BA10DC5E9E9}"/>
          </ac:spMkLst>
        </pc:spChg>
        <pc:spChg chg="add mod">
          <ac:chgData name="김태영" userId="8443cd8f-b258-4c7c-bbdd-a870d3924868" providerId="ADAL" clId="{2B30183B-72AA-49C3-8324-98AE78112B80}" dt="2021-11-15T15:57:20.325" v="11902" actId="1076"/>
          <ac:spMkLst>
            <pc:docMk/>
            <pc:sldMk cId="4097094211" sldId="327"/>
            <ac:spMk id="22" creationId="{1FA09C4C-15A1-4603-8625-A5CC2279D05A}"/>
          </ac:spMkLst>
        </pc:spChg>
        <pc:cxnChg chg="add mod">
          <ac:chgData name="김태영" userId="8443cd8f-b258-4c7c-bbdd-a870d3924868" providerId="ADAL" clId="{2B30183B-72AA-49C3-8324-98AE78112B80}" dt="2021-11-15T15:47:49.305" v="11602" actId="1036"/>
          <ac:cxnSpMkLst>
            <pc:docMk/>
            <pc:sldMk cId="4097094211" sldId="327"/>
            <ac:cxnSpMk id="3" creationId="{40239FE6-9129-45B4-BCB3-65491A44635C}"/>
          </ac:cxnSpMkLst>
        </pc:cxnChg>
        <pc:cxnChg chg="del mod">
          <ac:chgData name="김태영" userId="8443cd8f-b258-4c7c-bbdd-a870d3924868" providerId="ADAL" clId="{2B30183B-72AA-49C3-8324-98AE78112B80}" dt="2021-11-15T15:37:14.461" v="10947" actId="478"/>
          <ac:cxnSpMkLst>
            <pc:docMk/>
            <pc:sldMk cId="4097094211" sldId="327"/>
            <ac:cxnSpMk id="17" creationId="{ECBAB86D-3B78-4693-B3FA-E50D45597410}"/>
          </ac:cxnSpMkLst>
        </pc:cxnChg>
      </pc:sldChg>
      <pc:sldChg chg="addSp delSp modSp add mod modNotesTx">
        <pc:chgData name="김태영" userId="8443cd8f-b258-4c7c-bbdd-a870d3924868" providerId="ADAL" clId="{2B30183B-72AA-49C3-8324-98AE78112B80}" dt="2021-11-15T16:10:05.758" v="12377" actId="1076"/>
        <pc:sldMkLst>
          <pc:docMk/>
          <pc:sldMk cId="1202824093" sldId="328"/>
        </pc:sldMkLst>
        <pc:spChg chg="add mod">
          <ac:chgData name="김태영" userId="8443cd8f-b258-4c7c-bbdd-a870d3924868" providerId="ADAL" clId="{2B30183B-72AA-49C3-8324-98AE78112B80}" dt="2021-11-15T16:04:37.902" v="12048" actId="1076"/>
          <ac:spMkLst>
            <pc:docMk/>
            <pc:sldMk cId="1202824093" sldId="328"/>
            <ac:spMk id="2" creationId="{8F7052E9-AFEA-4D45-953E-7E1D722F5226}"/>
          </ac:spMkLst>
        </pc:spChg>
        <pc:spChg chg="mod">
          <ac:chgData name="김태영" userId="8443cd8f-b258-4c7c-bbdd-a870d3924868" providerId="ADAL" clId="{2B30183B-72AA-49C3-8324-98AE78112B80}" dt="2021-11-15T15:58:32.511" v="11905" actId="20577"/>
          <ac:spMkLst>
            <pc:docMk/>
            <pc:sldMk cId="1202824093" sldId="328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5:58:36.178" v="11919" actId="20577"/>
          <ac:spMkLst>
            <pc:docMk/>
            <pc:sldMk cId="1202824093" sldId="328"/>
            <ac:spMk id="5" creationId="{26EAEEBF-5BDB-4608-AAFA-A699C7F4D6A6}"/>
          </ac:spMkLst>
        </pc:spChg>
        <pc:spChg chg="del">
          <ac:chgData name="김태영" userId="8443cd8f-b258-4c7c-bbdd-a870d3924868" providerId="ADAL" clId="{2B30183B-72AA-49C3-8324-98AE78112B80}" dt="2021-11-15T15:58:48.744" v="11921" actId="478"/>
          <ac:spMkLst>
            <pc:docMk/>
            <pc:sldMk cId="1202824093" sldId="328"/>
            <ac:spMk id="10" creationId="{A24D94A5-4B73-4ADA-BCDA-FE33263EA2B4}"/>
          </ac:spMkLst>
        </pc:spChg>
        <pc:spChg chg="mod">
          <ac:chgData name="김태영" userId="8443cd8f-b258-4c7c-bbdd-a870d3924868" providerId="ADAL" clId="{2B30183B-72AA-49C3-8324-98AE78112B80}" dt="2021-11-15T16:10:05.758" v="12377" actId="1076"/>
          <ac:spMkLst>
            <pc:docMk/>
            <pc:sldMk cId="1202824093" sldId="328"/>
            <ac:spMk id="12" creationId="{5C088F7D-5074-43A3-9683-26FA5B15984E}"/>
          </ac:spMkLst>
        </pc:spChg>
        <pc:spChg chg="del">
          <ac:chgData name="김태영" userId="8443cd8f-b258-4c7c-bbdd-a870d3924868" providerId="ADAL" clId="{2B30183B-72AA-49C3-8324-98AE78112B80}" dt="2021-11-15T15:58:48.744" v="11921" actId="478"/>
          <ac:spMkLst>
            <pc:docMk/>
            <pc:sldMk cId="1202824093" sldId="328"/>
            <ac:spMk id="14" creationId="{D0A7630E-9A56-4A8E-9255-7ED9075C9B87}"/>
          </ac:spMkLst>
        </pc:spChg>
        <pc:spChg chg="del">
          <ac:chgData name="김태영" userId="8443cd8f-b258-4c7c-bbdd-a870d3924868" providerId="ADAL" clId="{2B30183B-72AA-49C3-8324-98AE78112B80}" dt="2021-11-15T15:58:48.744" v="11921" actId="478"/>
          <ac:spMkLst>
            <pc:docMk/>
            <pc:sldMk cId="1202824093" sldId="328"/>
            <ac:spMk id="16" creationId="{B6BD8E33-6F47-4E8C-88B6-3DD153C162E1}"/>
          </ac:spMkLst>
        </pc:spChg>
        <pc:picChg chg="del">
          <ac:chgData name="김태영" userId="8443cd8f-b258-4c7c-bbdd-a870d3924868" providerId="ADAL" clId="{2B30183B-72AA-49C3-8324-98AE78112B80}" dt="2021-11-15T15:58:48.744" v="11921" actId="478"/>
          <ac:picMkLst>
            <pc:docMk/>
            <pc:sldMk cId="1202824093" sldId="328"/>
            <ac:picMk id="4" creationId="{5778675B-F90E-4672-8798-82AD24D96ED7}"/>
          </ac:picMkLst>
        </pc:picChg>
        <pc:picChg chg="del">
          <ac:chgData name="김태영" userId="8443cd8f-b258-4c7c-bbdd-a870d3924868" providerId="ADAL" clId="{2B30183B-72AA-49C3-8324-98AE78112B80}" dt="2021-11-15T15:58:48.744" v="11921" actId="478"/>
          <ac:picMkLst>
            <pc:docMk/>
            <pc:sldMk cId="1202824093" sldId="328"/>
            <ac:picMk id="9" creationId="{3C984A42-1142-43E7-B2E6-6CF102B61DA3}"/>
          </ac:picMkLst>
        </pc:picChg>
      </pc:sldChg>
      <pc:sldChg chg="addSp delSp modSp add mod modNotesTx">
        <pc:chgData name="김태영" userId="8443cd8f-b258-4c7c-bbdd-a870d3924868" providerId="ADAL" clId="{2B30183B-72AA-49C3-8324-98AE78112B80}" dt="2021-11-15T16:39:00.846" v="13253" actId="20577"/>
        <pc:sldMkLst>
          <pc:docMk/>
          <pc:sldMk cId="1760318954" sldId="329"/>
        </pc:sldMkLst>
        <pc:spChg chg="mod">
          <ac:chgData name="김태영" userId="8443cd8f-b258-4c7c-bbdd-a870d3924868" providerId="ADAL" clId="{2B30183B-72AA-49C3-8324-98AE78112B80}" dt="2021-11-15T16:00:01.503" v="11976" actId="20577"/>
          <ac:spMkLst>
            <pc:docMk/>
            <pc:sldMk cId="1760318954" sldId="329"/>
            <ac:spMk id="3" creationId="{9AC5D99C-747A-4109-9928-21CBA3C4471D}"/>
          </ac:spMkLst>
        </pc:spChg>
        <pc:spChg chg="mod">
          <ac:chgData name="김태영" userId="8443cd8f-b258-4c7c-bbdd-a870d3924868" providerId="ADAL" clId="{2B30183B-72AA-49C3-8324-98AE78112B80}" dt="2021-11-15T15:59:00.245" v="11945" actId="20577"/>
          <ac:spMkLst>
            <pc:docMk/>
            <pc:sldMk cId="1760318954" sldId="329"/>
            <ac:spMk id="5" creationId="{26EAEEBF-5BDB-4608-AAFA-A699C7F4D6A6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0" creationId="{F556289A-0F14-459E-B33C-4C9E4B7B6CFC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1" creationId="{A842A97A-7555-4726-BE26-F7E2E8ED2654}"/>
          </ac:spMkLst>
        </pc:spChg>
        <pc:spChg chg="mod">
          <ac:chgData name="김태영" userId="8443cd8f-b258-4c7c-bbdd-a870d3924868" providerId="ADAL" clId="{2B30183B-72AA-49C3-8324-98AE78112B80}" dt="2021-11-15T16:39:00.846" v="13253" actId="20577"/>
          <ac:spMkLst>
            <pc:docMk/>
            <pc:sldMk cId="1760318954" sldId="329"/>
            <ac:spMk id="12" creationId="{5C088F7D-5074-43A3-9683-26FA5B15984E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3" creationId="{F58D0B66-8210-4A9F-A759-EDE63767B26B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6" creationId="{EE9545A2-51C1-4ED0-87B1-514C1597BFFA}"/>
          </ac:spMkLst>
        </pc:spChg>
        <pc:spChg chg="add mod">
          <ac:chgData name="김태영" userId="8443cd8f-b258-4c7c-bbdd-a870d3924868" providerId="ADAL" clId="{2B30183B-72AA-49C3-8324-98AE78112B80}" dt="2021-11-15T16:37:24.997" v="13126" actId="164"/>
          <ac:spMkLst>
            <pc:docMk/>
            <pc:sldMk cId="1760318954" sldId="329"/>
            <ac:spMk id="19" creationId="{EE8F2F21-0589-4A1B-9E84-B5B30572711B}"/>
          </ac:spMkLst>
        </pc:spChg>
        <pc:spChg chg="add del mod">
          <ac:chgData name="김태영" userId="8443cd8f-b258-4c7c-bbdd-a870d3924868" providerId="ADAL" clId="{2B30183B-72AA-49C3-8324-98AE78112B80}" dt="2021-11-15T16:36:30.232" v="13102"/>
          <ac:spMkLst>
            <pc:docMk/>
            <pc:sldMk cId="1760318954" sldId="329"/>
            <ac:spMk id="20" creationId="{9E6315DC-EC21-4650-B07C-53CD84F5091B}"/>
          </ac:spMkLst>
        </pc:spChg>
        <pc:grpChg chg="add mod">
          <ac:chgData name="김태영" userId="8443cd8f-b258-4c7c-bbdd-a870d3924868" providerId="ADAL" clId="{2B30183B-72AA-49C3-8324-98AE78112B80}" dt="2021-11-15T16:37:27.307" v="13127" actId="1076"/>
          <ac:grpSpMkLst>
            <pc:docMk/>
            <pc:sldMk cId="1760318954" sldId="329"/>
            <ac:grpSpMk id="14" creationId="{93F987C3-F38E-40C5-88EB-E31B46E8762E}"/>
          </ac:grpSpMkLst>
        </pc:grpChg>
        <pc:picChg chg="add del mod">
          <ac:chgData name="김태영" userId="8443cd8f-b258-4c7c-bbdd-a870d3924868" providerId="ADAL" clId="{2B30183B-72AA-49C3-8324-98AE78112B80}" dt="2021-11-15T16:36:00.396" v="13092" actId="478"/>
          <ac:picMkLst>
            <pc:docMk/>
            <pc:sldMk cId="1760318954" sldId="329"/>
            <ac:picMk id="9" creationId="{308B980A-FA2C-4A15-B3F4-5E350B8C7FF5}"/>
          </ac:picMkLst>
        </pc:picChg>
        <pc:picChg chg="add mod">
          <ac:chgData name="김태영" userId="8443cd8f-b258-4c7c-bbdd-a870d3924868" providerId="ADAL" clId="{2B30183B-72AA-49C3-8324-98AE78112B80}" dt="2021-11-15T16:26:30.385" v="12713" actId="1076"/>
          <ac:picMkLst>
            <pc:docMk/>
            <pc:sldMk cId="1760318954" sldId="329"/>
            <ac:picMk id="2050" creationId="{343604AD-3082-4869-B064-C8BF7E79B72B}"/>
          </ac:picMkLst>
        </pc:picChg>
        <pc:picChg chg="add mod">
          <ac:chgData name="김태영" userId="8443cd8f-b258-4c7c-bbdd-a870d3924868" providerId="ADAL" clId="{2B30183B-72AA-49C3-8324-98AE78112B80}" dt="2021-11-15T16:26:46.753" v="12721" actId="1076"/>
          <ac:picMkLst>
            <pc:docMk/>
            <pc:sldMk cId="1760318954" sldId="329"/>
            <ac:picMk id="2052" creationId="{A38324FB-15DB-42F6-9A4E-C1EAC4E25A4F}"/>
          </ac:picMkLst>
        </pc:picChg>
        <pc:picChg chg="add mod">
          <ac:chgData name="김태영" userId="8443cd8f-b258-4c7c-bbdd-a870d3924868" providerId="ADAL" clId="{2B30183B-72AA-49C3-8324-98AE78112B80}" dt="2021-11-15T16:26:39.556" v="12718" actId="1076"/>
          <ac:picMkLst>
            <pc:docMk/>
            <pc:sldMk cId="1760318954" sldId="329"/>
            <ac:picMk id="2054" creationId="{AEA116AA-E834-45BE-90FB-942466F33EBD}"/>
          </ac:picMkLst>
        </pc:picChg>
        <pc:cxnChg chg="add mod">
          <ac:chgData name="김태영" userId="8443cd8f-b258-4c7c-bbdd-a870d3924868" providerId="ADAL" clId="{2B30183B-72AA-49C3-8324-98AE78112B80}" dt="2021-11-15T16:37:24.997" v="13126" actId="164"/>
          <ac:cxnSpMkLst>
            <pc:docMk/>
            <pc:sldMk cId="1760318954" sldId="329"/>
            <ac:cxnSpMk id="7" creationId="{962A06BF-188A-4AF7-BEF2-6147C90A2896}"/>
          </ac:cxnSpMkLst>
        </pc:cxnChg>
      </pc:sldChg>
      <pc:sldChg chg="delSp modSp add mod">
        <pc:chgData name="김태영" userId="8443cd8f-b258-4c7c-bbdd-a870d3924868" providerId="ADAL" clId="{2B30183B-72AA-49C3-8324-98AE78112B80}" dt="2021-11-15T15:59:51.417" v="11974" actId="1076"/>
        <pc:sldMkLst>
          <pc:docMk/>
          <pc:sldMk cId="343920036" sldId="330"/>
        </pc:sldMkLst>
        <pc:spChg chg="del">
          <ac:chgData name="김태영" userId="8443cd8f-b258-4c7c-bbdd-a870d3924868" providerId="ADAL" clId="{2B30183B-72AA-49C3-8324-98AE78112B80}" dt="2021-11-15T15:59:22.469" v="11949" actId="478"/>
          <ac:spMkLst>
            <pc:docMk/>
            <pc:sldMk cId="343920036" sldId="330"/>
            <ac:spMk id="3" creationId="{9AC5D99C-747A-4109-9928-21CBA3C4471D}"/>
          </ac:spMkLst>
        </pc:spChg>
        <pc:spChg chg="del">
          <ac:chgData name="김태영" userId="8443cd8f-b258-4c7c-bbdd-a870d3924868" providerId="ADAL" clId="{2B30183B-72AA-49C3-8324-98AE78112B80}" dt="2021-11-15T15:59:22.469" v="11949" actId="478"/>
          <ac:spMkLst>
            <pc:docMk/>
            <pc:sldMk cId="343920036" sldId="330"/>
            <ac:spMk id="5" creationId="{26EAEEBF-5BDB-4608-AAFA-A699C7F4D6A6}"/>
          </ac:spMkLst>
        </pc:spChg>
        <pc:spChg chg="mod">
          <ac:chgData name="김태영" userId="8443cd8f-b258-4c7c-bbdd-a870d3924868" providerId="ADAL" clId="{2B30183B-72AA-49C3-8324-98AE78112B80}" dt="2021-11-15T15:59:51.417" v="11974" actId="1076"/>
          <ac:spMkLst>
            <pc:docMk/>
            <pc:sldMk cId="343920036" sldId="330"/>
            <ac:spMk id="12" creationId="{5C088F7D-5074-43A3-9683-26FA5B15984E}"/>
          </ac:spMkLst>
        </pc:spChg>
        <pc:spChg chg="del">
          <ac:chgData name="김태영" userId="8443cd8f-b258-4c7c-bbdd-a870d3924868" providerId="ADAL" clId="{2B30183B-72AA-49C3-8324-98AE78112B80}" dt="2021-11-15T15:59:22.469" v="11949" actId="478"/>
          <ac:spMkLst>
            <pc:docMk/>
            <pc:sldMk cId="343920036" sldId="330"/>
            <ac:spMk id="41" creationId="{4FD2D8B8-D718-4F6F-A048-D81FF4BE3DA0}"/>
          </ac:spMkLst>
        </pc:spChg>
        <pc:cxnChg chg="del">
          <ac:chgData name="김태영" userId="8443cd8f-b258-4c7c-bbdd-a870d3924868" providerId="ADAL" clId="{2B30183B-72AA-49C3-8324-98AE78112B80}" dt="2021-11-15T15:59:22.469" v="11949" actId="478"/>
          <ac:cxnSpMkLst>
            <pc:docMk/>
            <pc:sldMk cId="343920036" sldId="330"/>
            <ac:cxnSpMk id="6" creationId="{DF56F183-9B09-48BA-BF2F-14C52941FBDC}"/>
          </ac:cxnSpMkLst>
        </pc:cxnChg>
      </pc:sldChg>
      <pc:sldChg chg="add del">
        <pc:chgData name="김태영" userId="8443cd8f-b258-4c7c-bbdd-a870d3924868" providerId="ADAL" clId="{2B30183B-72AA-49C3-8324-98AE78112B80}" dt="2021-11-15T15:59:15.888" v="11947" actId="47"/>
        <pc:sldMkLst>
          <pc:docMk/>
          <pc:sldMk cId="1582667425" sldId="330"/>
        </pc:sldMkLst>
      </pc:sldChg>
    </pc:docChg>
  </pc:docChgLst>
  <pc:docChgLst>
    <pc:chgData name="김태영" userId="8443cd8f-b258-4c7c-bbdd-a870d3924868" providerId="ADAL" clId="{8AB79A95-F3C6-4C21-94A1-1B75C8293A9E}"/>
    <pc:docChg chg="undo redo custSel addSld delSld modSld sldOrd">
      <pc:chgData name="김태영" userId="8443cd8f-b258-4c7c-bbdd-a870d3924868" providerId="ADAL" clId="{8AB79A95-F3C6-4C21-94A1-1B75C8293A9E}" dt="2023-02-14T21:46:17.047" v="11188" actId="1076"/>
      <pc:docMkLst>
        <pc:docMk/>
      </pc:docMkLst>
      <pc:sldChg chg="addSp delSp modSp mod">
        <pc:chgData name="김태영" userId="8443cd8f-b258-4c7c-bbdd-a870d3924868" providerId="ADAL" clId="{8AB79A95-F3C6-4C21-94A1-1B75C8293A9E}" dt="2023-02-14T15:26:40.222" v="1085" actId="1076"/>
        <pc:sldMkLst>
          <pc:docMk/>
          <pc:sldMk cId="1718267691" sldId="270"/>
        </pc:sldMkLst>
        <pc:spChg chg="add mod">
          <ac:chgData name="김태영" userId="8443cd8f-b258-4c7c-bbdd-a870d3924868" providerId="ADAL" clId="{8AB79A95-F3C6-4C21-94A1-1B75C8293A9E}" dt="2023-02-14T15:26:01.066" v="1037" actId="404"/>
          <ac:spMkLst>
            <pc:docMk/>
            <pc:sldMk cId="1718267691" sldId="270"/>
            <ac:spMk id="2" creationId="{B3B2AE02-D7A8-42E5-43D5-3191AD936B8A}"/>
          </ac:spMkLst>
        </pc:spChg>
        <pc:spChg chg="del">
          <ac:chgData name="김태영" userId="8443cd8f-b258-4c7c-bbdd-a870d3924868" providerId="ADAL" clId="{8AB79A95-F3C6-4C21-94A1-1B75C8293A9E}" dt="2023-02-14T12:07:04.395" v="29" actId="478"/>
          <ac:spMkLst>
            <pc:docMk/>
            <pc:sldMk cId="1718267691" sldId="270"/>
            <ac:spMk id="3" creationId="{00000000-0000-0000-0000-000000000000}"/>
          </ac:spMkLst>
        </pc:spChg>
        <pc:spChg chg="add mod">
          <ac:chgData name="김태영" userId="8443cd8f-b258-4c7c-bbdd-a870d3924868" providerId="ADAL" clId="{8AB79A95-F3C6-4C21-94A1-1B75C8293A9E}" dt="2023-02-14T15:26:40.222" v="1085" actId="1076"/>
          <ac:spMkLst>
            <pc:docMk/>
            <pc:sldMk cId="1718267691" sldId="270"/>
            <ac:spMk id="4" creationId="{FC07B222-3617-473B-F59D-1EC58309C552}"/>
          </ac:spMkLst>
        </pc:spChg>
        <pc:picChg chg="del">
          <ac:chgData name="김태영" userId="8443cd8f-b258-4c7c-bbdd-a870d3924868" providerId="ADAL" clId="{8AB79A95-F3C6-4C21-94A1-1B75C8293A9E}" dt="2023-02-14T12:04:10.122" v="28" actId="478"/>
          <ac:picMkLst>
            <pc:docMk/>
            <pc:sldMk cId="1718267691" sldId="270"/>
            <ac:picMk id="5" creationId="{775156D7-15B4-4FAF-8B56-07FE7E4E7C56}"/>
          </ac:picMkLst>
        </pc:picChg>
      </pc:sldChg>
      <pc:sldChg chg="del">
        <pc:chgData name="김태영" userId="8443cd8f-b258-4c7c-bbdd-a870d3924868" providerId="ADAL" clId="{8AB79A95-F3C6-4C21-94A1-1B75C8293A9E}" dt="2023-02-14T12:04:02.071" v="18" actId="47"/>
        <pc:sldMkLst>
          <pc:docMk/>
          <pc:sldMk cId="2877545792" sldId="301"/>
        </pc:sldMkLst>
      </pc:sldChg>
      <pc:sldChg chg="del">
        <pc:chgData name="김태영" userId="8443cd8f-b258-4c7c-bbdd-a870d3924868" providerId="ADAL" clId="{8AB79A95-F3C6-4C21-94A1-1B75C8293A9E}" dt="2023-02-14T12:04:00.568" v="4" actId="47"/>
        <pc:sldMkLst>
          <pc:docMk/>
          <pc:sldMk cId="2390786159" sldId="303"/>
        </pc:sldMkLst>
      </pc:sldChg>
      <pc:sldChg chg="del">
        <pc:chgData name="김태영" userId="8443cd8f-b258-4c7c-bbdd-a870d3924868" providerId="ADAL" clId="{8AB79A95-F3C6-4C21-94A1-1B75C8293A9E}" dt="2023-02-14T12:04:00.479" v="1" actId="47"/>
        <pc:sldMkLst>
          <pc:docMk/>
          <pc:sldMk cId="1304104444" sldId="305"/>
        </pc:sldMkLst>
      </pc:sldChg>
      <pc:sldChg chg="del">
        <pc:chgData name="김태영" userId="8443cd8f-b258-4c7c-bbdd-a870d3924868" providerId="ADAL" clId="{8AB79A95-F3C6-4C21-94A1-1B75C8293A9E}" dt="2023-02-14T12:04:00.529" v="2" actId="47"/>
        <pc:sldMkLst>
          <pc:docMk/>
          <pc:sldMk cId="2570363377" sldId="306"/>
        </pc:sldMkLst>
      </pc:sldChg>
      <pc:sldChg chg="del">
        <pc:chgData name="김태영" userId="8443cd8f-b258-4c7c-bbdd-a870d3924868" providerId="ADAL" clId="{8AB79A95-F3C6-4C21-94A1-1B75C8293A9E}" dt="2023-02-14T12:04:00.548" v="3" actId="47"/>
        <pc:sldMkLst>
          <pc:docMk/>
          <pc:sldMk cId="1726684920" sldId="308"/>
        </pc:sldMkLst>
      </pc:sldChg>
      <pc:sldChg chg="addSp delSp modSp mod modNotesTx">
        <pc:chgData name="김태영" userId="8443cd8f-b258-4c7c-bbdd-a870d3924868" providerId="ADAL" clId="{8AB79A95-F3C6-4C21-94A1-1B75C8293A9E}" dt="2023-02-14T12:21:05.818" v="128" actId="22"/>
        <pc:sldMkLst>
          <pc:docMk/>
          <pc:sldMk cId="345877175" sldId="309"/>
        </pc:sldMkLst>
        <pc:spChg chg="add mod">
          <ac:chgData name="김태영" userId="8443cd8f-b258-4c7c-bbdd-a870d3924868" providerId="ADAL" clId="{8AB79A95-F3C6-4C21-94A1-1B75C8293A9E}" dt="2023-02-14T12:18:38.209" v="119" actId="20577"/>
          <ac:spMkLst>
            <pc:docMk/>
            <pc:sldMk cId="345877175" sldId="309"/>
            <ac:spMk id="3" creationId="{7AF2682B-9D3A-04E2-A34C-9196EC9F7072}"/>
          </ac:spMkLst>
        </pc:spChg>
        <pc:spChg chg="add mod">
          <ac:chgData name="김태영" userId="8443cd8f-b258-4c7c-bbdd-a870d3924868" providerId="ADAL" clId="{8AB79A95-F3C6-4C21-94A1-1B75C8293A9E}" dt="2023-02-14T12:16:06.187" v="84" actId="1076"/>
          <ac:spMkLst>
            <pc:docMk/>
            <pc:sldMk cId="345877175" sldId="309"/>
            <ac:spMk id="4" creationId="{F9E0F579-8F32-ED24-78E6-88ECBFB938C2}"/>
          </ac:spMkLst>
        </pc:spChg>
        <pc:spChg chg="add mod">
          <ac:chgData name="김태영" userId="8443cd8f-b258-4c7c-bbdd-a870d3924868" providerId="ADAL" clId="{8AB79A95-F3C6-4C21-94A1-1B75C8293A9E}" dt="2023-02-14T12:20:57.672" v="126" actId="20577"/>
          <ac:spMkLst>
            <pc:docMk/>
            <pc:sldMk cId="345877175" sldId="309"/>
            <ac:spMk id="5" creationId="{BFCF86AE-7845-2B80-8716-64084DDDA742}"/>
          </ac:spMkLst>
        </pc:spChg>
        <pc:spChg chg="del">
          <ac:chgData name="김태영" userId="8443cd8f-b258-4c7c-bbdd-a870d3924868" providerId="ADAL" clId="{8AB79A95-F3C6-4C21-94A1-1B75C8293A9E}" dt="2023-02-14T12:14:47.328" v="42" actId="478"/>
          <ac:spMkLst>
            <pc:docMk/>
            <pc:sldMk cId="345877175" sldId="309"/>
            <ac:spMk id="7" creationId="{C0C66EEF-EBE7-4AEE-B03D-D31F18C2E3A0}"/>
          </ac:spMkLst>
        </pc:spChg>
        <pc:spChg chg="del">
          <ac:chgData name="김태영" userId="8443cd8f-b258-4c7c-bbdd-a870d3924868" providerId="ADAL" clId="{8AB79A95-F3C6-4C21-94A1-1B75C8293A9E}" dt="2023-02-14T12:14:47.328" v="42" actId="478"/>
          <ac:spMkLst>
            <pc:docMk/>
            <pc:sldMk cId="345877175" sldId="309"/>
            <ac:spMk id="8" creationId="{397C1793-AEC0-4634-A286-065488EC8BD5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9" creationId="{D9A9BD9A-B8E3-4648-A02A-06803309EC32}"/>
          </ac:spMkLst>
        </pc:spChg>
        <pc:spChg chg="add mod">
          <ac:chgData name="김태영" userId="8443cd8f-b258-4c7c-bbdd-a870d3924868" providerId="ADAL" clId="{8AB79A95-F3C6-4C21-94A1-1B75C8293A9E}" dt="2023-02-14T12:18:36.291" v="118" actId="1076"/>
          <ac:spMkLst>
            <pc:docMk/>
            <pc:sldMk cId="345877175" sldId="309"/>
            <ac:spMk id="10" creationId="{5DB5CB02-5C81-BD92-7CA8-A84588C08E68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12" creationId="{1EBE8CF2-6D19-412C-8394-F4051EF9AEC0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13" creationId="{57ED738C-A08E-4513-B256-A16473D7B2E6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14" creationId="{C1E799EA-9668-44A4-8CD7-D91F07E59A24}"/>
          </ac:spMkLst>
        </pc:spChg>
        <pc:spChg chg="add del">
          <ac:chgData name="김태영" userId="8443cd8f-b258-4c7c-bbdd-a870d3924868" providerId="ADAL" clId="{8AB79A95-F3C6-4C21-94A1-1B75C8293A9E}" dt="2023-02-14T12:21:05.818" v="128" actId="22"/>
          <ac:spMkLst>
            <pc:docMk/>
            <pc:sldMk cId="345877175" sldId="309"/>
            <ac:spMk id="15" creationId="{997F99C8-78E3-3EC5-F1FA-A6104E449F90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16" creationId="{B5B5053F-516E-47CA-8C75-187B0FA5A2E0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20" creationId="{8B0CE0FE-4038-409A-B439-818A96D7CE28}"/>
          </ac:spMkLst>
        </pc:spChg>
        <pc:spChg chg="del">
          <ac:chgData name="김태영" userId="8443cd8f-b258-4c7c-bbdd-a870d3924868" providerId="ADAL" clId="{8AB79A95-F3C6-4C21-94A1-1B75C8293A9E}" dt="2023-02-14T12:11:41.400" v="41" actId="478"/>
          <ac:spMkLst>
            <pc:docMk/>
            <pc:sldMk cId="345877175" sldId="309"/>
            <ac:spMk id="21" creationId="{FDB620F1-2E3B-4919-92F3-6F277096D89D}"/>
          </ac:spMkLst>
        </pc:spChg>
        <pc:spChg chg="del">
          <ac:chgData name="김태영" userId="8443cd8f-b258-4c7c-bbdd-a870d3924868" providerId="ADAL" clId="{8AB79A95-F3C6-4C21-94A1-1B75C8293A9E}" dt="2023-02-14T12:14:47.328" v="42" actId="478"/>
          <ac:spMkLst>
            <pc:docMk/>
            <pc:sldMk cId="345877175" sldId="309"/>
            <ac:spMk id="41" creationId="{4FD2D8B8-D718-4F6F-A048-D81FF4BE3DA0}"/>
          </ac:spMkLst>
        </pc:spChg>
        <pc:cxnChg chg="del">
          <ac:chgData name="김태영" userId="8443cd8f-b258-4c7c-bbdd-a870d3924868" providerId="ADAL" clId="{8AB79A95-F3C6-4C21-94A1-1B75C8293A9E}" dt="2023-02-14T12:14:47.328" v="42" actId="478"/>
          <ac:cxnSpMkLst>
            <pc:docMk/>
            <pc:sldMk cId="345877175" sldId="309"/>
            <ac:cxnSpMk id="6" creationId="{DF56F183-9B09-48BA-BF2F-14C52941FBDC}"/>
          </ac:cxnSpMkLst>
        </pc:cxnChg>
        <pc:cxnChg chg="del mod">
          <ac:chgData name="김태영" userId="8443cd8f-b258-4c7c-bbdd-a870d3924868" providerId="ADAL" clId="{8AB79A95-F3C6-4C21-94A1-1B75C8293A9E}" dt="2023-02-14T12:11:41.400" v="41" actId="478"/>
          <ac:cxnSpMkLst>
            <pc:docMk/>
            <pc:sldMk cId="345877175" sldId="309"/>
            <ac:cxnSpMk id="17" creationId="{ECBAB86D-3B78-4693-B3FA-E50D45597410}"/>
          </ac:cxnSpMkLst>
        </pc:cxnChg>
      </pc:sldChg>
      <pc:sldChg chg="del">
        <pc:chgData name="김태영" userId="8443cd8f-b258-4c7c-bbdd-a870d3924868" providerId="ADAL" clId="{8AB79A95-F3C6-4C21-94A1-1B75C8293A9E}" dt="2023-02-14T12:04:02.651" v="21" actId="47"/>
        <pc:sldMkLst>
          <pc:docMk/>
          <pc:sldMk cId="2492704920" sldId="310"/>
        </pc:sldMkLst>
      </pc:sldChg>
      <pc:sldChg chg="addSp modSp add mod">
        <pc:chgData name="김태영" userId="8443cd8f-b258-4c7c-bbdd-a870d3924868" providerId="ADAL" clId="{8AB79A95-F3C6-4C21-94A1-1B75C8293A9E}" dt="2023-02-14T21:35:37.165" v="10345" actId="14100"/>
        <pc:sldMkLst>
          <pc:docMk/>
          <pc:sldMk cId="3963783093" sldId="310"/>
        </pc:sldMkLst>
        <pc:spChg chg="add mod">
          <ac:chgData name="김태영" userId="8443cd8f-b258-4c7c-bbdd-a870d3924868" providerId="ADAL" clId="{8AB79A95-F3C6-4C21-94A1-1B75C8293A9E}" dt="2023-02-14T21:35:04.722" v="10332" actId="1036"/>
          <ac:spMkLst>
            <pc:docMk/>
            <pc:sldMk cId="3963783093" sldId="310"/>
            <ac:spMk id="4" creationId="{C8AAA65B-EDA4-5B18-3691-80A4CBE53513}"/>
          </ac:spMkLst>
        </pc:spChg>
        <pc:spChg chg="add mod">
          <ac:chgData name="김태영" userId="8443cd8f-b258-4c7c-bbdd-a870d3924868" providerId="ADAL" clId="{8AB79A95-F3C6-4C21-94A1-1B75C8293A9E}" dt="2023-02-14T21:35:25.864" v="10341" actId="14100"/>
          <ac:spMkLst>
            <pc:docMk/>
            <pc:sldMk cId="3963783093" sldId="310"/>
            <ac:spMk id="5" creationId="{86B90E58-E396-B859-5C55-D3EE07B40FCE}"/>
          </ac:spMkLst>
        </pc:spChg>
        <pc:spChg chg="add mod">
          <ac:chgData name="김태영" userId="8443cd8f-b258-4c7c-bbdd-a870d3924868" providerId="ADAL" clId="{8AB79A95-F3C6-4C21-94A1-1B75C8293A9E}" dt="2023-02-14T21:35:37.165" v="10345" actId="14100"/>
          <ac:spMkLst>
            <pc:docMk/>
            <pc:sldMk cId="3963783093" sldId="310"/>
            <ac:spMk id="7" creationId="{870761F9-A498-D3A2-11EB-9E87EAA3B368}"/>
          </ac:spMkLst>
        </pc:spChg>
        <pc:picChg chg="add mod">
          <ac:chgData name="김태영" userId="8443cd8f-b258-4c7c-bbdd-a870d3924868" providerId="ADAL" clId="{8AB79A95-F3C6-4C21-94A1-1B75C8293A9E}" dt="2023-02-14T12:08:08.575" v="40" actId="1076"/>
          <ac:picMkLst>
            <pc:docMk/>
            <pc:sldMk cId="3963783093" sldId="310"/>
            <ac:picMk id="3" creationId="{5A71AB15-F22E-E80B-4D9C-D237E12FDD56}"/>
          </ac:picMkLst>
        </pc:picChg>
      </pc:sldChg>
      <pc:sldChg chg="addSp delSp modSp add mod modNotesTx">
        <pc:chgData name="김태영" userId="8443cd8f-b258-4c7c-bbdd-a870d3924868" providerId="ADAL" clId="{8AB79A95-F3C6-4C21-94A1-1B75C8293A9E}" dt="2023-02-14T12:54:30.083" v="196" actId="115"/>
        <pc:sldMkLst>
          <pc:docMk/>
          <pc:sldMk cId="2337028474" sldId="311"/>
        </pc:sldMkLst>
        <pc:spChg chg="mod">
          <ac:chgData name="김태영" userId="8443cd8f-b258-4c7c-bbdd-a870d3924868" providerId="ADAL" clId="{8AB79A95-F3C6-4C21-94A1-1B75C8293A9E}" dt="2023-02-14T12:32:12.743" v="165" actId="20577"/>
          <ac:spMkLst>
            <pc:docMk/>
            <pc:sldMk cId="2337028474" sldId="311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2:54:30.083" v="196" actId="115"/>
          <ac:spMkLst>
            <pc:docMk/>
            <pc:sldMk cId="2337028474" sldId="311"/>
            <ac:spMk id="5" creationId="{BFCF86AE-7845-2B80-8716-64084DDDA742}"/>
          </ac:spMkLst>
        </pc:spChg>
        <pc:spChg chg="del">
          <ac:chgData name="김태영" userId="8443cd8f-b258-4c7c-bbdd-a870d3924868" providerId="ADAL" clId="{8AB79A95-F3C6-4C21-94A1-1B75C8293A9E}" dt="2023-02-14T12:45:33.250" v="173" actId="478"/>
          <ac:spMkLst>
            <pc:docMk/>
            <pc:sldMk cId="2337028474" sldId="311"/>
            <ac:spMk id="10" creationId="{5DB5CB02-5C81-BD92-7CA8-A84588C08E68}"/>
          </ac:spMkLst>
        </pc:spChg>
        <pc:picChg chg="add mod">
          <ac:chgData name="김태영" userId="8443cd8f-b258-4c7c-bbdd-a870d3924868" providerId="ADAL" clId="{8AB79A95-F3C6-4C21-94A1-1B75C8293A9E}" dt="2023-02-14T12:45:51.729" v="177" actId="1076"/>
          <ac:picMkLst>
            <pc:docMk/>
            <pc:sldMk cId="2337028474" sldId="311"/>
            <ac:picMk id="1026" creationId="{2A945D2B-A235-31F4-6597-26CC90FD96C3}"/>
          </ac:picMkLst>
        </pc:picChg>
        <pc:picChg chg="add mod">
          <ac:chgData name="김태영" userId="8443cd8f-b258-4c7c-bbdd-a870d3924868" providerId="ADAL" clId="{8AB79A95-F3C6-4C21-94A1-1B75C8293A9E}" dt="2023-02-14T12:45:51.729" v="177" actId="1076"/>
          <ac:picMkLst>
            <pc:docMk/>
            <pc:sldMk cId="2337028474" sldId="311"/>
            <ac:picMk id="1028" creationId="{477E8663-0D43-6C05-8C6E-62E1E61C276A}"/>
          </ac:picMkLst>
        </pc:picChg>
        <pc:picChg chg="add mod">
          <ac:chgData name="김태영" userId="8443cd8f-b258-4c7c-bbdd-a870d3924868" providerId="ADAL" clId="{8AB79A95-F3C6-4C21-94A1-1B75C8293A9E}" dt="2023-02-14T12:45:53.589" v="178" actId="1076"/>
          <ac:picMkLst>
            <pc:docMk/>
            <pc:sldMk cId="2337028474" sldId="311"/>
            <ac:picMk id="1030" creationId="{0827B4C8-8C38-7D39-8AB4-3F902AEF1A56}"/>
          </ac:picMkLst>
        </pc:picChg>
        <pc:picChg chg="add mod">
          <ac:chgData name="김태영" userId="8443cd8f-b258-4c7c-bbdd-a870d3924868" providerId="ADAL" clId="{8AB79A95-F3C6-4C21-94A1-1B75C8293A9E}" dt="2023-02-14T12:53:01.776" v="181" actId="1076"/>
          <ac:picMkLst>
            <pc:docMk/>
            <pc:sldMk cId="2337028474" sldId="311"/>
            <ac:picMk id="1032" creationId="{AE37BF53-FBB8-AB5D-D57D-4F241BDB7F91}"/>
          </ac:picMkLst>
        </pc:picChg>
      </pc:sldChg>
      <pc:sldChg chg="del">
        <pc:chgData name="김태영" userId="8443cd8f-b258-4c7c-bbdd-a870d3924868" providerId="ADAL" clId="{8AB79A95-F3C6-4C21-94A1-1B75C8293A9E}" dt="2023-02-14T12:04:02.590" v="19" actId="47"/>
        <pc:sldMkLst>
          <pc:docMk/>
          <pc:sldMk cId="3757419869" sldId="311"/>
        </pc:sldMkLst>
      </pc:sldChg>
      <pc:sldChg chg="add del">
        <pc:chgData name="김태영" userId="8443cd8f-b258-4c7c-bbdd-a870d3924868" providerId="ADAL" clId="{8AB79A95-F3C6-4C21-94A1-1B75C8293A9E}" dt="2023-02-14T12:32:10.533" v="164" actId="47"/>
        <pc:sldMkLst>
          <pc:docMk/>
          <pc:sldMk cId="465552340" sldId="312"/>
        </pc:sldMkLst>
      </pc:sldChg>
      <pc:sldChg chg="addSp delSp modSp add del mod modNotesTx">
        <pc:chgData name="김태영" userId="8443cd8f-b258-4c7c-bbdd-a870d3924868" providerId="ADAL" clId="{8AB79A95-F3C6-4C21-94A1-1B75C8293A9E}" dt="2023-02-14T13:28:56.677" v="416" actId="47"/>
        <pc:sldMkLst>
          <pc:docMk/>
          <pc:sldMk cId="843584678" sldId="312"/>
        </pc:sldMkLst>
        <pc:spChg chg="mod">
          <ac:chgData name="김태영" userId="8443cd8f-b258-4c7c-bbdd-a870d3924868" providerId="ADAL" clId="{8AB79A95-F3C6-4C21-94A1-1B75C8293A9E}" dt="2023-02-14T12:56:13.855" v="209" actId="20577"/>
          <ac:spMkLst>
            <pc:docMk/>
            <pc:sldMk cId="843584678" sldId="312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3:04:01.681" v="236" actId="255"/>
          <ac:spMkLst>
            <pc:docMk/>
            <pc:sldMk cId="843584678" sldId="312"/>
            <ac:spMk id="5" creationId="{BFCF86AE-7845-2B80-8716-64084DDDA742}"/>
          </ac:spMkLst>
        </pc:spChg>
        <pc:spChg chg="add mod">
          <ac:chgData name="김태영" userId="8443cd8f-b258-4c7c-bbdd-a870d3924868" providerId="ADAL" clId="{8AB79A95-F3C6-4C21-94A1-1B75C8293A9E}" dt="2023-02-14T13:04:01.681" v="236" actId="255"/>
          <ac:spMkLst>
            <pc:docMk/>
            <pc:sldMk cId="843584678" sldId="312"/>
            <ac:spMk id="7" creationId="{87BC358A-F652-92CF-50A4-56393E7EC142}"/>
          </ac:spMkLst>
        </pc:spChg>
        <pc:spChg chg="add mod">
          <ac:chgData name="김태영" userId="8443cd8f-b258-4c7c-bbdd-a870d3924868" providerId="ADAL" clId="{8AB79A95-F3C6-4C21-94A1-1B75C8293A9E}" dt="2023-02-14T13:04:01.681" v="236" actId="255"/>
          <ac:spMkLst>
            <pc:docMk/>
            <pc:sldMk cId="843584678" sldId="312"/>
            <ac:spMk id="9" creationId="{C9D87777-3CA6-9581-2168-25B0B5995A98}"/>
          </ac:spMkLst>
        </pc:spChg>
        <pc:picChg chg="del">
          <ac:chgData name="김태영" userId="8443cd8f-b258-4c7c-bbdd-a870d3924868" providerId="ADAL" clId="{8AB79A95-F3C6-4C21-94A1-1B75C8293A9E}" dt="2023-02-14T12:56:09.225" v="199" actId="478"/>
          <ac:picMkLst>
            <pc:docMk/>
            <pc:sldMk cId="843584678" sldId="312"/>
            <ac:picMk id="1026" creationId="{2A945D2B-A235-31F4-6597-26CC90FD96C3}"/>
          </ac:picMkLst>
        </pc:picChg>
        <pc:picChg chg="del">
          <ac:chgData name="김태영" userId="8443cd8f-b258-4c7c-bbdd-a870d3924868" providerId="ADAL" clId="{8AB79A95-F3C6-4C21-94A1-1B75C8293A9E}" dt="2023-02-14T12:56:09.225" v="199" actId="478"/>
          <ac:picMkLst>
            <pc:docMk/>
            <pc:sldMk cId="843584678" sldId="312"/>
            <ac:picMk id="1028" creationId="{477E8663-0D43-6C05-8C6E-62E1E61C276A}"/>
          </ac:picMkLst>
        </pc:picChg>
        <pc:picChg chg="del">
          <ac:chgData name="김태영" userId="8443cd8f-b258-4c7c-bbdd-a870d3924868" providerId="ADAL" clId="{8AB79A95-F3C6-4C21-94A1-1B75C8293A9E}" dt="2023-02-14T12:56:09.225" v="199" actId="478"/>
          <ac:picMkLst>
            <pc:docMk/>
            <pc:sldMk cId="843584678" sldId="312"/>
            <ac:picMk id="1030" creationId="{0827B4C8-8C38-7D39-8AB4-3F902AEF1A56}"/>
          </ac:picMkLst>
        </pc:picChg>
        <pc:picChg chg="del">
          <ac:chgData name="김태영" userId="8443cd8f-b258-4c7c-bbdd-a870d3924868" providerId="ADAL" clId="{8AB79A95-F3C6-4C21-94A1-1B75C8293A9E}" dt="2023-02-14T12:56:10.258" v="200" actId="478"/>
          <ac:picMkLst>
            <pc:docMk/>
            <pc:sldMk cId="843584678" sldId="312"/>
            <ac:picMk id="1032" creationId="{AE37BF53-FBB8-AB5D-D57D-4F241BDB7F91}"/>
          </ac:picMkLst>
        </pc:picChg>
      </pc:sldChg>
      <pc:sldChg chg="del">
        <pc:chgData name="김태영" userId="8443cd8f-b258-4c7c-bbdd-a870d3924868" providerId="ADAL" clId="{8AB79A95-F3C6-4C21-94A1-1B75C8293A9E}" dt="2023-02-14T12:04:00.596" v="5" actId="47"/>
        <pc:sldMkLst>
          <pc:docMk/>
          <pc:sldMk cId="2523817392" sldId="312"/>
        </pc:sldMkLst>
      </pc:sldChg>
      <pc:sldChg chg="del">
        <pc:chgData name="김태영" userId="8443cd8f-b258-4c7c-bbdd-a870d3924868" providerId="ADAL" clId="{8AB79A95-F3C6-4C21-94A1-1B75C8293A9E}" dt="2023-02-14T12:04:02.700" v="23" actId="47"/>
        <pc:sldMkLst>
          <pc:docMk/>
          <pc:sldMk cId="2344725705" sldId="313"/>
        </pc:sldMkLst>
      </pc:sldChg>
      <pc:sldChg chg="addSp delSp modSp add mod modNotesTx">
        <pc:chgData name="김태영" userId="8443cd8f-b258-4c7c-bbdd-a870d3924868" providerId="ADAL" clId="{8AB79A95-F3C6-4C21-94A1-1B75C8293A9E}" dt="2023-02-14T14:59:28.692" v="552" actId="1076"/>
        <pc:sldMkLst>
          <pc:docMk/>
          <pc:sldMk cId="2505140003" sldId="313"/>
        </pc:sldMkLst>
        <pc:spChg chg="mod">
          <ac:chgData name="김태영" userId="8443cd8f-b258-4c7c-bbdd-a870d3924868" providerId="ADAL" clId="{8AB79A95-F3C6-4C21-94A1-1B75C8293A9E}" dt="2023-02-14T13:07:48.292" v="350" actId="14100"/>
          <ac:spMkLst>
            <pc:docMk/>
            <pc:sldMk cId="2505140003" sldId="313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4:59:28.692" v="552" actId="1076"/>
          <ac:spMkLst>
            <pc:docMk/>
            <pc:sldMk cId="2505140003" sldId="313"/>
            <ac:spMk id="5" creationId="{BFCF86AE-7845-2B80-8716-64084DDDA742}"/>
          </ac:spMkLst>
        </pc:spChg>
        <pc:spChg chg="del mod">
          <ac:chgData name="김태영" userId="8443cd8f-b258-4c7c-bbdd-a870d3924868" providerId="ADAL" clId="{8AB79A95-F3C6-4C21-94A1-1B75C8293A9E}" dt="2023-02-14T13:27:58.116" v="353" actId="478"/>
          <ac:spMkLst>
            <pc:docMk/>
            <pc:sldMk cId="2505140003" sldId="313"/>
            <ac:spMk id="7" creationId="{87BC358A-F652-92CF-50A4-56393E7EC142}"/>
          </ac:spMkLst>
        </pc:spChg>
        <pc:spChg chg="del mod">
          <ac:chgData name="김태영" userId="8443cd8f-b258-4c7c-bbdd-a870d3924868" providerId="ADAL" clId="{8AB79A95-F3C6-4C21-94A1-1B75C8293A9E}" dt="2023-02-14T13:27:55.548" v="352" actId="478"/>
          <ac:spMkLst>
            <pc:docMk/>
            <pc:sldMk cId="2505140003" sldId="313"/>
            <ac:spMk id="9" creationId="{C9D87777-3CA6-9581-2168-25B0B5995A98}"/>
          </ac:spMkLst>
        </pc:spChg>
        <pc:spChg chg="add mod">
          <ac:chgData name="김태영" userId="8443cd8f-b258-4c7c-bbdd-a870d3924868" providerId="ADAL" clId="{8AB79A95-F3C6-4C21-94A1-1B75C8293A9E}" dt="2023-02-14T14:47:13.483" v="534" actId="255"/>
          <ac:spMkLst>
            <pc:docMk/>
            <pc:sldMk cId="2505140003" sldId="313"/>
            <ac:spMk id="10" creationId="{1868ADF0-8E9F-DBCA-9421-3751800DD1E7}"/>
          </ac:spMkLst>
        </pc:spChg>
        <pc:picChg chg="add mod">
          <ac:chgData name="김태영" userId="8443cd8f-b258-4c7c-bbdd-a870d3924868" providerId="ADAL" clId="{8AB79A95-F3C6-4C21-94A1-1B75C8293A9E}" dt="2023-02-14T14:47:44.777" v="547" actId="1076"/>
          <ac:picMkLst>
            <pc:docMk/>
            <pc:sldMk cId="2505140003" sldId="313"/>
            <ac:picMk id="8" creationId="{EDF2B708-A1E3-C13B-35B6-0266B986EEE4}"/>
          </ac:picMkLst>
        </pc:picChg>
        <pc:picChg chg="add del mod">
          <ac:chgData name="김태영" userId="8443cd8f-b258-4c7c-bbdd-a870d3924868" providerId="ADAL" clId="{8AB79A95-F3C6-4C21-94A1-1B75C8293A9E}" dt="2023-02-14T13:07:25.411" v="304" actId="478"/>
          <ac:picMkLst>
            <pc:docMk/>
            <pc:sldMk cId="2505140003" sldId="313"/>
            <ac:picMk id="3074" creationId="{6C8B7C9D-D883-C44C-40CF-18050896D31A}"/>
          </ac:picMkLst>
        </pc:picChg>
        <pc:picChg chg="add del mod">
          <ac:chgData name="김태영" userId="8443cd8f-b258-4c7c-bbdd-a870d3924868" providerId="ADAL" clId="{8AB79A95-F3C6-4C21-94A1-1B75C8293A9E}" dt="2023-02-14T13:07:27.032" v="305" actId="478"/>
          <ac:picMkLst>
            <pc:docMk/>
            <pc:sldMk cId="2505140003" sldId="313"/>
            <ac:picMk id="3076" creationId="{097C331E-1467-F770-C295-88D04C182956}"/>
          </ac:picMkLst>
        </pc:picChg>
      </pc:sldChg>
      <pc:sldChg chg="modSp add mod ord">
        <pc:chgData name="김태영" userId="8443cd8f-b258-4c7c-bbdd-a870d3924868" providerId="ADAL" clId="{8AB79A95-F3C6-4C21-94A1-1B75C8293A9E}" dt="2023-02-14T13:07:19.713" v="303"/>
        <pc:sldMkLst>
          <pc:docMk/>
          <pc:sldMk cId="3109780887" sldId="314"/>
        </pc:sldMkLst>
        <pc:spChg chg="mod">
          <ac:chgData name="김태영" userId="8443cd8f-b258-4c7c-bbdd-a870d3924868" providerId="ADAL" clId="{8AB79A95-F3C6-4C21-94A1-1B75C8293A9E}" dt="2023-02-14T13:07:05.468" v="299" actId="20577"/>
          <ac:spMkLst>
            <pc:docMk/>
            <pc:sldMk cId="3109780887" sldId="314"/>
            <ac:spMk id="7" creationId="{87BC358A-F652-92CF-50A4-56393E7EC142}"/>
          </ac:spMkLst>
        </pc:spChg>
        <pc:spChg chg="mod">
          <ac:chgData name="김태영" userId="8443cd8f-b258-4c7c-bbdd-a870d3924868" providerId="ADAL" clId="{8AB79A95-F3C6-4C21-94A1-1B75C8293A9E}" dt="2023-02-14T13:07:02.462" v="298" actId="20577"/>
          <ac:spMkLst>
            <pc:docMk/>
            <pc:sldMk cId="3109780887" sldId="314"/>
            <ac:spMk id="9" creationId="{C9D87777-3CA6-9581-2168-25B0B5995A98}"/>
          </ac:spMkLst>
        </pc:spChg>
      </pc:sldChg>
      <pc:sldChg chg="del">
        <pc:chgData name="김태영" userId="8443cd8f-b258-4c7c-bbdd-a870d3924868" providerId="ADAL" clId="{8AB79A95-F3C6-4C21-94A1-1B75C8293A9E}" dt="2023-02-14T12:04:02.775" v="24" actId="47"/>
        <pc:sldMkLst>
          <pc:docMk/>
          <pc:sldMk cId="4231799446" sldId="314"/>
        </pc:sldMkLst>
      </pc:sldChg>
      <pc:sldChg chg="del">
        <pc:chgData name="김태영" userId="8443cd8f-b258-4c7c-bbdd-a870d3924868" providerId="ADAL" clId="{8AB79A95-F3C6-4C21-94A1-1B75C8293A9E}" dt="2023-02-14T12:04:02.615" v="20" actId="47"/>
        <pc:sldMkLst>
          <pc:docMk/>
          <pc:sldMk cId="1568191783" sldId="315"/>
        </pc:sldMkLst>
      </pc:sldChg>
      <pc:sldChg chg="addSp delSp modSp add mod modNotesTx">
        <pc:chgData name="김태영" userId="8443cd8f-b258-4c7c-bbdd-a870d3924868" providerId="ADAL" clId="{8AB79A95-F3C6-4C21-94A1-1B75C8293A9E}" dt="2023-02-14T15:20:06.025" v="946" actId="20577"/>
        <pc:sldMkLst>
          <pc:docMk/>
          <pc:sldMk cId="3345910091" sldId="315"/>
        </pc:sldMkLst>
        <pc:spChg chg="del">
          <ac:chgData name="김태영" userId="8443cd8f-b258-4c7c-bbdd-a870d3924868" providerId="ADAL" clId="{8AB79A95-F3C6-4C21-94A1-1B75C8293A9E}" dt="2023-02-14T15:00:22.979" v="598" actId="478"/>
          <ac:spMkLst>
            <pc:docMk/>
            <pc:sldMk cId="3345910091" sldId="315"/>
            <ac:spMk id="5" creationId="{BFCF86AE-7845-2B80-8716-64084DDDA742}"/>
          </ac:spMkLst>
        </pc:spChg>
        <pc:spChg chg="add mod">
          <ac:chgData name="김태영" userId="8443cd8f-b258-4c7c-bbdd-a870d3924868" providerId="ADAL" clId="{8AB79A95-F3C6-4C21-94A1-1B75C8293A9E}" dt="2023-02-14T15:18:51.666" v="885" actId="2711"/>
          <ac:spMkLst>
            <pc:docMk/>
            <pc:sldMk cId="3345910091" sldId="315"/>
            <ac:spMk id="6" creationId="{B6ACFDBD-19A5-F775-3390-6294E85F47B4}"/>
          </ac:spMkLst>
        </pc:spChg>
        <pc:spChg chg="add mod">
          <ac:chgData name="김태영" userId="8443cd8f-b258-4c7c-bbdd-a870d3924868" providerId="ADAL" clId="{8AB79A95-F3C6-4C21-94A1-1B75C8293A9E}" dt="2023-02-14T15:18:51.666" v="885" actId="2711"/>
          <ac:spMkLst>
            <pc:docMk/>
            <pc:sldMk cId="3345910091" sldId="315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20:06.025" v="946" actId="20577"/>
          <ac:spMkLst>
            <pc:docMk/>
            <pc:sldMk cId="3345910091" sldId="315"/>
            <ac:spMk id="10" creationId="{1868ADF0-8E9F-DBCA-9421-3751800DD1E7}"/>
          </ac:spMkLst>
        </pc:spChg>
        <pc:spChg chg="add mod">
          <ac:chgData name="김태영" userId="8443cd8f-b258-4c7c-bbdd-a870d3924868" providerId="ADAL" clId="{8AB79A95-F3C6-4C21-94A1-1B75C8293A9E}" dt="2023-02-14T15:18:51.666" v="885" actId="2711"/>
          <ac:spMkLst>
            <pc:docMk/>
            <pc:sldMk cId="3345910091" sldId="315"/>
            <ac:spMk id="12" creationId="{7FC39E3A-0104-4EC0-BC18-7F6166B14D02}"/>
          </ac:spMkLst>
        </pc:spChg>
        <pc:picChg chg="del">
          <ac:chgData name="김태영" userId="8443cd8f-b258-4c7c-bbdd-a870d3924868" providerId="ADAL" clId="{8AB79A95-F3C6-4C21-94A1-1B75C8293A9E}" dt="2023-02-14T15:00:22.979" v="598" actId="478"/>
          <ac:picMkLst>
            <pc:docMk/>
            <pc:sldMk cId="3345910091" sldId="315"/>
            <ac:picMk id="8" creationId="{EDF2B708-A1E3-C13B-35B6-0266B986EEE4}"/>
          </ac:picMkLst>
        </pc:picChg>
      </pc:sldChg>
      <pc:sldChg chg="add del">
        <pc:chgData name="김태영" userId="8443cd8f-b258-4c7c-bbdd-a870d3924868" providerId="ADAL" clId="{8AB79A95-F3C6-4C21-94A1-1B75C8293A9E}" dt="2023-02-14T13:07:17.972" v="301"/>
        <pc:sldMkLst>
          <pc:docMk/>
          <pc:sldMk cId="4167632610" sldId="315"/>
        </pc:sldMkLst>
      </pc:sldChg>
      <pc:sldChg chg="del">
        <pc:chgData name="김태영" userId="8443cd8f-b258-4c7c-bbdd-a870d3924868" providerId="ADAL" clId="{8AB79A95-F3C6-4C21-94A1-1B75C8293A9E}" dt="2023-02-14T12:04:00.862" v="13" actId="47"/>
        <pc:sldMkLst>
          <pc:docMk/>
          <pc:sldMk cId="1156014458" sldId="316"/>
        </pc:sldMkLst>
      </pc:sldChg>
      <pc:sldChg chg="addSp delSp modSp add mod modNotesTx">
        <pc:chgData name="김태영" userId="8443cd8f-b258-4c7c-bbdd-a870d3924868" providerId="ADAL" clId="{8AB79A95-F3C6-4C21-94A1-1B75C8293A9E}" dt="2023-02-14T15:20:10.675" v="950" actId="20577"/>
        <pc:sldMkLst>
          <pc:docMk/>
          <pc:sldMk cId="4059638287" sldId="316"/>
        </pc:sldMkLst>
        <pc:spChg chg="mod">
          <ac:chgData name="김태영" userId="8443cd8f-b258-4c7c-bbdd-a870d3924868" providerId="ADAL" clId="{8AB79A95-F3C6-4C21-94A1-1B75C8293A9E}" dt="2023-02-14T15:18:58.346" v="886" actId="2711"/>
          <ac:spMkLst>
            <pc:docMk/>
            <pc:sldMk cId="4059638287" sldId="316"/>
            <ac:spMk id="6" creationId="{B6ACFDBD-19A5-F775-3390-6294E85F47B4}"/>
          </ac:spMkLst>
        </pc:spChg>
        <pc:spChg chg="add mod">
          <ac:chgData name="김태영" userId="8443cd8f-b258-4c7c-bbdd-a870d3924868" providerId="ADAL" clId="{8AB79A95-F3C6-4C21-94A1-1B75C8293A9E}" dt="2023-02-14T15:18:58.346" v="886" actId="2711"/>
          <ac:spMkLst>
            <pc:docMk/>
            <pc:sldMk cId="4059638287" sldId="316"/>
            <ac:spMk id="7" creationId="{1F4CE4CE-B2B9-90AB-38C1-F5A70D1C02E8}"/>
          </ac:spMkLst>
        </pc:spChg>
        <pc:spChg chg="add del mod">
          <ac:chgData name="김태영" userId="8443cd8f-b258-4c7c-bbdd-a870d3924868" providerId="ADAL" clId="{8AB79A95-F3C6-4C21-94A1-1B75C8293A9E}" dt="2023-02-14T15:19:27.615" v="940" actId="20577"/>
          <ac:spMkLst>
            <pc:docMk/>
            <pc:sldMk cId="4059638287" sldId="316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20:10.675" v="950" actId="20577"/>
          <ac:spMkLst>
            <pc:docMk/>
            <pc:sldMk cId="4059638287" sldId="316"/>
            <ac:spMk id="10" creationId="{1868ADF0-8E9F-DBCA-9421-3751800DD1E7}"/>
          </ac:spMkLst>
        </pc:spChg>
        <pc:spChg chg="add del">
          <ac:chgData name="김태영" userId="8443cd8f-b258-4c7c-bbdd-a870d3924868" providerId="ADAL" clId="{8AB79A95-F3C6-4C21-94A1-1B75C8293A9E}" dt="2023-02-14T15:12:25.351" v="715" actId="478"/>
          <ac:spMkLst>
            <pc:docMk/>
            <pc:sldMk cId="4059638287" sldId="316"/>
            <ac:spMk id="12" creationId="{7FC39E3A-0104-4EC0-BC18-7F6166B14D02}"/>
          </ac:spMkLst>
        </pc:spChg>
      </pc:sldChg>
      <pc:sldChg chg="addSp modSp add mod modNotesTx">
        <pc:chgData name="김태영" userId="8443cd8f-b258-4c7c-bbdd-a870d3924868" providerId="ADAL" clId="{8AB79A95-F3C6-4C21-94A1-1B75C8293A9E}" dt="2023-02-14T15:49:09.751" v="1167" actId="2711"/>
        <pc:sldMkLst>
          <pc:docMk/>
          <pc:sldMk cId="1484749547" sldId="317"/>
        </pc:sldMkLst>
        <pc:spChg chg="add 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5" creationId="{C313D452-FDBD-EACC-A6CD-0AA87ED79FA0}"/>
          </ac:spMkLst>
        </pc:spChg>
        <pc:spChg chg="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7" creationId="{1F4CE4CE-B2B9-90AB-38C1-F5A70D1C02E8}"/>
          </ac:spMkLst>
        </pc:spChg>
        <pc:spChg chg="add 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8" creationId="{CBAAB6C8-6B4B-147B-4210-CCC3630CA682}"/>
          </ac:spMkLst>
        </pc:spChg>
        <pc:spChg chg="mod">
          <ac:chgData name="김태영" userId="8443cd8f-b258-4c7c-bbdd-a870d3924868" providerId="ADAL" clId="{8AB79A95-F3C6-4C21-94A1-1B75C8293A9E}" dt="2023-02-14T15:49:09.751" v="1167" actId="2711"/>
          <ac:spMkLst>
            <pc:docMk/>
            <pc:sldMk cId="1484749547" sldId="317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20:16.900" v="962" actId="20577"/>
          <ac:spMkLst>
            <pc:docMk/>
            <pc:sldMk cId="1484749547" sldId="317"/>
            <ac:spMk id="10" creationId="{1868ADF0-8E9F-DBCA-9421-3751800DD1E7}"/>
          </ac:spMkLst>
        </pc:spChg>
      </pc:sldChg>
      <pc:sldChg chg="del">
        <pc:chgData name="김태영" userId="8443cd8f-b258-4c7c-bbdd-a870d3924868" providerId="ADAL" clId="{8AB79A95-F3C6-4C21-94A1-1B75C8293A9E}" dt="2023-02-14T12:04:02.666" v="22" actId="47"/>
        <pc:sldMkLst>
          <pc:docMk/>
          <pc:sldMk cId="2508291833" sldId="318"/>
        </pc:sldMkLst>
      </pc:sldChg>
      <pc:sldChg chg="delSp modSp add del mod">
        <pc:chgData name="김태영" userId="8443cd8f-b258-4c7c-bbdd-a870d3924868" providerId="ADAL" clId="{8AB79A95-F3C6-4C21-94A1-1B75C8293A9E}" dt="2023-02-14T15:49:32.679" v="1173" actId="47"/>
        <pc:sldMkLst>
          <pc:docMk/>
          <pc:sldMk cId="4205897749" sldId="318"/>
        </pc:sldMkLst>
        <pc:spChg chg="mod">
          <ac:chgData name="김태영" userId="8443cd8f-b258-4c7c-bbdd-a870d3924868" providerId="ADAL" clId="{8AB79A95-F3C6-4C21-94A1-1B75C8293A9E}" dt="2023-02-14T15:49:22.547" v="1169" actId="1076"/>
          <ac:spMkLst>
            <pc:docMk/>
            <pc:sldMk cId="4205897749" sldId="318"/>
            <ac:spMk id="5" creationId="{C313D452-FDBD-EACC-A6CD-0AA87ED79FA0}"/>
          </ac:spMkLst>
        </pc:spChg>
        <pc:spChg chg="mod">
          <ac:chgData name="김태영" userId="8443cd8f-b258-4c7c-bbdd-a870d3924868" providerId="ADAL" clId="{8AB79A95-F3C6-4C21-94A1-1B75C8293A9E}" dt="2023-02-14T15:49:23.339" v="1170" actId="1076"/>
          <ac:spMkLst>
            <pc:docMk/>
            <pc:sldMk cId="4205897749" sldId="318"/>
            <ac:spMk id="6" creationId="{B6ACFDBD-19A5-F775-3390-6294E85F47B4}"/>
          </ac:spMkLst>
        </pc:spChg>
        <pc:spChg chg="del">
          <ac:chgData name="김태영" userId="8443cd8f-b258-4c7c-bbdd-a870d3924868" providerId="ADAL" clId="{8AB79A95-F3C6-4C21-94A1-1B75C8293A9E}" dt="2023-02-14T15:48:55.363" v="1165" actId="478"/>
          <ac:spMkLst>
            <pc:docMk/>
            <pc:sldMk cId="4205897749" sldId="318"/>
            <ac:spMk id="7" creationId="{1F4CE4CE-B2B9-90AB-38C1-F5A70D1C02E8}"/>
          </ac:spMkLst>
        </pc:spChg>
        <pc:spChg chg="mod">
          <ac:chgData name="김태영" userId="8443cd8f-b258-4c7c-bbdd-a870d3924868" providerId="ADAL" clId="{8AB79A95-F3C6-4C21-94A1-1B75C8293A9E}" dt="2023-02-14T15:48:48.841" v="1164" actId="1076"/>
          <ac:spMkLst>
            <pc:docMk/>
            <pc:sldMk cId="4205897749" sldId="318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48:44.481" v="1163" actId="20577"/>
          <ac:spMkLst>
            <pc:docMk/>
            <pc:sldMk cId="4205897749" sldId="318"/>
            <ac:spMk id="10" creationId="{1868ADF0-8E9F-DBCA-9421-3751800DD1E7}"/>
          </ac:spMkLst>
        </pc:spChg>
      </pc:sldChg>
      <pc:sldChg chg="addSp delSp modSp add mod modNotesTx">
        <pc:chgData name="김태영" userId="8443cd8f-b258-4c7c-bbdd-a870d3924868" providerId="ADAL" clId="{8AB79A95-F3C6-4C21-94A1-1B75C8293A9E}" dt="2023-02-14T15:55:21.612" v="1379" actId="20577"/>
        <pc:sldMkLst>
          <pc:docMk/>
          <pc:sldMk cId="2303702551" sldId="319"/>
        </pc:sldMkLst>
        <pc:spChg chg="del">
          <ac:chgData name="김태영" userId="8443cd8f-b258-4c7c-bbdd-a870d3924868" providerId="ADAL" clId="{8AB79A95-F3C6-4C21-94A1-1B75C8293A9E}" dt="2023-02-14T15:49:39.083" v="1175" actId="478"/>
          <ac:spMkLst>
            <pc:docMk/>
            <pc:sldMk cId="2303702551" sldId="319"/>
            <ac:spMk id="5" creationId="{C313D452-FDBD-EACC-A6CD-0AA87ED79FA0}"/>
          </ac:spMkLst>
        </pc:spChg>
        <pc:spChg chg="mod">
          <ac:chgData name="김태영" userId="8443cd8f-b258-4c7c-bbdd-a870d3924868" providerId="ADAL" clId="{8AB79A95-F3C6-4C21-94A1-1B75C8293A9E}" dt="2023-02-14T15:51:14.320" v="1321" actId="12"/>
          <ac:spMkLst>
            <pc:docMk/>
            <pc:sldMk cId="2303702551" sldId="319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5:52:02.951" v="1344" actId="1076"/>
          <ac:spMkLst>
            <pc:docMk/>
            <pc:sldMk cId="2303702551" sldId="319"/>
            <ac:spMk id="7" creationId="{1F4CE4CE-B2B9-90AB-38C1-F5A70D1C02E8}"/>
          </ac:spMkLst>
        </pc:spChg>
        <pc:spChg chg="del">
          <ac:chgData name="김태영" userId="8443cd8f-b258-4c7c-bbdd-a870d3924868" providerId="ADAL" clId="{8AB79A95-F3C6-4C21-94A1-1B75C8293A9E}" dt="2023-02-14T15:49:39.083" v="1175" actId="478"/>
          <ac:spMkLst>
            <pc:docMk/>
            <pc:sldMk cId="2303702551" sldId="319"/>
            <ac:spMk id="8" creationId="{CBAAB6C8-6B4B-147B-4210-CCC3630CA682}"/>
          </ac:spMkLst>
        </pc:spChg>
        <pc:spChg chg="del">
          <ac:chgData name="김태영" userId="8443cd8f-b258-4c7c-bbdd-a870d3924868" providerId="ADAL" clId="{8AB79A95-F3C6-4C21-94A1-1B75C8293A9E}" dt="2023-02-14T15:49:39.083" v="1175" actId="478"/>
          <ac:spMkLst>
            <pc:docMk/>
            <pc:sldMk cId="2303702551" sldId="319"/>
            <ac:spMk id="9" creationId="{6C7FF965-B5AE-D67F-0D22-DD1264DC4A4B}"/>
          </ac:spMkLst>
        </pc:spChg>
        <pc:spChg chg="mod">
          <ac:chgData name="김태영" userId="8443cd8f-b258-4c7c-bbdd-a870d3924868" providerId="ADAL" clId="{8AB79A95-F3C6-4C21-94A1-1B75C8293A9E}" dt="2023-02-14T15:55:21.612" v="1379" actId="20577"/>
          <ac:spMkLst>
            <pc:docMk/>
            <pc:sldMk cId="2303702551" sldId="319"/>
            <ac:spMk id="10" creationId="{1868ADF0-8E9F-DBCA-9421-3751800DD1E7}"/>
          </ac:spMkLst>
        </pc:spChg>
        <pc:spChg chg="add mod">
          <ac:chgData name="김태영" userId="8443cd8f-b258-4c7c-bbdd-a870d3924868" providerId="ADAL" clId="{8AB79A95-F3C6-4C21-94A1-1B75C8293A9E}" dt="2023-02-14T15:54:12.756" v="1377" actId="1076"/>
          <ac:spMkLst>
            <pc:docMk/>
            <pc:sldMk cId="2303702551" sldId="319"/>
            <ac:spMk id="11" creationId="{213303EF-347F-A6D0-8DC6-882341A5E154}"/>
          </ac:spMkLst>
        </pc:spChg>
      </pc:sldChg>
      <pc:sldChg chg="modSp add mod modNotesTx">
        <pc:chgData name="김태영" userId="8443cd8f-b258-4c7c-bbdd-a870d3924868" providerId="ADAL" clId="{8AB79A95-F3C6-4C21-94A1-1B75C8293A9E}" dt="2023-02-14T16:07:34.766" v="1642" actId="2711"/>
        <pc:sldMkLst>
          <pc:docMk/>
          <pc:sldMk cId="4195596341" sldId="320"/>
        </pc:sldMkLst>
        <pc:spChg chg="mod">
          <ac:chgData name="김태영" userId="8443cd8f-b258-4c7c-bbdd-a870d3924868" providerId="ADAL" clId="{8AB79A95-F3C6-4C21-94A1-1B75C8293A9E}" dt="2023-02-14T16:07:34.766" v="1642" actId="2711"/>
          <ac:spMkLst>
            <pc:docMk/>
            <pc:sldMk cId="4195596341" sldId="320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6:07:34.766" v="1642" actId="2711"/>
          <ac:spMkLst>
            <pc:docMk/>
            <pc:sldMk cId="4195596341" sldId="320"/>
            <ac:spMk id="7" creationId="{1F4CE4CE-B2B9-90AB-38C1-F5A70D1C02E8}"/>
          </ac:spMkLst>
        </pc:spChg>
        <pc:spChg chg="mod">
          <ac:chgData name="김태영" userId="8443cd8f-b258-4c7c-bbdd-a870d3924868" providerId="ADAL" clId="{8AB79A95-F3C6-4C21-94A1-1B75C8293A9E}" dt="2023-02-14T15:56:20.493" v="1382" actId="20577"/>
          <ac:spMkLst>
            <pc:docMk/>
            <pc:sldMk cId="4195596341" sldId="320"/>
            <ac:spMk id="10" creationId="{1868ADF0-8E9F-DBCA-9421-3751800DD1E7}"/>
          </ac:spMkLst>
        </pc:spChg>
        <pc:spChg chg="mod">
          <ac:chgData name="김태영" userId="8443cd8f-b258-4c7c-bbdd-a870d3924868" providerId="ADAL" clId="{8AB79A95-F3C6-4C21-94A1-1B75C8293A9E}" dt="2023-02-14T16:07:34.766" v="1642" actId="2711"/>
          <ac:spMkLst>
            <pc:docMk/>
            <pc:sldMk cId="4195596341" sldId="320"/>
            <ac:spMk id="11" creationId="{213303EF-347F-A6D0-8DC6-882341A5E154}"/>
          </ac:spMkLst>
        </pc:spChg>
      </pc:sldChg>
      <pc:sldChg chg="addSp delSp modSp add mod modNotesTx">
        <pc:chgData name="김태영" userId="8443cd8f-b258-4c7c-bbdd-a870d3924868" providerId="ADAL" clId="{8AB79A95-F3C6-4C21-94A1-1B75C8293A9E}" dt="2023-02-14T16:30:23.427" v="2509" actId="1076"/>
        <pc:sldMkLst>
          <pc:docMk/>
          <pc:sldMk cId="848339235" sldId="321"/>
        </pc:sldMkLst>
        <pc:spChg chg="mod">
          <ac:chgData name="김태영" userId="8443cd8f-b258-4c7c-bbdd-a870d3924868" providerId="ADAL" clId="{8AB79A95-F3C6-4C21-94A1-1B75C8293A9E}" dt="2023-02-14T16:05:28.460" v="1636" actId="20577"/>
          <ac:spMkLst>
            <pc:docMk/>
            <pc:sldMk cId="848339235" sldId="321"/>
            <ac:spMk id="3" creationId="{7AF2682B-9D3A-04E2-A34C-9196EC9F7072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5" creationId="{FFF3AA25-8484-1EC7-9E2E-A4DE1A65F1F2}"/>
          </ac:spMkLst>
        </pc:spChg>
        <pc:spChg chg="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6" creationId="{B6ACFDBD-19A5-F775-3390-6294E85F47B4}"/>
          </ac:spMkLst>
        </pc:spChg>
        <pc:spChg chg="del">
          <ac:chgData name="김태영" userId="8443cd8f-b258-4c7c-bbdd-a870d3924868" providerId="ADAL" clId="{8AB79A95-F3C6-4C21-94A1-1B75C8293A9E}" dt="2023-02-14T16:07:26.253" v="1641" actId="478"/>
          <ac:spMkLst>
            <pc:docMk/>
            <pc:sldMk cId="848339235" sldId="321"/>
            <ac:spMk id="7" creationId="{1F4CE4CE-B2B9-90AB-38C1-F5A70D1C02E8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8" creationId="{A8C3B800-24B2-42C1-8AD6-0B1F0B41215E}"/>
          </ac:spMkLst>
        </pc:spChg>
        <pc:spChg chg="add mod">
          <ac:chgData name="김태영" userId="8443cd8f-b258-4c7c-bbdd-a870d3924868" providerId="ADAL" clId="{8AB79A95-F3C6-4C21-94A1-1B75C8293A9E}" dt="2023-02-14T16:12:03.206" v="1784" actId="20577"/>
          <ac:spMkLst>
            <pc:docMk/>
            <pc:sldMk cId="848339235" sldId="321"/>
            <ac:spMk id="9" creationId="{23D001D4-939D-52FA-28CC-90A9C4477743}"/>
          </ac:spMkLst>
        </pc:spChg>
        <pc:spChg chg="del">
          <ac:chgData name="김태영" userId="8443cd8f-b258-4c7c-bbdd-a870d3924868" providerId="ADAL" clId="{8AB79A95-F3C6-4C21-94A1-1B75C8293A9E}" dt="2023-02-14T16:07:24.187" v="1640" actId="478"/>
          <ac:spMkLst>
            <pc:docMk/>
            <pc:sldMk cId="848339235" sldId="321"/>
            <ac:spMk id="10" creationId="{1868ADF0-8E9F-DBCA-9421-3751800DD1E7}"/>
          </ac:spMkLst>
        </pc:spChg>
        <pc:spChg chg="del mod">
          <ac:chgData name="김태영" userId="8443cd8f-b258-4c7c-bbdd-a870d3924868" providerId="ADAL" clId="{8AB79A95-F3C6-4C21-94A1-1B75C8293A9E}" dt="2023-02-14T16:05:34.618" v="1638" actId="478"/>
          <ac:spMkLst>
            <pc:docMk/>
            <pc:sldMk cId="848339235" sldId="321"/>
            <ac:spMk id="11" creationId="{213303EF-347F-A6D0-8DC6-882341A5E154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2" creationId="{170F686C-8F15-27A7-CD95-F66ED53FE8A6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3" creationId="{57883098-33C8-CB79-8C87-65B53B8F0ACE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4" creationId="{53B5B5A4-FD44-9C26-DE99-D80ADE06AE74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5" creationId="{7D491FE8-75C7-8E8E-8072-64D8E5279C13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6" creationId="{B1E8B501-9FDA-5008-94A4-6CE5FEC37F1B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7" creationId="{7D2441EA-C7FE-BCC6-201D-57FB50F0A615}"/>
          </ac:spMkLst>
        </pc:spChg>
        <pc:spChg chg="add del mod">
          <ac:chgData name="김태영" userId="8443cd8f-b258-4c7c-bbdd-a870d3924868" providerId="ADAL" clId="{8AB79A95-F3C6-4C21-94A1-1B75C8293A9E}" dt="2023-02-14T16:21:31.180" v="2216" actId="478"/>
          <ac:spMkLst>
            <pc:docMk/>
            <pc:sldMk cId="848339235" sldId="321"/>
            <ac:spMk id="18" creationId="{B871960F-71B7-FCC3-3F47-0F487D196B6E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19" creationId="{65CC60EC-8D5A-34B9-4A08-EFCBFFD9B63B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20" creationId="{5AF97A68-1A23-85B4-4DE0-0D3FE8595FE0}"/>
          </ac:spMkLst>
        </pc:spChg>
        <pc:spChg chg="add mod">
          <ac:chgData name="김태영" userId="8443cd8f-b258-4c7c-bbdd-a870d3924868" providerId="ADAL" clId="{8AB79A95-F3C6-4C21-94A1-1B75C8293A9E}" dt="2023-02-14T16:27:14.812" v="2320" actId="1076"/>
          <ac:spMkLst>
            <pc:docMk/>
            <pc:sldMk cId="848339235" sldId="321"/>
            <ac:spMk id="21" creationId="{251546C1-1D96-0488-4BB2-55AB5BFF2F3E}"/>
          </ac:spMkLst>
        </pc:spChg>
        <pc:spChg chg="add mod">
          <ac:chgData name="김태영" userId="8443cd8f-b258-4c7c-bbdd-a870d3924868" providerId="ADAL" clId="{8AB79A95-F3C6-4C21-94A1-1B75C8293A9E}" dt="2023-02-14T16:30:08.450" v="2505" actId="14100"/>
          <ac:spMkLst>
            <pc:docMk/>
            <pc:sldMk cId="848339235" sldId="321"/>
            <ac:spMk id="22" creationId="{70D082A0-9B5A-E77C-20CC-888F1B54C9DF}"/>
          </ac:spMkLst>
        </pc:spChg>
        <pc:spChg chg="add mod">
          <ac:chgData name="김태영" userId="8443cd8f-b258-4c7c-bbdd-a870d3924868" providerId="ADAL" clId="{8AB79A95-F3C6-4C21-94A1-1B75C8293A9E}" dt="2023-02-14T16:30:23.427" v="2509" actId="1076"/>
          <ac:spMkLst>
            <pc:docMk/>
            <pc:sldMk cId="848339235" sldId="321"/>
            <ac:spMk id="23" creationId="{D35B7F4B-E021-F6CF-0070-A527AE300FE2}"/>
          </ac:spMkLst>
        </pc:spChg>
      </pc:sldChg>
      <pc:sldChg chg="del">
        <pc:chgData name="김태영" userId="8443cd8f-b258-4c7c-bbdd-a870d3924868" providerId="ADAL" clId="{8AB79A95-F3C6-4C21-94A1-1B75C8293A9E}" dt="2023-02-14T12:04:02.808" v="25" actId="47"/>
        <pc:sldMkLst>
          <pc:docMk/>
          <pc:sldMk cId="2285916183" sldId="321"/>
        </pc:sldMkLst>
      </pc:sldChg>
      <pc:sldChg chg="addSp delSp modSp add mod modNotesTx">
        <pc:chgData name="김태영" userId="8443cd8f-b258-4c7c-bbdd-a870d3924868" providerId="ADAL" clId="{8AB79A95-F3C6-4C21-94A1-1B75C8293A9E}" dt="2023-02-14T16:44:52.969" v="3291" actId="1076"/>
        <pc:sldMkLst>
          <pc:docMk/>
          <pc:sldMk cId="2463927286" sldId="322"/>
        </pc:sldMkLst>
        <pc:spChg chg="mod">
          <ac:chgData name="김태영" userId="8443cd8f-b258-4c7c-bbdd-a870d3924868" providerId="ADAL" clId="{8AB79A95-F3C6-4C21-94A1-1B75C8293A9E}" dt="2023-02-14T16:31:03.458" v="2553" actId="20577"/>
          <ac:spMkLst>
            <pc:docMk/>
            <pc:sldMk cId="2463927286" sldId="322"/>
            <ac:spMk id="3" creationId="{7AF2682B-9D3A-04E2-A34C-9196EC9F7072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5" creationId="{FFF3AA25-8484-1EC7-9E2E-A4DE1A65F1F2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6" creationId="{B6ACFDBD-19A5-F775-3390-6294E85F47B4}"/>
          </ac:spMkLst>
        </pc:spChg>
        <pc:spChg chg="add mod">
          <ac:chgData name="김태영" userId="8443cd8f-b258-4c7c-bbdd-a870d3924868" providerId="ADAL" clId="{8AB79A95-F3C6-4C21-94A1-1B75C8293A9E}" dt="2023-02-14T16:39:53.063" v="3076" actId="20577"/>
          <ac:spMkLst>
            <pc:docMk/>
            <pc:sldMk cId="2463927286" sldId="322"/>
            <ac:spMk id="7" creationId="{7418CF98-30FB-7B17-E124-3E5609F6EE87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8" creationId="{A8C3B800-24B2-42C1-8AD6-0B1F0B41215E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9" creationId="{23D001D4-939D-52FA-28CC-90A9C4477743}"/>
          </ac:spMkLst>
        </pc:spChg>
        <pc:spChg chg="add del mod">
          <ac:chgData name="김태영" userId="8443cd8f-b258-4c7c-bbdd-a870d3924868" providerId="ADAL" clId="{8AB79A95-F3C6-4C21-94A1-1B75C8293A9E}" dt="2023-02-14T16:34:25.335" v="2755"/>
          <ac:spMkLst>
            <pc:docMk/>
            <pc:sldMk cId="2463927286" sldId="322"/>
            <ac:spMk id="10" creationId="{1C501601-945C-C2A7-928F-1E901BECD629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2" creationId="{170F686C-8F15-27A7-CD95-F66ED53FE8A6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3" creationId="{57883098-33C8-CB79-8C87-65B53B8F0ACE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4" creationId="{53B5B5A4-FD44-9C26-DE99-D80ADE06AE74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5" creationId="{7D491FE8-75C7-8E8E-8072-64D8E5279C13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6" creationId="{B1E8B501-9FDA-5008-94A4-6CE5FEC37F1B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7" creationId="{7D2441EA-C7FE-BCC6-201D-57FB50F0A615}"/>
          </ac:spMkLst>
        </pc:spChg>
        <pc:spChg chg="add mod">
          <ac:chgData name="김태영" userId="8443cd8f-b258-4c7c-bbdd-a870d3924868" providerId="ADAL" clId="{8AB79A95-F3C6-4C21-94A1-1B75C8293A9E}" dt="2023-02-14T16:44:52.969" v="3291" actId="1076"/>
          <ac:spMkLst>
            <pc:docMk/>
            <pc:sldMk cId="2463927286" sldId="322"/>
            <ac:spMk id="18" creationId="{90D4E7C4-F470-28E3-07BE-93974A7B1C3E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19" creationId="{65CC60EC-8D5A-34B9-4A08-EFCBFFD9B63B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20" creationId="{5AF97A68-1A23-85B4-4DE0-0D3FE8595FE0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21" creationId="{251546C1-1D96-0488-4BB2-55AB5BFF2F3E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22" creationId="{70D082A0-9B5A-E77C-20CC-888F1B54C9DF}"/>
          </ac:spMkLst>
        </pc:spChg>
        <pc:spChg chg="del">
          <ac:chgData name="김태영" userId="8443cd8f-b258-4c7c-bbdd-a870d3924868" providerId="ADAL" clId="{8AB79A95-F3C6-4C21-94A1-1B75C8293A9E}" dt="2023-02-14T16:30:45.183" v="2512" actId="478"/>
          <ac:spMkLst>
            <pc:docMk/>
            <pc:sldMk cId="2463927286" sldId="322"/>
            <ac:spMk id="23" creationId="{D35B7F4B-E021-F6CF-0070-A527AE300FE2}"/>
          </ac:spMkLst>
        </pc:spChg>
      </pc:sldChg>
      <pc:sldChg chg="del">
        <pc:chgData name="김태영" userId="8443cd8f-b258-4c7c-bbdd-a870d3924868" providerId="ADAL" clId="{8AB79A95-F3C6-4C21-94A1-1B75C8293A9E}" dt="2023-02-14T12:04:03.441" v="26" actId="47"/>
        <pc:sldMkLst>
          <pc:docMk/>
          <pc:sldMk cId="4100127133" sldId="322"/>
        </pc:sldMkLst>
      </pc:sldChg>
      <pc:sldChg chg="addSp delSp modSp add mod ord modNotesTx">
        <pc:chgData name="김태영" userId="8443cd8f-b258-4c7c-bbdd-a870d3924868" providerId="ADAL" clId="{8AB79A95-F3C6-4C21-94A1-1B75C8293A9E}" dt="2023-02-14T16:58:38.232" v="3518" actId="2711"/>
        <pc:sldMkLst>
          <pc:docMk/>
          <pc:sldMk cId="375184813" sldId="323"/>
        </pc:sldMkLst>
        <pc:spChg chg="mod">
          <ac:chgData name="김태영" userId="8443cd8f-b258-4c7c-bbdd-a870d3924868" providerId="ADAL" clId="{8AB79A95-F3C6-4C21-94A1-1B75C8293A9E}" dt="2023-02-14T16:45:30.852" v="3295"/>
          <ac:spMkLst>
            <pc:docMk/>
            <pc:sldMk cId="375184813" sldId="323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6:58:38.232" v="3518" actId="2711"/>
          <ac:spMkLst>
            <pc:docMk/>
            <pc:sldMk cId="375184813" sldId="323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6:58:38.232" v="3518" actId="2711"/>
          <ac:spMkLst>
            <pc:docMk/>
            <pc:sldMk cId="375184813" sldId="323"/>
            <ac:spMk id="7" creationId="{1F4CE4CE-B2B9-90AB-38C1-F5A70D1C02E8}"/>
          </ac:spMkLst>
        </pc:spChg>
        <pc:spChg chg="add del">
          <ac:chgData name="김태영" userId="8443cd8f-b258-4c7c-bbdd-a870d3924868" providerId="ADAL" clId="{8AB79A95-F3C6-4C21-94A1-1B75C8293A9E}" dt="2023-02-14T16:57:39.220" v="3507" actId="22"/>
          <ac:spMkLst>
            <pc:docMk/>
            <pc:sldMk cId="375184813" sldId="323"/>
            <ac:spMk id="8" creationId="{ACDAA90C-70DC-35D3-CEBF-5D7F07A1770E}"/>
          </ac:spMkLst>
        </pc:spChg>
        <pc:spChg chg="mod">
          <ac:chgData name="김태영" userId="8443cd8f-b258-4c7c-bbdd-a870d3924868" providerId="ADAL" clId="{8AB79A95-F3C6-4C21-94A1-1B75C8293A9E}" dt="2023-02-14T16:57:25.556" v="3501" actId="20577"/>
          <ac:spMkLst>
            <pc:docMk/>
            <pc:sldMk cId="375184813" sldId="323"/>
            <ac:spMk id="10" creationId="{1868ADF0-8E9F-DBCA-9421-3751800DD1E7}"/>
          </ac:spMkLst>
        </pc:spChg>
        <pc:spChg chg="del mod">
          <ac:chgData name="김태영" userId="8443cd8f-b258-4c7c-bbdd-a870d3924868" providerId="ADAL" clId="{8AB79A95-F3C6-4C21-94A1-1B75C8293A9E}" dt="2023-02-14T16:53:41.722" v="3476" actId="478"/>
          <ac:spMkLst>
            <pc:docMk/>
            <pc:sldMk cId="375184813" sldId="323"/>
            <ac:spMk id="11" creationId="{213303EF-347F-A6D0-8DC6-882341A5E154}"/>
          </ac:spMkLst>
        </pc:spChg>
      </pc:sldChg>
      <pc:sldChg chg="modSp add mod ord modNotesTx">
        <pc:chgData name="김태영" userId="8443cd8f-b258-4c7c-bbdd-a870d3924868" providerId="ADAL" clId="{8AB79A95-F3C6-4C21-94A1-1B75C8293A9E}" dt="2023-02-14T18:36:30.015" v="5641" actId="20577"/>
        <pc:sldMkLst>
          <pc:docMk/>
          <pc:sldMk cId="46141193" sldId="324"/>
        </pc:sldMkLst>
        <pc:spChg chg="mod">
          <ac:chgData name="김태영" userId="8443cd8f-b258-4c7c-bbdd-a870d3924868" providerId="ADAL" clId="{8AB79A95-F3C6-4C21-94A1-1B75C8293A9E}" dt="2023-02-14T17:48:32.928" v="3748" actId="1076"/>
          <ac:spMkLst>
            <pc:docMk/>
            <pc:sldMk cId="46141193" sldId="324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7:48:29.795" v="3747" actId="2711"/>
          <ac:spMkLst>
            <pc:docMk/>
            <pc:sldMk cId="46141193" sldId="324"/>
            <ac:spMk id="7" creationId="{1F4CE4CE-B2B9-90AB-38C1-F5A70D1C02E8}"/>
          </ac:spMkLst>
        </pc:spChg>
        <pc:spChg chg="mod">
          <ac:chgData name="김태영" userId="8443cd8f-b258-4c7c-bbdd-a870d3924868" providerId="ADAL" clId="{8AB79A95-F3C6-4C21-94A1-1B75C8293A9E}" dt="2023-02-14T18:36:30.015" v="5641" actId="20577"/>
          <ac:spMkLst>
            <pc:docMk/>
            <pc:sldMk cId="46141193" sldId="324"/>
            <ac:spMk id="10" creationId="{1868ADF0-8E9F-DBCA-9421-3751800DD1E7}"/>
          </ac:spMkLst>
        </pc:spChg>
      </pc:sldChg>
      <pc:sldChg chg="addSp modSp add mod ord modNotesTx">
        <pc:chgData name="김태영" userId="8443cd8f-b258-4c7c-bbdd-a870d3924868" providerId="ADAL" clId="{8AB79A95-F3C6-4C21-94A1-1B75C8293A9E}" dt="2023-02-14T18:36:33.130" v="5643" actId="20577"/>
        <pc:sldMkLst>
          <pc:docMk/>
          <pc:sldMk cId="1191572402" sldId="325"/>
        </pc:sldMkLst>
        <pc:spChg chg="mod">
          <ac:chgData name="김태영" userId="8443cd8f-b258-4c7c-bbdd-a870d3924868" providerId="ADAL" clId="{8AB79A95-F3C6-4C21-94A1-1B75C8293A9E}" dt="2023-02-14T17:58:39.140" v="4349" actId="1076"/>
          <ac:spMkLst>
            <pc:docMk/>
            <pc:sldMk cId="1191572402" sldId="325"/>
            <ac:spMk id="6" creationId="{B6ACFDBD-19A5-F775-3390-6294E85F47B4}"/>
          </ac:spMkLst>
        </pc:spChg>
        <pc:spChg chg="mod">
          <ac:chgData name="김태영" userId="8443cd8f-b258-4c7c-bbdd-a870d3924868" providerId="ADAL" clId="{8AB79A95-F3C6-4C21-94A1-1B75C8293A9E}" dt="2023-02-14T17:57:13.538" v="4141" actId="21"/>
          <ac:spMkLst>
            <pc:docMk/>
            <pc:sldMk cId="1191572402" sldId="325"/>
            <ac:spMk id="7" creationId="{1F4CE4CE-B2B9-90AB-38C1-F5A70D1C02E8}"/>
          </ac:spMkLst>
        </pc:spChg>
        <pc:spChg chg="add mod">
          <ac:chgData name="김태영" userId="8443cd8f-b258-4c7c-bbdd-a870d3924868" providerId="ADAL" clId="{8AB79A95-F3C6-4C21-94A1-1B75C8293A9E}" dt="2023-02-14T17:57:09.495" v="4139" actId="1076"/>
          <ac:spMkLst>
            <pc:docMk/>
            <pc:sldMk cId="1191572402" sldId="325"/>
            <ac:spMk id="9" creationId="{11DFCBC3-0A1E-F4CC-C61E-E5D4BBD0C38D}"/>
          </ac:spMkLst>
        </pc:spChg>
        <pc:spChg chg="mod">
          <ac:chgData name="김태영" userId="8443cd8f-b258-4c7c-bbdd-a870d3924868" providerId="ADAL" clId="{8AB79A95-F3C6-4C21-94A1-1B75C8293A9E}" dt="2023-02-14T18:36:33.130" v="5643" actId="20577"/>
          <ac:spMkLst>
            <pc:docMk/>
            <pc:sldMk cId="1191572402" sldId="325"/>
            <ac:spMk id="10" creationId="{1868ADF0-8E9F-DBCA-9421-3751800DD1E7}"/>
          </ac:spMkLst>
        </pc:spChg>
        <pc:spChg chg="add mod">
          <ac:chgData name="김태영" userId="8443cd8f-b258-4c7c-bbdd-a870d3924868" providerId="ADAL" clId="{8AB79A95-F3C6-4C21-94A1-1B75C8293A9E}" dt="2023-02-14T17:58:43.725" v="4350" actId="1076"/>
          <ac:spMkLst>
            <pc:docMk/>
            <pc:sldMk cId="1191572402" sldId="325"/>
            <ac:spMk id="12" creationId="{878762E7-D78E-0F87-4BC7-F04F3B0BC29D}"/>
          </ac:spMkLst>
        </pc:spChg>
        <pc:picChg chg="add mod">
          <ac:chgData name="김태영" userId="8443cd8f-b258-4c7c-bbdd-a870d3924868" providerId="ADAL" clId="{8AB79A95-F3C6-4C21-94A1-1B75C8293A9E}" dt="2023-02-14T17:52:00.555" v="3761" actId="1076"/>
          <ac:picMkLst>
            <pc:docMk/>
            <pc:sldMk cId="1191572402" sldId="325"/>
            <ac:picMk id="8" creationId="{032050F3-DDCD-D6E6-D3E4-548E47F3C3A0}"/>
          </ac:picMkLst>
        </pc:picChg>
      </pc:sldChg>
      <pc:sldChg chg="delSp modSp add mod modNotesTx">
        <pc:chgData name="김태영" userId="8443cd8f-b258-4c7c-bbdd-a870d3924868" providerId="ADAL" clId="{8AB79A95-F3C6-4C21-94A1-1B75C8293A9E}" dt="2023-02-14T18:37:34.465" v="5699" actId="2711"/>
        <pc:sldMkLst>
          <pc:docMk/>
          <pc:sldMk cId="1072636788" sldId="326"/>
        </pc:sldMkLst>
        <pc:spChg chg="del mod">
          <ac:chgData name="김태영" userId="8443cd8f-b258-4c7c-bbdd-a870d3924868" providerId="ADAL" clId="{8AB79A95-F3C6-4C21-94A1-1B75C8293A9E}" dt="2023-02-14T18:17:12.128" v="4851" actId="478"/>
          <ac:spMkLst>
            <pc:docMk/>
            <pc:sldMk cId="1072636788" sldId="326"/>
            <ac:spMk id="6" creationId="{B6ACFDBD-19A5-F775-3390-6294E85F47B4}"/>
          </ac:spMkLst>
        </pc:spChg>
        <pc:spChg chg="del">
          <ac:chgData name="김태영" userId="8443cd8f-b258-4c7c-bbdd-a870d3924868" providerId="ADAL" clId="{8AB79A95-F3C6-4C21-94A1-1B75C8293A9E}" dt="2023-02-14T18:02:01.363" v="4356" actId="478"/>
          <ac:spMkLst>
            <pc:docMk/>
            <pc:sldMk cId="1072636788" sldId="326"/>
            <ac:spMk id="7" creationId="{1F4CE4CE-B2B9-90AB-38C1-F5A70D1C02E8}"/>
          </ac:spMkLst>
        </pc:spChg>
        <pc:spChg chg="del mod">
          <ac:chgData name="김태영" userId="8443cd8f-b258-4c7c-bbdd-a870d3924868" providerId="ADAL" clId="{8AB79A95-F3C6-4C21-94A1-1B75C8293A9E}" dt="2023-02-14T18:03:04.269" v="4358" actId="478"/>
          <ac:spMkLst>
            <pc:docMk/>
            <pc:sldMk cId="1072636788" sldId="326"/>
            <ac:spMk id="9" creationId="{11DFCBC3-0A1E-F4CC-C61E-E5D4BBD0C38D}"/>
          </ac:spMkLst>
        </pc:spChg>
        <pc:spChg chg="mod">
          <ac:chgData name="김태영" userId="8443cd8f-b258-4c7c-bbdd-a870d3924868" providerId="ADAL" clId="{8AB79A95-F3C6-4C21-94A1-1B75C8293A9E}" dt="2023-02-14T18:36:36.488" v="5645" actId="20577"/>
          <ac:spMkLst>
            <pc:docMk/>
            <pc:sldMk cId="1072636788" sldId="326"/>
            <ac:spMk id="10" creationId="{1868ADF0-8E9F-DBCA-9421-3751800DD1E7}"/>
          </ac:spMkLst>
        </pc:spChg>
        <pc:spChg chg="mod">
          <ac:chgData name="김태영" userId="8443cd8f-b258-4c7c-bbdd-a870d3924868" providerId="ADAL" clId="{8AB79A95-F3C6-4C21-94A1-1B75C8293A9E}" dt="2023-02-14T18:37:34.465" v="5699" actId="2711"/>
          <ac:spMkLst>
            <pc:docMk/>
            <pc:sldMk cId="1072636788" sldId="326"/>
            <ac:spMk id="12" creationId="{878762E7-D78E-0F87-4BC7-F04F3B0BC29D}"/>
          </ac:spMkLst>
        </pc:spChg>
        <pc:picChg chg="del mod">
          <ac:chgData name="김태영" userId="8443cd8f-b258-4c7c-bbdd-a870d3924868" providerId="ADAL" clId="{8AB79A95-F3C6-4C21-94A1-1B75C8293A9E}" dt="2023-02-14T18:01:56.972" v="4355" actId="478"/>
          <ac:picMkLst>
            <pc:docMk/>
            <pc:sldMk cId="1072636788" sldId="326"/>
            <ac:picMk id="8" creationId="{032050F3-DDCD-D6E6-D3E4-548E47F3C3A0}"/>
          </ac:picMkLst>
        </pc:picChg>
      </pc:sldChg>
      <pc:sldChg chg="modSp add mod modNotesTx">
        <pc:chgData name="김태영" userId="8443cd8f-b258-4c7c-bbdd-a870d3924868" providerId="ADAL" clId="{8AB79A95-F3C6-4C21-94A1-1B75C8293A9E}" dt="2023-02-14T18:36:40.627" v="5647" actId="20577"/>
        <pc:sldMkLst>
          <pc:docMk/>
          <pc:sldMk cId="3695964302" sldId="327"/>
        </pc:sldMkLst>
        <pc:spChg chg="mod">
          <ac:chgData name="김태영" userId="8443cd8f-b258-4c7c-bbdd-a870d3924868" providerId="ADAL" clId="{8AB79A95-F3C6-4C21-94A1-1B75C8293A9E}" dt="2023-02-14T18:36:40.627" v="5647" actId="20577"/>
          <ac:spMkLst>
            <pc:docMk/>
            <pc:sldMk cId="3695964302" sldId="327"/>
            <ac:spMk id="10" creationId="{1868ADF0-8E9F-DBCA-9421-3751800DD1E7}"/>
          </ac:spMkLst>
        </pc:spChg>
        <pc:spChg chg="mod">
          <ac:chgData name="김태영" userId="8443cd8f-b258-4c7c-bbdd-a870d3924868" providerId="ADAL" clId="{8AB79A95-F3C6-4C21-94A1-1B75C8293A9E}" dt="2023-02-14T18:29:45.520" v="5621" actId="20577"/>
          <ac:spMkLst>
            <pc:docMk/>
            <pc:sldMk cId="3695964302" sldId="327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8AB79A95-F3C6-4C21-94A1-1B75C8293A9E}" dt="2023-02-14T12:03:59.974" v="0" actId="47"/>
        <pc:sldMkLst>
          <pc:docMk/>
          <pc:sldMk cId="4097094211" sldId="327"/>
        </pc:sldMkLst>
      </pc:sldChg>
      <pc:sldChg chg="del">
        <pc:chgData name="김태영" userId="8443cd8f-b258-4c7c-bbdd-a870d3924868" providerId="ADAL" clId="{8AB79A95-F3C6-4C21-94A1-1B75C8293A9E}" dt="2023-02-14T12:04:00.841" v="12" actId="47"/>
        <pc:sldMkLst>
          <pc:docMk/>
          <pc:sldMk cId="1202824093" sldId="328"/>
        </pc:sldMkLst>
      </pc:sldChg>
      <pc:sldChg chg="addSp delSp modSp add mod modNotesTx">
        <pc:chgData name="김태영" userId="8443cd8f-b258-4c7c-bbdd-a870d3924868" providerId="ADAL" clId="{8AB79A95-F3C6-4C21-94A1-1B75C8293A9E}" dt="2023-02-14T19:01:34.899" v="6779" actId="14100"/>
        <pc:sldMkLst>
          <pc:docMk/>
          <pc:sldMk cId="1520791225" sldId="328"/>
        </pc:sldMkLst>
        <pc:spChg chg="mod">
          <ac:chgData name="김태영" userId="8443cd8f-b258-4c7c-bbdd-a870d3924868" providerId="ADAL" clId="{8AB79A95-F3C6-4C21-94A1-1B75C8293A9E}" dt="2023-02-14T18:41:01.766" v="5871" actId="20577"/>
          <ac:spMkLst>
            <pc:docMk/>
            <pc:sldMk cId="1520791225" sldId="328"/>
            <ac:spMk id="3" creationId="{7AF2682B-9D3A-04E2-A34C-9196EC9F7072}"/>
          </ac:spMkLst>
        </pc:spChg>
        <pc:spChg chg="add mod">
          <ac:chgData name="김태영" userId="8443cd8f-b258-4c7c-bbdd-a870d3924868" providerId="ADAL" clId="{8AB79A95-F3C6-4C21-94A1-1B75C8293A9E}" dt="2023-02-14T18:49:59.423" v="6034" actId="1076"/>
          <ac:spMkLst>
            <pc:docMk/>
            <pc:sldMk cId="1520791225" sldId="328"/>
            <ac:spMk id="5" creationId="{E4825E08-E257-6E31-65F1-7246B786A196}"/>
          </ac:spMkLst>
        </pc:spChg>
        <pc:spChg chg="add mod">
          <ac:chgData name="김태영" userId="8443cd8f-b258-4c7c-bbdd-a870d3924868" providerId="ADAL" clId="{8AB79A95-F3C6-4C21-94A1-1B75C8293A9E}" dt="2023-02-14T18:50:02.329" v="6038" actId="571"/>
          <ac:spMkLst>
            <pc:docMk/>
            <pc:sldMk cId="1520791225" sldId="328"/>
            <ac:spMk id="6" creationId="{64CB15CD-DEC0-43CE-803E-552227791C54}"/>
          </ac:spMkLst>
        </pc:spChg>
        <pc:spChg chg="add del mod">
          <ac:chgData name="김태영" userId="8443cd8f-b258-4c7c-bbdd-a870d3924868" providerId="ADAL" clId="{8AB79A95-F3C6-4C21-94A1-1B75C8293A9E}" dt="2023-02-14T18:50:01.971" v="6037"/>
          <ac:spMkLst>
            <pc:docMk/>
            <pc:sldMk cId="1520791225" sldId="328"/>
            <ac:spMk id="7" creationId="{39F886A1-F518-BE2D-AC55-8FD9877EF7B2}"/>
          </ac:spMkLst>
        </pc:spChg>
        <pc:spChg chg="add mod">
          <ac:chgData name="김태영" userId="8443cd8f-b258-4c7c-bbdd-a870d3924868" providerId="ADAL" clId="{8AB79A95-F3C6-4C21-94A1-1B75C8293A9E}" dt="2023-02-14T19:01:34.899" v="6779" actId="14100"/>
          <ac:spMkLst>
            <pc:docMk/>
            <pc:sldMk cId="1520791225" sldId="328"/>
            <ac:spMk id="8" creationId="{52864DC3-54C3-C114-0D29-BBDAB6460BBF}"/>
          </ac:spMkLst>
        </pc:spChg>
        <pc:spChg chg="del">
          <ac:chgData name="김태영" userId="8443cd8f-b258-4c7c-bbdd-a870d3924868" providerId="ADAL" clId="{8AB79A95-F3C6-4C21-94A1-1B75C8293A9E}" dt="2023-02-14T18:37:17.469" v="5698" actId="478"/>
          <ac:spMkLst>
            <pc:docMk/>
            <pc:sldMk cId="1520791225" sldId="328"/>
            <ac:spMk id="10" creationId="{1868ADF0-8E9F-DBCA-9421-3751800DD1E7}"/>
          </ac:spMkLst>
        </pc:spChg>
        <pc:spChg chg="mod">
          <ac:chgData name="김태영" userId="8443cd8f-b258-4c7c-bbdd-a870d3924868" providerId="ADAL" clId="{8AB79A95-F3C6-4C21-94A1-1B75C8293A9E}" dt="2023-02-14T19:01:09.714" v="6743" actId="20577"/>
          <ac:spMkLst>
            <pc:docMk/>
            <pc:sldMk cId="1520791225" sldId="328"/>
            <ac:spMk id="12" creationId="{878762E7-D78E-0F87-4BC7-F04F3B0BC29D}"/>
          </ac:spMkLst>
        </pc:spChg>
      </pc:sldChg>
      <pc:sldChg chg="modSp add del mod modNotesTx">
        <pc:chgData name="김태영" userId="8443cd8f-b258-4c7c-bbdd-a870d3924868" providerId="ADAL" clId="{8AB79A95-F3C6-4C21-94A1-1B75C8293A9E}" dt="2023-02-14T18:35:07.555" v="5635" actId="47"/>
        <pc:sldMkLst>
          <pc:docMk/>
          <pc:sldMk cId="2346463997" sldId="328"/>
        </pc:sldMkLst>
        <pc:spChg chg="mod">
          <ac:chgData name="김태영" userId="8443cd8f-b258-4c7c-bbdd-a870d3924868" providerId="ADAL" clId="{8AB79A95-F3C6-4C21-94A1-1B75C8293A9E}" dt="2023-02-14T18:32:36.329" v="5633" actId="20577"/>
          <ac:spMkLst>
            <pc:docMk/>
            <pc:sldMk cId="2346463997" sldId="328"/>
            <ac:spMk id="10" creationId="{1868ADF0-8E9F-DBCA-9421-3751800DD1E7}"/>
          </ac:spMkLst>
        </pc:spChg>
      </pc:sldChg>
      <pc:sldChg chg="modSp add mod modNotesTx">
        <pc:chgData name="김태영" userId="8443cd8f-b258-4c7c-bbdd-a870d3924868" providerId="ADAL" clId="{8AB79A95-F3C6-4C21-94A1-1B75C8293A9E}" dt="2023-02-14T19:18:17.167" v="7350"/>
        <pc:sldMkLst>
          <pc:docMk/>
          <pc:sldMk cId="1615291752" sldId="329"/>
        </pc:sldMkLst>
        <pc:spChg chg="mod">
          <ac:chgData name="김태영" userId="8443cd8f-b258-4c7c-bbdd-a870d3924868" providerId="ADAL" clId="{8AB79A95-F3C6-4C21-94A1-1B75C8293A9E}" dt="2023-02-14T18:56:23.343" v="6574" actId="20577"/>
          <ac:spMkLst>
            <pc:docMk/>
            <pc:sldMk cId="1615291752" sldId="329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9:17:44.160" v="7347" actId="1076"/>
          <ac:spMkLst>
            <pc:docMk/>
            <pc:sldMk cId="1615291752" sldId="329"/>
            <ac:spMk id="5" creationId="{E4825E08-E257-6E31-65F1-7246B786A196}"/>
          </ac:spMkLst>
        </pc:spChg>
        <pc:spChg chg="mod">
          <ac:chgData name="김태영" userId="8443cd8f-b258-4c7c-bbdd-a870d3924868" providerId="ADAL" clId="{8AB79A95-F3C6-4C21-94A1-1B75C8293A9E}" dt="2023-02-14T19:12:59.468" v="7155" actId="113"/>
          <ac:spMkLst>
            <pc:docMk/>
            <pc:sldMk cId="1615291752" sldId="329"/>
            <ac:spMk id="8" creationId="{52864DC3-54C3-C114-0D29-BBDAB6460BBF}"/>
          </ac:spMkLst>
        </pc:spChg>
        <pc:spChg chg="mod">
          <ac:chgData name="김태영" userId="8443cd8f-b258-4c7c-bbdd-a870d3924868" providerId="ADAL" clId="{8AB79A95-F3C6-4C21-94A1-1B75C8293A9E}" dt="2023-02-14T19:10:55.364" v="6976" actId="20577"/>
          <ac:spMkLst>
            <pc:docMk/>
            <pc:sldMk cId="1615291752" sldId="329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8AB79A95-F3C6-4C21-94A1-1B75C8293A9E}" dt="2023-02-14T12:04:00.905" v="14" actId="47"/>
        <pc:sldMkLst>
          <pc:docMk/>
          <pc:sldMk cId="1760318954" sldId="329"/>
        </pc:sldMkLst>
      </pc:sldChg>
      <pc:sldChg chg="addSp delSp modSp add mod modNotesTx">
        <pc:chgData name="김태영" userId="8443cd8f-b258-4c7c-bbdd-a870d3924868" providerId="ADAL" clId="{8AB79A95-F3C6-4C21-94A1-1B75C8293A9E}" dt="2023-02-14T19:56:26.794" v="8494"/>
        <pc:sldMkLst>
          <pc:docMk/>
          <pc:sldMk cId="3464966848" sldId="330"/>
        </pc:sldMkLst>
        <pc:spChg chg="mod">
          <ac:chgData name="김태영" userId="8443cd8f-b258-4c7c-bbdd-a870d3924868" providerId="ADAL" clId="{8AB79A95-F3C6-4C21-94A1-1B75C8293A9E}" dt="2023-02-14T19:18:26.536" v="7365" actId="20577"/>
          <ac:spMkLst>
            <pc:docMk/>
            <pc:sldMk cId="3464966848" sldId="330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19:36:32.802" v="7810" actId="1076"/>
          <ac:spMkLst>
            <pc:docMk/>
            <pc:sldMk cId="3464966848" sldId="330"/>
            <ac:spMk id="5" creationId="{E4825E08-E257-6E31-65F1-7246B786A196}"/>
          </ac:spMkLst>
        </pc:spChg>
        <pc:spChg chg="add mod">
          <ac:chgData name="김태영" userId="8443cd8f-b258-4c7c-bbdd-a870d3924868" providerId="ADAL" clId="{8AB79A95-F3C6-4C21-94A1-1B75C8293A9E}" dt="2023-02-14T19:55:49.003" v="8491" actId="1036"/>
          <ac:spMkLst>
            <pc:docMk/>
            <pc:sldMk cId="3464966848" sldId="330"/>
            <ac:spMk id="6" creationId="{0BC0A58C-B23F-CA48-110C-BDCEFCF7EB06}"/>
          </ac:spMkLst>
        </pc:spChg>
        <pc:spChg chg="add mod">
          <ac:chgData name="김태영" userId="8443cd8f-b258-4c7c-bbdd-a870d3924868" providerId="ADAL" clId="{8AB79A95-F3C6-4C21-94A1-1B75C8293A9E}" dt="2023-02-14T19:55:43.194" v="8477" actId="1036"/>
          <ac:spMkLst>
            <pc:docMk/>
            <pc:sldMk cId="3464966848" sldId="330"/>
            <ac:spMk id="7" creationId="{B33637EC-07C0-76A9-3A4D-12A753609ECE}"/>
          </ac:spMkLst>
        </pc:spChg>
        <pc:spChg chg="del">
          <ac:chgData name="김태영" userId="8443cd8f-b258-4c7c-bbdd-a870d3924868" providerId="ADAL" clId="{8AB79A95-F3C6-4C21-94A1-1B75C8293A9E}" dt="2023-02-14T19:24:21.362" v="7499" actId="478"/>
          <ac:spMkLst>
            <pc:docMk/>
            <pc:sldMk cId="3464966848" sldId="330"/>
            <ac:spMk id="8" creationId="{52864DC3-54C3-C114-0D29-BBDAB6460BBF}"/>
          </ac:spMkLst>
        </pc:spChg>
        <pc:spChg chg="add del mod">
          <ac:chgData name="김태영" userId="8443cd8f-b258-4c7c-bbdd-a870d3924868" providerId="ADAL" clId="{8AB79A95-F3C6-4C21-94A1-1B75C8293A9E}" dt="2023-02-14T19:55:36.684" v="8466" actId="478"/>
          <ac:spMkLst>
            <pc:docMk/>
            <pc:sldMk cId="3464966848" sldId="330"/>
            <ac:spMk id="9" creationId="{BF519BC5-086A-0BA4-7960-8B24CF0A1774}"/>
          </ac:spMkLst>
        </pc:spChg>
        <pc:spChg chg="mod">
          <ac:chgData name="김태영" userId="8443cd8f-b258-4c7c-bbdd-a870d3924868" providerId="ADAL" clId="{8AB79A95-F3C6-4C21-94A1-1B75C8293A9E}" dt="2023-02-14T19:39:11.458" v="7811" actId="1076"/>
          <ac:spMkLst>
            <pc:docMk/>
            <pc:sldMk cId="3464966848" sldId="330"/>
            <ac:spMk id="12" creationId="{878762E7-D78E-0F87-4BC7-F04F3B0BC29D}"/>
          </ac:spMkLst>
        </pc:spChg>
        <pc:picChg chg="add mod">
          <ac:chgData name="김태영" userId="8443cd8f-b258-4c7c-bbdd-a870d3924868" providerId="ADAL" clId="{8AB79A95-F3C6-4C21-94A1-1B75C8293A9E}" dt="2023-02-14T19:24:30.467" v="7503" actId="1076"/>
          <ac:picMkLst>
            <pc:docMk/>
            <pc:sldMk cId="3464966848" sldId="330"/>
            <ac:picMk id="5122" creationId="{2099C408-C3C4-9D13-04B9-9B1E7030D5F9}"/>
          </ac:picMkLst>
        </pc:picChg>
      </pc:sldChg>
      <pc:sldChg chg="add">
        <pc:chgData name="김태영" userId="8443cd8f-b258-4c7c-bbdd-a870d3924868" providerId="ADAL" clId="{8AB79A95-F3C6-4C21-94A1-1B75C8293A9E}" dt="2023-02-14T20:03:04.871" v="8495"/>
        <pc:sldMkLst>
          <pc:docMk/>
          <pc:sldMk cId="2698949495" sldId="331"/>
        </pc:sldMkLst>
      </pc:sldChg>
      <pc:sldChg chg="del">
        <pc:chgData name="김태영" userId="8443cd8f-b258-4c7c-bbdd-a870d3924868" providerId="ADAL" clId="{8AB79A95-F3C6-4C21-94A1-1B75C8293A9E}" dt="2023-02-14T12:04:00.772" v="9" actId="47"/>
        <pc:sldMkLst>
          <pc:docMk/>
          <pc:sldMk cId="3828819505" sldId="331"/>
        </pc:sldMkLst>
      </pc:sldChg>
      <pc:sldChg chg="del">
        <pc:chgData name="김태영" userId="8443cd8f-b258-4c7c-bbdd-a870d3924868" providerId="ADAL" clId="{8AB79A95-F3C6-4C21-94A1-1B75C8293A9E}" dt="2023-02-14T12:04:00.800" v="10" actId="47"/>
        <pc:sldMkLst>
          <pc:docMk/>
          <pc:sldMk cId="889244310" sldId="332"/>
        </pc:sldMkLst>
      </pc:sldChg>
      <pc:sldChg chg="addSp delSp modSp add mod modNotesTx">
        <pc:chgData name="김태영" userId="8443cd8f-b258-4c7c-bbdd-a870d3924868" providerId="ADAL" clId="{8AB79A95-F3C6-4C21-94A1-1B75C8293A9E}" dt="2023-02-14T21:33:39.800" v="10328" actId="20577"/>
        <pc:sldMkLst>
          <pc:docMk/>
          <pc:sldMk cId="3680399783" sldId="332"/>
        </pc:sldMkLst>
        <pc:spChg chg="mod">
          <ac:chgData name="김태영" userId="8443cd8f-b258-4c7c-bbdd-a870d3924868" providerId="ADAL" clId="{8AB79A95-F3C6-4C21-94A1-1B75C8293A9E}" dt="2023-02-14T21:33:39.800" v="10328" actId="20577"/>
          <ac:spMkLst>
            <pc:docMk/>
            <pc:sldMk cId="3680399783" sldId="332"/>
            <ac:spMk id="3" creationId="{7AF2682B-9D3A-04E2-A34C-9196EC9F7072}"/>
          </ac:spMkLst>
        </pc:spChg>
        <pc:spChg chg="del mod">
          <ac:chgData name="김태영" userId="8443cd8f-b258-4c7c-bbdd-a870d3924868" providerId="ADAL" clId="{8AB79A95-F3C6-4C21-94A1-1B75C8293A9E}" dt="2023-02-14T20:28:14.076" v="8911" actId="478"/>
          <ac:spMkLst>
            <pc:docMk/>
            <pc:sldMk cId="3680399783" sldId="332"/>
            <ac:spMk id="5" creationId="{E4825E08-E257-6E31-65F1-7246B786A196}"/>
          </ac:spMkLst>
        </pc:spChg>
        <pc:spChg chg="del">
          <ac:chgData name="김태영" userId="8443cd8f-b258-4c7c-bbdd-a870d3924868" providerId="ADAL" clId="{8AB79A95-F3C6-4C21-94A1-1B75C8293A9E}" dt="2023-02-14T20:08:52.664" v="8520" actId="478"/>
          <ac:spMkLst>
            <pc:docMk/>
            <pc:sldMk cId="3680399783" sldId="332"/>
            <ac:spMk id="6" creationId="{0BC0A58C-B23F-CA48-110C-BDCEFCF7EB06}"/>
          </ac:spMkLst>
        </pc:spChg>
        <pc:spChg chg="del mod">
          <ac:chgData name="김태영" userId="8443cd8f-b258-4c7c-bbdd-a870d3924868" providerId="ADAL" clId="{8AB79A95-F3C6-4C21-94A1-1B75C8293A9E}" dt="2023-02-14T20:08:55.827" v="8524" actId="478"/>
          <ac:spMkLst>
            <pc:docMk/>
            <pc:sldMk cId="3680399783" sldId="332"/>
            <ac:spMk id="7" creationId="{B33637EC-07C0-76A9-3A4D-12A753609ECE}"/>
          </ac:spMkLst>
        </pc:spChg>
        <pc:spChg chg="add mod">
          <ac:chgData name="김태영" userId="8443cd8f-b258-4c7c-bbdd-a870d3924868" providerId="ADAL" clId="{8AB79A95-F3C6-4C21-94A1-1B75C8293A9E}" dt="2023-02-14T20:31:35.926" v="9037" actId="20577"/>
          <ac:spMkLst>
            <pc:docMk/>
            <pc:sldMk cId="3680399783" sldId="332"/>
            <ac:spMk id="8" creationId="{2348465D-37A0-5EA1-27F6-EB3ACA975F20}"/>
          </ac:spMkLst>
        </pc:spChg>
        <pc:spChg chg="add mod">
          <ac:chgData name="김태영" userId="8443cd8f-b258-4c7c-bbdd-a870d3924868" providerId="ADAL" clId="{8AB79A95-F3C6-4C21-94A1-1B75C8293A9E}" dt="2023-02-14T20:29:38.494" v="9033" actId="20577"/>
          <ac:spMkLst>
            <pc:docMk/>
            <pc:sldMk cId="3680399783" sldId="332"/>
            <ac:spMk id="10" creationId="{50764A1A-A9DD-52F7-4691-6E8C63327195}"/>
          </ac:spMkLst>
        </pc:spChg>
        <pc:spChg chg="mod">
          <ac:chgData name="김태영" userId="8443cd8f-b258-4c7c-bbdd-a870d3924868" providerId="ADAL" clId="{8AB79A95-F3C6-4C21-94A1-1B75C8293A9E}" dt="2023-02-14T20:28:23.599" v="8915" actId="114"/>
          <ac:spMkLst>
            <pc:docMk/>
            <pc:sldMk cId="3680399783" sldId="332"/>
            <ac:spMk id="12" creationId="{878762E7-D78E-0F87-4BC7-F04F3B0BC29D}"/>
          </ac:spMkLst>
        </pc:spChg>
        <pc:picChg chg="del">
          <ac:chgData name="김태영" userId="8443cd8f-b258-4c7c-bbdd-a870d3924868" providerId="ADAL" clId="{8AB79A95-F3C6-4C21-94A1-1B75C8293A9E}" dt="2023-02-14T20:08:37.268" v="8516" actId="478"/>
          <ac:picMkLst>
            <pc:docMk/>
            <pc:sldMk cId="3680399783" sldId="332"/>
            <ac:picMk id="5122" creationId="{2099C408-C3C4-9D13-04B9-9B1E7030D5F9}"/>
          </ac:picMkLst>
        </pc:picChg>
      </pc:sldChg>
      <pc:sldChg chg="del">
        <pc:chgData name="김태영" userId="8443cd8f-b258-4c7c-bbdd-a870d3924868" providerId="ADAL" clId="{8AB79A95-F3C6-4C21-94A1-1B75C8293A9E}" dt="2023-02-14T12:04:00.822" v="11" actId="47"/>
        <pc:sldMkLst>
          <pc:docMk/>
          <pc:sldMk cId="1689874822" sldId="333"/>
        </pc:sldMkLst>
      </pc:sldChg>
      <pc:sldChg chg="addSp delSp modSp add mod modNotesTx">
        <pc:chgData name="김태영" userId="8443cd8f-b258-4c7c-bbdd-a870d3924868" providerId="ADAL" clId="{8AB79A95-F3C6-4C21-94A1-1B75C8293A9E}" dt="2023-02-14T21:41:11.737" v="10680" actId="20577"/>
        <pc:sldMkLst>
          <pc:docMk/>
          <pc:sldMk cId="3244947736" sldId="333"/>
        </pc:sldMkLst>
        <pc:spChg chg="mod">
          <ac:chgData name="김태영" userId="8443cd8f-b258-4c7c-bbdd-a870d3924868" providerId="ADAL" clId="{8AB79A95-F3C6-4C21-94A1-1B75C8293A9E}" dt="2023-02-14T21:33:38.304" v="10327" actId="20577"/>
          <ac:spMkLst>
            <pc:docMk/>
            <pc:sldMk cId="3244947736" sldId="333"/>
            <ac:spMk id="3" creationId="{7AF2682B-9D3A-04E2-A34C-9196EC9F7072}"/>
          </ac:spMkLst>
        </pc:spChg>
        <pc:spChg chg="add mod">
          <ac:chgData name="김태영" userId="8443cd8f-b258-4c7c-bbdd-a870d3924868" providerId="ADAL" clId="{8AB79A95-F3C6-4C21-94A1-1B75C8293A9E}" dt="2023-02-14T20:51:15.495" v="9503" actId="14100"/>
          <ac:spMkLst>
            <pc:docMk/>
            <pc:sldMk cId="3244947736" sldId="333"/>
            <ac:spMk id="5" creationId="{AA881745-5199-044B-1A90-81FBBA71DB46}"/>
          </ac:spMkLst>
        </pc:spChg>
        <pc:spChg chg="add mod">
          <ac:chgData name="김태영" userId="8443cd8f-b258-4c7c-bbdd-a870d3924868" providerId="ADAL" clId="{8AB79A95-F3C6-4C21-94A1-1B75C8293A9E}" dt="2023-02-14T21:22:55.252" v="9872" actId="20577"/>
          <ac:spMkLst>
            <pc:docMk/>
            <pc:sldMk cId="3244947736" sldId="333"/>
            <ac:spMk id="6" creationId="{870AB293-88DA-DAA6-5A82-99EDE2DB1243}"/>
          </ac:spMkLst>
        </pc:spChg>
        <pc:spChg chg="mod">
          <ac:chgData name="김태영" userId="8443cd8f-b258-4c7c-bbdd-a870d3924868" providerId="ADAL" clId="{8AB79A95-F3C6-4C21-94A1-1B75C8293A9E}" dt="2023-02-14T20:31:49.940" v="9057" actId="14100"/>
          <ac:spMkLst>
            <pc:docMk/>
            <pc:sldMk cId="3244947736" sldId="333"/>
            <ac:spMk id="8" creationId="{2348465D-37A0-5EA1-27F6-EB3ACA975F20}"/>
          </ac:spMkLst>
        </pc:spChg>
        <pc:spChg chg="del">
          <ac:chgData name="김태영" userId="8443cd8f-b258-4c7c-bbdd-a870d3924868" providerId="ADAL" clId="{8AB79A95-F3C6-4C21-94A1-1B75C8293A9E}" dt="2023-02-14T20:49:29.076" v="9391" actId="478"/>
          <ac:spMkLst>
            <pc:docMk/>
            <pc:sldMk cId="3244947736" sldId="333"/>
            <ac:spMk id="10" creationId="{50764A1A-A9DD-52F7-4691-6E8C63327195}"/>
          </ac:spMkLst>
        </pc:spChg>
        <pc:spChg chg="mod">
          <ac:chgData name="김태영" userId="8443cd8f-b258-4c7c-bbdd-a870d3924868" providerId="ADAL" clId="{8AB79A95-F3C6-4C21-94A1-1B75C8293A9E}" dt="2023-02-14T20:49:25.687" v="9390" actId="20577"/>
          <ac:spMkLst>
            <pc:docMk/>
            <pc:sldMk cId="3244947736" sldId="333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8AB79A95-F3C6-4C21-94A1-1B75C8293A9E}" dt="2023-02-14T12:04:00.692" v="7" actId="47"/>
        <pc:sldMkLst>
          <pc:docMk/>
          <pc:sldMk cId="2473143893" sldId="334"/>
        </pc:sldMkLst>
      </pc:sldChg>
      <pc:sldChg chg="addSp delSp modSp add mod modNotesTx">
        <pc:chgData name="김태영" userId="8443cd8f-b258-4c7c-bbdd-a870d3924868" providerId="ADAL" clId="{8AB79A95-F3C6-4C21-94A1-1B75C8293A9E}" dt="2023-02-14T21:41:08.394" v="10679" actId="20577"/>
        <pc:sldMkLst>
          <pc:docMk/>
          <pc:sldMk cId="2500195618" sldId="334"/>
        </pc:sldMkLst>
        <pc:spChg chg="mod">
          <ac:chgData name="김태영" userId="8443cd8f-b258-4c7c-bbdd-a870d3924868" providerId="ADAL" clId="{8AB79A95-F3C6-4C21-94A1-1B75C8293A9E}" dt="2023-02-14T21:33:35.800" v="10326" actId="20577"/>
          <ac:spMkLst>
            <pc:docMk/>
            <pc:sldMk cId="2500195618" sldId="334"/>
            <ac:spMk id="3" creationId="{7AF2682B-9D3A-04E2-A34C-9196EC9F7072}"/>
          </ac:spMkLst>
        </pc:spChg>
        <pc:spChg chg="mod">
          <ac:chgData name="김태영" userId="8443cd8f-b258-4c7c-bbdd-a870d3924868" providerId="ADAL" clId="{8AB79A95-F3C6-4C21-94A1-1B75C8293A9E}" dt="2023-02-14T21:31:10.783" v="10282" actId="14100"/>
          <ac:spMkLst>
            <pc:docMk/>
            <pc:sldMk cId="2500195618" sldId="334"/>
            <ac:spMk id="5" creationId="{AA881745-5199-044B-1A90-81FBBA71DB46}"/>
          </ac:spMkLst>
        </pc:spChg>
        <pc:spChg chg="mod">
          <ac:chgData name="김태영" userId="8443cd8f-b258-4c7c-bbdd-a870d3924868" providerId="ADAL" clId="{8AB79A95-F3C6-4C21-94A1-1B75C8293A9E}" dt="2023-02-14T21:40:11.535" v="10676" actId="20577"/>
          <ac:spMkLst>
            <pc:docMk/>
            <pc:sldMk cId="2500195618" sldId="334"/>
            <ac:spMk id="6" creationId="{870AB293-88DA-DAA6-5A82-99EDE2DB1243}"/>
          </ac:spMkLst>
        </pc:spChg>
        <pc:spChg chg="add del mod">
          <ac:chgData name="김태영" userId="8443cd8f-b258-4c7c-bbdd-a870d3924868" providerId="ADAL" clId="{8AB79A95-F3C6-4C21-94A1-1B75C8293A9E}" dt="2023-02-14T21:41:03.595" v="10678"/>
          <ac:spMkLst>
            <pc:docMk/>
            <pc:sldMk cId="2500195618" sldId="334"/>
            <ac:spMk id="7" creationId="{67E4933C-DA2A-392E-91C9-D66B154B8034}"/>
          </ac:spMkLst>
        </pc:spChg>
        <pc:spChg chg="mod">
          <ac:chgData name="김태영" userId="8443cd8f-b258-4c7c-bbdd-a870d3924868" providerId="ADAL" clId="{8AB79A95-F3C6-4C21-94A1-1B75C8293A9E}" dt="2023-02-14T21:23:20.577" v="9905" actId="14100"/>
          <ac:spMkLst>
            <pc:docMk/>
            <pc:sldMk cId="2500195618" sldId="334"/>
            <ac:spMk id="8" creationId="{2348465D-37A0-5EA1-27F6-EB3ACA975F20}"/>
          </ac:spMkLst>
        </pc:spChg>
        <pc:spChg chg="mod">
          <ac:chgData name="김태영" userId="8443cd8f-b258-4c7c-bbdd-a870d3924868" providerId="ADAL" clId="{8AB79A95-F3C6-4C21-94A1-1B75C8293A9E}" dt="2023-02-14T21:30:46.821" v="10246" actId="20577"/>
          <ac:spMkLst>
            <pc:docMk/>
            <pc:sldMk cId="2500195618" sldId="334"/>
            <ac:spMk id="12" creationId="{878762E7-D78E-0F87-4BC7-F04F3B0BC29D}"/>
          </ac:spMkLst>
        </pc:spChg>
      </pc:sldChg>
      <pc:sldChg chg="delSp modSp add mod">
        <pc:chgData name="김태영" userId="8443cd8f-b258-4c7c-bbdd-a870d3924868" providerId="ADAL" clId="{8AB79A95-F3C6-4C21-94A1-1B75C8293A9E}" dt="2023-02-14T21:46:17.047" v="11188" actId="1076"/>
        <pc:sldMkLst>
          <pc:docMk/>
          <pc:sldMk cId="3554643889" sldId="335"/>
        </pc:sldMkLst>
        <pc:spChg chg="mod">
          <ac:chgData name="김태영" userId="8443cd8f-b258-4c7c-bbdd-a870d3924868" providerId="ADAL" clId="{8AB79A95-F3C6-4C21-94A1-1B75C8293A9E}" dt="2023-02-14T21:41:34.352" v="10718" actId="20577"/>
          <ac:spMkLst>
            <pc:docMk/>
            <pc:sldMk cId="3554643889" sldId="335"/>
            <ac:spMk id="3" creationId="{7AF2682B-9D3A-04E2-A34C-9196EC9F7072}"/>
          </ac:spMkLst>
        </pc:spChg>
        <pc:spChg chg="del">
          <ac:chgData name="김태영" userId="8443cd8f-b258-4c7c-bbdd-a870d3924868" providerId="ADAL" clId="{8AB79A95-F3C6-4C21-94A1-1B75C8293A9E}" dt="2023-02-14T21:41:39.143" v="10720" actId="478"/>
          <ac:spMkLst>
            <pc:docMk/>
            <pc:sldMk cId="3554643889" sldId="335"/>
            <ac:spMk id="5" creationId="{AA881745-5199-044B-1A90-81FBBA71DB46}"/>
          </ac:spMkLst>
        </pc:spChg>
        <pc:spChg chg="del">
          <ac:chgData name="김태영" userId="8443cd8f-b258-4c7c-bbdd-a870d3924868" providerId="ADAL" clId="{8AB79A95-F3C6-4C21-94A1-1B75C8293A9E}" dt="2023-02-14T21:41:39.143" v="10720" actId="478"/>
          <ac:spMkLst>
            <pc:docMk/>
            <pc:sldMk cId="3554643889" sldId="335"/>
            <ac:spMk id="6" creationId="{870AB293-88DA-DAA6-5A82-99EDE2DB1243}"/>
          </ac:spMkLst>
        </pc:spChg>
        <pc:spChg chg="del">
          <ac:chgData name="김태영" userId="8443cd8f-b258-4c7c-bbdd-a870d3924868" providerId="ADAL" clId="{8AB79A95-F3C6-4C21-94A1-1B75C8293A9E}" dt="2023-02-14T21:41:37.385" v="10719" actId="478"/>
          <ac:spMkLst>
            <pc:docMk/>
            <pc:sldMk cId="3554643889" sldId="335"/>
            <ac:spMk id="8" creationId="{2348465D-37A0-5EA1-27F6-EB3ACA975F20}"/>
          </ac:spMkLst>
        </pc:spChg>
        <pc:spChg chg="mod">
          <ac:chgData name="김태영" userId="8443cd8f-b258-4c7c-bbdd-a870d3924868" providerId="ADAL" clId="{8AB79A95-F3C6-4C21-94A1-1B75C8293A9E}" dt="2023-02-14T21:46:17.047" v="11188" actId="1076"/>
          <ac:spMkLst>
            <pc:docMk/>
            <pc:sldMk cId="3554643889" sldId="335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8AB79A95-F3C6-4C21-94A1-1B75C8293A9E}" dt="2023-02-14T12:04:00.728" v="8" actId="47"/>
        <pc:sldMkLst>
          <pc:docMk/>
          <pc:sldMk cId="4137714097" sldId="335"/>
        </pc:sldMkLst>
      </pc:sldChg>
      <pc:sldChg chg="del">
        <pc:chgData name="김태영" userId="8443cd8f-b258-4c7c-bbdd-a870d3924868" providerId="ADAL" clId="{8AB79A95-F3C6-4C21-94A1-1B75C8293A9E}" dt="2023-02-14T12:04:00.641" v="6" actId="47"/>
        <pc:sldMkLst>
          <pc:docMk/>
          <pc:sldMk cId="4010107925" sldId="336"/>
        </pc:sldMkLst>
      </pc:sldChg>
      <pc:sldChg chg="del">
        <pc:chgData name="김태영" userId="8443cd8f-b258-4c7c-bbdd-a870d3924868" providerId="ADAL" clId="{8AB79A95-F3C6-4C21-94A1-1B75C8293A9E}" dt="2023-02-14T12:04:00.925" v="15" actId="47"/>
        <pc:sldMkLst>
          <pc:docMk/>
          <pc:sldMk cId="2802750515" sldId="337"/>
        </pc:sldMkLst>
      </pc:sldChg>
      <pc:sldChg chg="del">
        <pc:chgData name="김태영" userId="8443cd8f-b258-4c7c-bbdd-a870d3924868" providerId="ADAL" clId="{8AB79A95-F3C6-4C21-94A1-1B75C8293A9E}" dt="2023-02-14T12:04:00.989" v="16" actId="47"/>
        <pc:sldMkLst>
          <pc:docMk/>
          <pc:sldMk cId="1418357997" sldId="338"/>
        </pc:sldMkLst>
      </pc:sldChg>
      <pc:sldChg chg="del">
        <pc:chgData name="김태영" userId="8443cd8f-b258-4c7c-bbdd-a870d3924868" providerId="ADAL" clId="{8AB79A95-F3C6-4C21-94A1-1B75C8293A9E}" dt="2023-02-14T12:04:01.011" v="17" actId="47"/>
        <pc:sldMkLst>
          <pc:docMk/>
          <pc:sldMk cId="1115464383" sldId="339"/>
        </pc:sldMkLst>
      </pc:sldChg>
    </pc:docChg>
  </pc:docChgLst>
  <pc:docChgLst>
    <pc:chgData name="김태영" userId="8443cd8f-b258-4c7c-bbdd-a870d3924868" providerId="ADAL" clId="{80959934-BBBA-4E33-B6AD-4B5099CA8187}"/>
    <pc:docChg chg="custSel addSld delSld modSld sldOrd">
      <pc:chgData name="김태영" userId="8443cd8f-b258-4c7c-bbdd-a870d3924868" providerId="ADAL" clId="{80959934-BBBA-4E33-B6AD-4B5099CA8187}" dt="2021-10-06T07:28:15.216" v="1254"/>
      <pc:docMkLst>
        <pc:docMk/>
      </pc:docMkLst>
      <pc:sldChg chg="modSp new mod modNotesTx">
        <pc:chgData name="김태영" userId="8443cd8f-b258-4c7c-bbdd-a870d3924868" providerId="ADAL" clId="{80959934-BBBA-4E33-B6AD-4B5099CA8187}" dt="2021-10-06T07:18:28.081" v="517" actId="20577"/>
        <pc:sldMkLst>
          <pc:docMk/>
          <pc:sldMk cId="1823526600" sldId="260"/>
        </pc:sldMkLst>
        <pc:spChg chg="mod">
          <ac:chgData name="김태영" userId="8443cd8f-b258-4c7c-bbdd-a870d3924868" providerId="ADAL" clId="{80959934-BBBA-4E33-B6AD-4B5099CA8187}" dt="2021-10-06T03:27:23.387" v="33" actId="20577"/>
          <ac:spMkLst>
            <pc:docMk/>
            <pc:sldMk cId="1823526600" sldId="260"/>
            <ac:spMk id="2" creationId="{4296C45E-A263-4BF1-8174-C311E6CFF7A3}"/>
          </ac:spMkLst>
        </pc:spChg>
      </pc:sldChg>
      <pc:sldChg chg="add del">
        <pc:chgData name="김태영" userId="8443cd8f-b258-4c7c-bbdd-a870d3924868" providerId="ADAL" clId="{80959934-BBBA-4E33-B6AD-4B5099CA8187}" dt="2021-10-06T03:25:46.992" v="1" actId="47"/>
        <pc:sldMkLst>
          <pc:docMk/>
          <pc:sldMk cId="3190228266" sldId="260"/>
        </pc:sldMkLst>
      </pc:sldChg>
      <pc:sldChg chg="addSp delSp modSp add mod modNotesTx">
        <pc:chgData name="김태영" userId="8443cd8f-b258-4c7c-bbdd-a870d3924868" providerId="ADAL" clId="{80959934-BBBA-4E33-B6AD-4B5099CA8187}" dt="2021-10-06T07:25:09.744" v="901" actId="1076"/>
        <pc:sldMkLst>
          <pc:docMk/>
          <pc:sldMk cId="3360225854" sldId="261"/>
        </pc:sldMkLst>
        <pc:spChg chg="del">
          <ac:chgData name="김태영" userId="8443cd8f-b258-4c7c-bbdd-a870d3924868" providerId="ADAL" clId="{80959934-BBBA-4E33-B6AD-4B5099CA8187}" dt="2021-10-06T07:19:01.203" v="519" actId="478"/>
          <ac:spMkLst>
            <pc:docMk/>
            <pc:sldMk cId="3360225854" sldId="261"/>
            <ac:spMk id="3" creationId="{16AA9A5C-AA16-4D3E-B4B9-4B233F649D7D}"/>
          </ac:spMkLst>
        </pc:spChg>
        <pc:picChg chg="add mod">
          <ac:chgData name="김태영" userId="8443cd8f-b258-4c7c-bbdd-a870d3924868" providerId="ADAL" clId="{80959934-BBBA-4E33-B6AD-4B5099CA8187}" dt="2021-10-06T07:19:03.264" v="521" actId="1076"/>
          <ac:picMkLst>
            <pc:docMk/>
            <pc:sldMk cId="3360225854" sldId="261"/>
            <ac:picMk id="5" creationId="{B657E723-6CB6-4536-907B-D737A41C424F}"/>
          </ac:picMkLst>
        </pc:picChg>
        <pc:picChg chg="add mod">
          <ac:chgData name="김태영" userId="8443cd8f-b258-4c7c-bbdd-a870d3924868" providerId="ADAL" clId="{80959934-BBBA-4E33-B6AD-4B5099CA8187}" dt="2021-10-06T07:19:17.984" v="527" actId="1076"/>
          <ac:picMkLst>
            <pc:docMk/>
            <pc:sldMk cId="3360225854" sldId="261"/>
            <ac:picMk id="7" creationId="{9F005E4A-D24B-4F98-B486-7F6FE195D3AB}"/>
          </ac:picMkLst>
        </pc:picChg>
        <pc:picChg chg="add mod">
          <ac:chgData name="김태영" userId="8443cd8f-b258-4c7c-bbdd-a870d3924868" providerId="ADAL" clId="{80959934-BBBA-4E33-B6AD-4B5099CA8187}" dt="2021-10-06T07:25:09.744" v="901" actId="1076"/>
          <ac:picMkLst>
            <pc:docMk/>
            <pc:sldMk cId="3360225854" sldId="261"/>
            <ac:picMk id="8" creationId="{5C74D17F-F56F-41CB-9587-9D115B1422DB}"/>
          </ac:picMkLst>
        </pc:picChg>
        <pc:picChg chg="add mod">
          <ac:chgData name="김태영" userId="8443cd8f-b258-4c7c-bbdd-a870d3924868" providerId="ADAL" clId="{80959934-BBBA-4E33-B6AD-4B5099CA8187}" dt="2021-10-06T07:25:08.072" v="899" actId="1076"/>
          <ac:picMkLst>
            <pc:docMk/>
            <pc:sldMk cId="3360225854" sldId="261"/>
            <ac:picMk id="9" creationId="{82452D8F-7D01-4C3C-870F-FBBCF2E83C25}"/>
          </ac:picMkLst>
        </pc:picChg>
      </pc:sldChg>
      <pc:sldChg chg="addSp delSp modSp add mod ord modNotesTx">
        <pc:chgData name="김태영" userId="8443cd8f-b258-4c7c-bbdd-a870d3924868" providerId="ADAL" clId="{80959934-BBBA-4E33-B6AD-4B5099CA8187}" dt="2021-10-06T07:28:15.216" v="1254"/>
        <pc:sldMkLst>
          <pc:docMk/>
          <pc:sldMk cId="56274150" sldId="262"/>
        </pc:sldMkLst>
        <pc:picChg chg="add mod">
          <ac:chgData name="김태영" userId="8443cd8f-b258-4c7c-bbdd-a870d3924868" providerId="ADAL" clId="{80959934-BBBA-4E33-B6AD-4B5099CA8187}" dt="2021-10-06T07:24:26.529" v="891" actId="1076"/>
          <ac:picMkLst>
            <pc:docMk/>
            <pc:sldMk cId="56274150" sldId="262"/>
            <ac:picMk id="4" creationId="{4389EF92-8B0C-4400-B2D5-24E1A869362F}"/>
          </ac:picMkLst>
        </pc:picChg>
        <pc:picChg chg="del">
          <ac:chgData name="김태영" userId="8443cd8f-b258-4c7c-bbdd-a870d3924868" providerId="ADAL" clId="{80959934-BBBA-4E33-B6AD-4B5099CA8187}" dt="2021-10-06T07:19:40.648" v="529" actId="478"/>
          <ac:picMkLst>
            <pc:docMk/>
            <pc:sldMk cId="56274150" sldId="262"/>
            <ac:picMk id="5" creationId="{B657E723-6CB6-4536-907B-D737A41C424F}"/>
          </ac:picMkLst>
        </pc:picChg>
        <pc:picChg chg="del">
          <ac:chgData name="김태영" userId="8443cd8f-b258-4c7c-bbdd-a870d3924868" providerId="ADAL" clId="{80959934-BBBA-4E33-B6AD-4B5099CA8187}" dt="2021-10-06T07:19:41.017" v="530" actId="478"/>
          <ac:picMkLst>
            <pc:docMk/>
            <pc:sldMk cId="56274150" sldId="262"/>
            <ac:picMk id="7" creationId="{9F005E4A-D24B-4F98-B486-7F6FE195D3AB}"/>
          </ac:picMkLst>
        </pc:picChg>
        <pc:picChg chg="add del mod">
          <ac:chgData name="김태영" userId="8443cd8f-b258-4c7c-bbdd-a870d3924868" providerId="ADAL" clId="{80959934-BBBA-4E33-B6AD-4B5099CA8187}" dt="2021-10-06T07:25:01.996" v="897" actId="21"/>
          <ac:picMkLst>
            <pc:docMk/>
            <pc:sldMk cId="56274150" sldId="262"/>
            <ac:picMk id="8" creationId="{75D9A384-DB4E-47B7-9608-3F41292BF85F}"/>
          </ac:picMkLst>
        </pc:picChg>
        <pc:picChg chg="add del mod">
          <ac:chgData name="김태영" userId="8443cd8f-b258-4c7c-bbdd-a870d3924868" providerId="ADAL" clId="{80959934-BBBA-4E33-B6AD-4B5099CA8187}" dt="2021-10-06T07:25:01.996" v="897" actId="21"/>
          <ac:picMkLst>
            <pc:docMk/>
            <pc:sldMk cId="56274150" sldId="262"/>
            <ac:picMk id="10" creationId="{F5751D0D-9FA3-4287-9464-E4D7208D3902}"/>
          </ac:picMkLst>
        </pc:picChg>
      </pc:sldChg>
      <pc:sldChg chg="delSp add mod modNotesTx">
        <pc:chgData name="김태영" userId="8443cd8f-b258-4c7c-bbdd-a870d3924868" providerId="ADAL" clId="{80959934-BBBA-4E33-B6AD-4B5099CA8187}" dt="2021-10-06T07:27:57.224" v="1253" actId="20577"/>
        <pc:sldMkLst>
          <pc:docMk/>
          <pc:sldMk cId="1085090973" sldId="263"/>
        </pc:sldMkLst>
        <pc:picChg chg="del">
          <ac:chgData name="김태영" userId="8443cd8f-b258-4c7c-bbdd-a870d3924868" providerId="ADAL" clId="{80959934-BBBA-4E33-B6AD-4B5099CA8187}" dt="2021-10-06T07:25:18.088" v="904" actId="478"/>
          <ac:picMkLst>
            <pc:docMk/>
            <pc:sldMk cId="1085090973" sldId="263"/>
            <ac:picMk id="5" creationId="{B657E723-6CB6-4536-907B-D737A41C424F}"/>
          </ac:picMkLst>
        </pc:picChg>
        <pc:picChg chg="del">
          <ac:chgData name="김태영" userId="8443cd8f-b258-4c7c-bbdd-a870d3924868" providerId="ADAL" clId="{80959934-BBBA-4E33-B6AD-4B5099CA8187}" dt="2021-10-06T07:25:17.776" v="903" actId="478"/>
          <ac:picMkLst>
            <pc:docMk/>
            <pc:sldMk cId="1085090973" sldId="263"/>
            <ac:picMk id="7" creationId="{9F005E4A-D24B-4F98-B486-7F6FE195D3AB}"/>
          </ac:picMkLst>
        </pc:picChg>
        <pc:picChg chg="del">
          <ac:chgData name="김태영" userId="8443cd8f-b258-4c7c-bbdd-a870d3924868" providerId="ADAL" clId="{80959934-BBBA-4E33-B6AD-4B5099CA8187}" dt="2021-10-06T07:26:57.848" v="907" actId="478"/>
          <ac:picMkLst>
            <pc:docMk/>
            <pc:sldMk cId="1085090973" sldId="263"/>
            <ac:picMk id="8" creationId="{5C74D17F-F56F-41CB-9587-9D115B1422DB}"/>
          </ac:picMkLst>
        </pc:picChg>
        <pc:picChg chg="del">
          <ac:chgData name="김태영" userId="8443cd8f-b258-4c7c-bbdd-a870d3924868" providerId="ADAL" clId="{80959934-BBBA-4E33-B6AD-4B5099CA8187}" dt="2021-10-06T07:25:18.467" v="905" actId="478"/>
          <ac:picMkLst>
            <pc:docMk/>
            <pc:sldMk cId="1085090973" sldId="263"/>
            <ac:picMk id="9" creationId="{82452D8F-7D01-4C3C-870F-FBBCF2E83C25}"/>
          </ac:picMkLst>
        </pc:picChg>
      </pc:sldChg>
    </pc:docChg>
  </pc:docChgLst>
  <pc:docChgLst>
    <pc:chgData name="김태영" userId="8443cd8f-b258-4c7c-bbdd-a870d3924868" providerId="ADAL" clId="{74BF0BFE-A616-46FE-A20B-12C5B7419670}"/>
    <pc:docChg chg="undo custSel delSld modSld sldOrd">
      <pc:chgData name="김태영" userId="8443cd8f-b258-4c7c-bbdd-a870d3924868" providerId="ADAL" clId="{74BF0BFE-A616-46FE-A20B-12C5B7419670}" dt="2023-02-15T04:49:48.299" v="1170"/>
      <pc:docMkLst>
        <pc:docMk/>
      </pc:docMkLst>
      <pc:sldChg chg="addSp modSp mod modAnim modNotesTx">
        <pc:chgData name="김태영" userId="8443cd8f-b258-4c7c-bbdd-a870d3924868" providerId="ADAL" clId="{74BF0BFE-A616-46FE-A20B-12C5B7419670}" dt="2023-02-15T04:11:15.008" v="442" actId="20577"/>
        <pc:sldMkLst>
          <pc:docMk/>
          <pc:sldMk cId="2505140003" sldId="313"/>
        </pc:sldMkLst>
        <pc:spChg chg="mod">
          <ac:chgData name="김태영" userId="8443cd8f-b258-4c7c-bbdd-a870d3924868" providerId="ADAL" clId="{74BF0BFE-A616-46FE-A20B-12C5B7419670}" dt="2023-02-15T04:10:35.079" v="414" actId="20577"/>
          <ac:spMkLst>
            <pc:docMk/>
            <pc:sldMk cId="2505140003" sldId="313"/>
            <ac:spMk id="5" creationId="{BFCF86AE-7845-2B80-8716-64084DDDA742}"/>
          </ac:spMkLst>
        </pc:spChg>
        <pc:spChg chg="add mod">
          <ac:chgData name="김태영" userId="8443cd8f-b258-4c7c-bbdd-a870d3924868" providerId="ADAL" clId="{74BF0BFE-A616-46FE-A20B-12C5B7419670}" dt="2023-02-15T04:10:41.311" v="418" actId="1076"/>
          <ac:spMkLst>
            <pc:docMk/>
            <pc:sldMk cId="2505140003" sldId="313"/>
            <ac:spMk id="9" creationId="{D6ADEA73-1DBC-E95E-41C7-CCAED8204B41}"/>
          </ac:spMkLst>
        </pc:spChg>
        <pc:grpChg chg="add mod">
          <ac:chgData name="김태영" userId="8443cd8f-b258-4c7c-bbdd-a870d3924868" providerId="ADAL" clId="{74BF0BFE-A616-46FE-A20B-12C5B7419670}" dt="2023-02-15T03:47:51.410" v="2" actId="164"/>
          <ac:grpSpMkLst>
            <pc:docMk/>
            <pc:sldMk cId="2505140003" sldId="313"/>
            <ac:grpSpMk id="6" creationId="{76FF26C4-9BD4-C364-FF76-E2D53C4CA3DA}"/>
          </ac:grpSpMkLst>
        </pc:grpChg>
        <pc:picChg chg="mod">
          <ac:chgData name="김태영" userId="8443cd8f-b258-4c7c-bbdd-a870d3924868" providerId="ADAL" clId="{74BF0BFE-A616-46FE-A20B-12C5B7419670}" dt="2023-02-15T03:47:51.410" v="2" actId="164"/>
          <ac:picMkLst>
            <pc:docMk/>
            <pc:sldMk cId="2505140003" sldId="313"/>
            <ac:picMk id="8" creationId="{EDF2B708-A1E3-C13B-35B6-0266B986EEE4}"/>
          </ac:picMkLst>
        </pc:picChg>
      </pc:sldChg>
      <pc:sldChg chg="ord">
        <pc:chgData name="김태영" userId="8443cd8f-b258-4c7c-bbdd-a870d3924868" providerId="ADAL" clId="{74BF0BFE-A616-46FE-A20B-12C5B7419670}" dt="2023-02-15T03:47:47.655" v="1"/>
        <pc:sldMkLst>
          <pc:docMk/>
          <pc:sldMk cId="3109780887" sldId="314"/>
        </pc:sldMkLst>
      </pc:sldChg>
      <pc:sldChg chg="modSp mod modAnim">
        <pc:chgData name="김태영" userId="8443cd8f-b258-4c7c-bbdd-a870d3924868" providerId="ADAL" clId="{74BF0BFE-A616-46FE-A20B-12C5B7419670}" dt="2023-02-15T04:02:03.314" v="189"/>
        <pc:sldMkLst>
          <pc:docMk/>
          <pc:sldMk cId="3345910091" sldId="315"/>
        </pc:sldMkLst>
        <pc:spChg chg="mod">
          <ac:chgData name="김태영" userId="8443cd8f-b258-4c7c-bbdd-a870d3924868" providerId="ADAL" clId="{74BF0BFE-A616-46FE-A20B-12C5B7419670}" dt="2023-02-15T04:01:01.912" v="187" actId="20577"/>
          <ac:spMkLst>
            <pc:docMk/>
            <pc:sldMk cId="3345910091" sldId="315"/>
            <ac:spMk id="9" creationId="{6C7FF965-B5AE-D67F-0D22-DD1264DC4A4B}"/>
          </ac:spMkLst>
        </pc:spChg>
        <pc:spChg chg="mod">
          <ac:chgData name="김태영" userId="8443cd8f-b258-4c7c-bbdd-a870d3924868" providerId="ADAL" clId="{74BF0BFE-A616-46FE-A20B-12C5B7419670}" dt="2023-02-15T04:00:21.454" v="155" actId="1076"/>
          <ac:spMkLst>
            <pc:docMk/>
            <pc:sldMk cId="3345910091" sldId="315"/>
            <ac:spMk id="12" creationId="{7FC39E3A-0104-4EC0-BC18-7F6166B14D02}"/>
          </ac:spMkLst>
        </pc:spChg>
      </pc:sldChg>
      <pc:sldChg chg="modSp modAnim modNotesTx">
        <pc:chgData name="김태영" userId="8443cd8f-b258-4c7c-bbdd-a870d3924868" providerId="ADAL" clId="{74BF0BFE-A616-46FE-A20B-12C5B7419670}" dt="2023-02-15T04:03:34.616" v="257" actId="207"/>
        <pc:sldMkLst>
          <pc:docMk/>
          <pc:sldMk cId="4059638287" sldId="316"/>
        </pc:sldMkLst>
        <pc:spChg chg="mod">
          <ac:chgData name="김태영" userId="8443cd8f-b258-4c7c-bbdd-a870d3924868" providerId="ADAL" clId="{74BF0BFE-A616-46FE-A20B-12C5B7419670}" dt="2023-02-15T04:02:57.840" v="233" actId="115"/>
          <ac:spMkLst>
            <pc:docMk/>
            <pc:sldMk cId="4059638287" sldId="316"/>
            <ac:spMk id="6" creationId="{B6ACFDBD-19A5-F775-3390-6294E85F47B4}"/>
          </ac:spMkLst>
        </pc:spChg>
        <pc:spChg chg="mod">
          <ac:chgData name="김태영" userId="8443cd8f-b258-4c7c-bbdd-a870d3924868" providerId="ADAL" clId="{74BF0BFE-A616-46FE-A20B-12C5B7419670}" dt="2023-02-15T04:03:34.616" v="257" actId="207"/>
          <ac:spMkLst>
            <pc:docMk/>
            <pc:sldMk cId="4059638287" sldId="316"/>
            <ac:spMk id="9" creationId="{6C7FF965-B5AE-D67F-0D22-DD1264DC4A4B}"/>
          </ac:spMkLst>
        </pc:spChg>
      </pc:sldChg>
      <pc:sldChg chg="modSp mod modAnim">
        <pc:chgData name="김태영" userId="8443cd8f-b258-4c7c-bbdd-a870d3924868" providerId="ADAL" clId="{74BF0BFE-A616-46FE-A20B-12C5B7419670}" dt="2023-02-15T04:04:34.200" v="268" actId="207"/>
        <pc:sldMkLst>
          <pc:docMk/>
          <pc:sldMk cId="1484749547" sldId="317"/>
        </pc:sldMkLst>
        <pc:spChg chg="mod">
          <ac:chgData name="김태영" userId="8443cd8f-b258-4c7c-bbdd-a870d3924868" providerId="ADAL" clId="{74BF0BFE-A616-46FE-A20B-12C5B7419670}" dt="2023-02-15T04:04:34.200" v="268" actId="207"/>
          <ac:spMkLst>
            <pc:docMk/>
            <pc:sldMk cId="1484749547" sldId="317"/>
            <ac:spMk id="5" creationId="{C313D452-FDBD-EACC-A6CD-0AA87ED79FA0}"/>
          </ac:spMkLst>
        </pc:spChg>
        <pc:spChg chg="mod">
          <ac:chgData name="김태영" userId="8443cd8f-b258-4c7c-bbdd-a870d3924868" providerId="ADAL" clId="{74BF0BFE-A616-46FE-A20B-12C5B7419670}" dt="2023-02-15T04:04:04.679" v="262" actId="207"/>
          <ac:spMkLst>
            <pc:docMk/>
            <pc:sldMk cId="1484749547" sldId="317"/>
            <ac:spMk id="7" creationId="{1F4CE4CE-B2B9-90AB-38C1-F5A70D1C02E8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09:03.798" v="396" actId="207"/>
        <pc:sldMkLst>
          <pc:docMk/>
          <pc:sldMk cId="2303702551" sldId="319"/>
        </pc:sldMkLst>
        <pc:spChg chg="mod">
          <ac:chgData name="김태영" userId="8443cd8f-b258-4c7c-bbdd-a870d3924868" providerId="ADAL" clId="{74BF0BFE-A616-46FE-A20B-12C5B7419670}" dt="2023-02-15T04:08:34.188" v="386" actId="20577"/>
          <ac:spMkLst>
            <pc:docMk/>
            <pc:sldMk cId="2303702551" sldId="319"/>
            <ac:spMk id="7" creationId="{1F4CE4CE-B2B9-90AB-38C1-F5A70D1C02E8}"/>
          </ac:spMkLst>
        </pc:spChg>
        <pc:spChg chg="mod">
          <ac:chgData name="김태영" userId="8443cd8f-b258-4c7c-bbdd-a870d3924868" providerId="ADAL" clId="{74BF0BFE-A616-46FE-A20B-12C5B7419670}" dt="2023-02-15T04:09:03.798" v="396" actId="207"/>
          <ac:spMkLst>
            <pc:docMk/>
            <pc:sldMk cId="2303702551" sldId="319"/>
            <ac:spMk id="11" creationId="{213303EF-347F-A6D0-8DC6-882341A5E154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12:03.758" v="508" actId="207"/>
        <pc:sldMkLst>
          <pc:docMk/>
          <pc:sldMk cId="4195596341" sldId="320"/>
        </pc:sldMkLst>
        <pc:spChg chg="mod">
          <ac:chgData name="김태영" userId="8443cd8f-b258-4c7c-bbdd-a870d3924868" providerId="ADAL" clId="{74BF0BFE-A616-46FE-A20B-12C5B7419670}" dt="2023-02-15T04:11:39.095" v="505" actId="14100"/>
          <ac:spMkLst>
            <pc:docMk/>
            <pc:sldMk cId="4195596341" sldId="320"/>
            <ac:spMk id="6" creationId="{B6ACFDBD-19A5-F775-3390-6294E85F47B4}"/>
          </ac:spMkLst>
        </pc:spChg>
        <pc:spChg chg="mod">
          <ac:chgData name="김태영" userId="8443cd8f-b258-4c7c-bbdd-a870d3924868" providerId="ADAL" clId="{74BF0BFE-A616-46FE-A20B-12C5B7419670}" dt="2023-02-15T04:09:19.130" v="402" actId="20577"/>
          <ac:spMkLst>
            <pc:docMk/>
            <pc:sldMk cId="4195596341" sldId="320"/>
            <ac:spMk id="7" creationId="{1F4CE4CE-B2B9-90AB-38C1-F5A70D1C02E8}"/>
          </ac:spMkLst>
        </pc:spChg>
        <pc:spChg chg="mod">
          <ac:chgData name="김태영" userId="8443cd8f-b258-4c7c-bbdd-a870d3924868" providerId="ADAL" clId="{74BF0BFE-A616-46FE-A20B-12C5B7419670}" dt="2023-02-15T04:12:03.758" v="508" actId="207"/>
          <ac:spMkLst>
            <pc:docMk/>
            <pc:sldMk cId="4195596341" sldId="320"/>
            <ac:spMk id="11" creationId="{213303EF-347F-A6D0-8DC6-882341A5E154}"/>
          </ac:spMkLst>
        </pc:spChg>
      </pc:sldChg>
      <pc:sldChg chg="addSp modSp mod modAnim">
        <pc:chgData name="김태영" userId="8443cd8f-b258-4c7c-bbdd-a870d3924868" providerId="ADAL" clId="{74BF0BFE-A616-46FE-A20B-12C5B7419670}" dt="2023-02-15T04:13:25.321" v="529"/>
        <pc:sldMkLst>
          <pc:docMk/>
          <pc:sldMk cId="848339235" sldId="321"/>
        </pc:sldMkLst>
        <pc:spChg chg="add mod">
          <ac:chgData name="김태영" userId="8443cd8f-b258-4c7c-bbdd-a870d3924868" providerId="ADAL" clId="{74BF0BFE-A616-46FE-A20B-12C5B7419670}" dt="2023-02-15T04:13:15.695" v="526" actId="1076"/>
          <ac:spMkLst>
            <pc:docMk/>
            <pc:sldMk cId="848339235" sldId="321"/>
            <ac:spMk id="7" creationId="{05038195-BD39-A1DE-018E-C42704F5FC2B}"/>
          </ac:spMkLst>
        </pc:spChg>
        <pc:spChg chg="mod">
          <ac:chgData name="김태영" userId="8443cd8f-b258-4c7c-bbdd-a870d3924868" providerId="ADAL" clId="{74BF0BFE-A616-46FE-A20B-12C5B7419670}" dt="2023-02-15T04:12:45.427" v="520" actId="2711"/>
          <ac:spMkLst>
            <pc:docMk/>
            <pc:sldMk cId="848339235" sldId="321"/>
            <ac:spMk id="15" creationId="{7D491FE8-75C7-8E8E-8072-64D8E5279C13}"/>
          </ac:spMkLst>
        </pc:spChg>
        <pc:spChg chg="mod">
          <ac:chgData name="김태영" userId="8443cd8f-b258-4c7c-bbdd-a870d3924868" providerId="ADAL" clId="{74BF0BFE-A616-46FE-A20B-12C5B7419670}" dt="2023-02-15T04:12:45.427" v="520" actId="2711"/>
          <ac:spMkLst>
            <pc:docMk/>
            <pc:sldMk cId="848339235" sldId="321"/>
            <ac:spMk id="16" creationId="{B1E8B501-9FDA-5008-94A4-6CE5FEC37F1B}"/>
          </ac:spMkLst>
        </pc:spChg>
        <pc:spChg chg="mod">
          <ac:chgData name="김태영" userId="8443cd8f-b258-4c7c-bbdd-a870d3924868" providerId="ADAL" clId="{74BF0BFE-A616-46FE-A20B-12C5B7419670}" dt="2023-02-15T04:13:17.884" v="527" actId="20577"/>
          <ac:spMkLst>
            <pc:docMk/>
            <pc:sldMk cId="848339235" sldId="321"/>
            <ac:spMk id="22" creationId="{70D082A0-9B5A-E77C-20CC-888F1B54C9DF}"/>
          </ac:spMkLst>
        </pc:spChg>
        <pc:spChg chg="mod">
          <ac:chgData name="김태영" userId="8443cd8f-b258-4c7c-bbdd-a870d3924868" providerId="ADAL" clId="{74BF0BFE-A616-46FE-A20B-12C5B7419670}" dt="2023-02-15T04:13:21.879" v="528" actId="14100"/>
          <ac:spMkLst>
            <pc:docMk/>
            <pc:sldMk cId="848339235" sldId="321"/>
            <ac:spMk id="23" creationId="{D35B7F4B-E021-F6CF-0070-A527AE300FE2}"/>
          </ac:spMkLst>
        </pc:spChg>
      </pc:sldChg>
      <pc:sldChg chg="modSp mod modAnim">
        <pc:chgData name="김태영" userId="8443cd8f-b258-4c7c-bbdd-a870d3924868" providerId="ADAL" clId="{74BF0BFE-A616-46FE-A20B-12C5B7419670}" dt="2023-02-15T04:15:20.397" v="564" actId="20577"/>
        <pc:sldMkLst>
          <pc:docMk/>
          <pc:sldMk cId="2463927286" sldId="322"/>
        </pc:sldMkLst>
        <pc:spChg chg="mod">
          <ac:chgData name="김태영" userId="8443cd8f-b258-4c7c-bbdd-a870d3924868" providerId="ADAL" clId="{74BF0BFE-A616-46FE-A20B-12C5B7419670}" dt="2023-02-15T04:14:06.297" v="537" actId="115"/>
          <ac:spMkLst>
            <pc:docMk/>
            <pc:sldMk cId="2463927286" sldId="322"/>
            <ac:spMk id="7" creationId="{7418CF98-30FB-7B17-E124-3E5609F6EE87}"/>
          </ac:spMkLst>
        </pc:spChg>
        <pc:spChg chg="mod">
          <ac:chgData name="김태영" userId="8443cd8f-b258-4c7c-bbdd-a870d3924868" providerId="ADAL" clId="{74BF0BFE-A616-46FE-A20B-12C5B7419670}" dt="2023-02-15T04:15:20.397" v="564" actId="20577"/>
          <ac:spMkLst>
            <pc:docMk/>
            <pc:sldMk cId="2463927286" sldId="322"/>
            <ac:spMk id="18" creationId="{90D4E7C4-F470-28E3-07BE-93974A7B1C3E}"/>
          </ac:spMkLst>
        </pc:spChg>
      </pc:sldChg>
      <pc:sldChg chg="modSp mod">
        <pc:chgData name="김태영" userId="8443cd8f-b258-4c7c-bbdd-a870d3924868" providerId="ADAL" clId="{74BF0BFE-A616-46FE-A20B-12C5B7419670}" dt="2023-02-15T04:18:07.167" v="575" actId="207"/>
        <pc:sldMkLst>
          <pc:docMk/>
          <pc:sldMk cId="375184813" sldId="323"/>
        </pc:sldMkLst>
        <pc:spChg chg="mod">
          <ac:chgData name="김태영" userId="8443cd8f-b258-4c7c-bbdd-a870d3924868" providerId="ADAL" clId="{74BF0BFE-A616-46FE-A20B-12C5B7419670}" dt="2023-02-15T04:17:46.384" v="571" actId="115"/>
          <ac:spMkLst>
            <pc:docMk/>
            <pc:sldMk cId="375184813" sldId="323"/>
            <ac:spMk id="6" creationId="{B6ACFDBD-19A5-F775-3390-6294E85F47B4}"/>
          </ac:spMkLst>
        </pc:spChg>
        <pc:spChg chg="mod">
          <ac:chgData name="김태영" userId="8443cd8f-b258-4c7c-bbdd-a870d3924868" providerId="ADAL" clId="{74BF0BFE-A616-46FE-A20B-12C5B7419670}" dt="2023-02-15T04:18:07.167" v="575" actId="207"/>
          <ac:spMkLst>
            <pc:docMk/>
            <pc:sldMk cId="375184813" sldId="323"/>
            <ac:spMk id="7" creationId="{1F4CE4CE-B2B9-90AB-38C1-F5A70D1C02E8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21:44.708" v="679" actId="20577"/>
        <pc:sldMkLst>
          <pc:docMk/>
          <pc:sldMk cId="46141193" sldId="324"/>
        </pc:sldMkLst>
        <pc:spChg chg="mod">
          <ac:chgData name="김태영" userId="8443cd8f-b258-4c7c-bbdd-a870d3924868" providerId="ADAL" clId="{74BF0BFE-A616-46FE-A20B-12C5B7419670}" dt="2023-02-15T04:21:25.346" v="647" actId="207"/>
          <ac:spMkLst>
            <pc:docMk/>
            <pc:sldMk cId="46141193" sldId="324"/>
            <ac:spMk id="6" creationId="{B6ACFDBD-19A5-F775-3390-6294E85F47B4}"/>
          </ac:spMkLst>
        </pc:spChg>
        <pc:spChg chg="mod">
          <ac:chgData name="김태영" userId="8443cd8f-b258-4c7c-bbdd-a870d3924868" providerId="ADAL" clId="{74BF0BFE-A616-46FE-A20B-12C5B7419670}" dt="2023-02-15T04:21:08.169" v="644" actId="207"/>
          <ac:spMkLst>
            <pc:docMk/>
            <pc:sldMk cId="46141193" sldId="324"/>
            <ac:spMk id="7" creationId="{1F4CE4CE-B2B9-90AB-38C1-F5A70D1C02E8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24:01.753" v="716"/>
        <pc:sldMkLst>
          <pc:docMk/>
          <pc:sldMk cId="1191572402" sldId="325"/>
        </pc:sldMkLst>
        <pc:spChg chg="mod">
          <ac:chgData name="김태영" userId="8443cd8f-b258-4c7c-bbdd-a870d3924868" providerId="ADAL" clId="{74BF0BFE-A616-46FE-A20B-12C5B7419670}" dt="2023-02-15T04:23:16.528" v="708" actId="207"/>
          <ac:spMkLst>
            <pc:docMk/>
            <pc:sldMk cId="1191572402" sldId="325"/>
            <ac:spMk id="7" creationId="{1F4CE4CE-B2B9-90AB-38C1-F5A70D1C02E8}"/>
          </ac:spMkLst>
        </pc:spChg>
        <pc:spChg chg="mod">
          <ac:chgData name="김태영" userId="8443cd8f-b258-4c7c-bbdd-a870d3924868" providerId="ADAL" clId="{74BF0BFE-A616-46FE-A20B-12C5B7419670}" dt="2023-02-15T04:23:24.792" v="710" actId="115"/>
          <ac:spMkLst>
            <pc:docMk/>
            <pc:sldMk cId="1191572402" sldId="325"/>
            <ac:spMk id="9" creationId="{11DFCBC3-0A1E-F4CC-C61E-E5D4BBD0C38D}"/>
          </ac:spMkLst>
        </pc:spChg>
        <pc:spChg chg="mod">
          <ac:chgData name="김태영" userId="8443cd8f-b258-4c7c-bbdd-a870d3924868" providerId="ADAL" clId="{74BF0BFE-A616-46FE-A20B-12C5B7419670}" dt="2023-02-15T04:23:45.488" v="714" actId="207"/>
          <ac:spMkLst>
            <pc:docMk/>
            <pc:sldMk cId="1191572402" sldId="325"/>
            <ac:spMk id="12" creationId="{878762E7-D78E-0F87-4BC7-F04F3B0BC29D}"/>
          </ac:spMkLst>
        </pc:spChg>
      </pc:sldChg>
      <pc:sldChg chg="modSp mod">
        <pc:chgData name="김태영" userId="8443cd8f-b258-4c7c-bbdd-a870d3924868" providerId="ADAL" clId="{74BF0BFE-A616-46FE-A20B-12C5B7419670}" dt="2023-02-15T04:25:02.713" v="719" actId="207"/>
        <pc:sldMkLst>
          <pc:docMk/>
          <pc:sldMk cId="1072636788" sldId="326"/>
        </pc:sldMkLst>
        <pc:spChg chg="mod">
          <ac:chgData name="김태영" userId="8443cd8f-b258-4c7c-bbdd-a870d3924868" providerId="ADAL" clId="{74BF0BFE-A616-46FE-A20B-12C5B7419670}" dt="2023-02-15T04:25:02.713" v="719" actId="207"/>
          <ac:spMkLst>
            <pc:docMk/>
            <pc:sldMk cId="1072636788" sldId="326"/>
            <ac:spMk id="12" creationId="{878762E7-D78E-0F87-4BC7-F04F3B0BC29D}"/>
          </ac:spMkLst>
        </pc:spChg>
      </pc:sldChg>
      <pc:sldChg chg="modSp mod modNotesTx">
        <pc:chgData name="김태영" userId="8443cd8f-b258-4c7c-bbdd-a870d3924868" providerId="ADAL" clId="{74BF0BFE-A616-46FE-A20B-12C5B7419670}" dt="2023-02-15T04:27:52.440" v="774" actId="20577"/>
        <pc:sldMkLst>
          <pc:docMk/>
          <pc:sldMk cId="3695964302" sldId="327"/>
        </pc:sldMkLst>
        <pc:spChg chg="mod">
          <ac:chgData name="김태영" userId="8443cd8f-b258-4c7c-bbdd-a870d3924868" providerId="ADAL" clId="{74BF0BFE-A616-46FE-A20B-12C5B7419670}" dt="2023-02-15T04:27:52.440" v="774" actId="20577"/>
          <ac:spMkLst>
            <pc:docMk/>
            <pc:sldMk cId="3695964302" sldId="327"/>
            <ac:spMk id="12" creationId="{878762E7-D78E-0F87-4BC7-F04F3B0BC29D}"/>
          </ac:spMkLst>
        </pc:spChg>
      </pc:sldChg>
      <pc:sldChg chg="modSp mod modAnim">
        <pc:chgData name="김태영" userId="8443cd8f-b258-4c7c-bbdd-a870d3924868" providerId="ADAL" clId="{74BF0BFE-A616-46FE-A20B-12C5B7419670}" dt="2023-02-15T04:31:26.839" v="794" actId="1076"/>
        <pc:sldMkLst>
          <pc:docMk/>
          <pc:sldMk cId="1520791225" sldId="328"/>
        </pc:sldMkLst>
        <pc:spChg chg="mod">
          <ac:chgData name="김태영" userId="8443cd8f-b258-4c7c-bbdd-a870d3924868" providerId="ADAL" clId="{74BF0BFE-A616-46FE-A20B-12C5B7419670}" dt="2023-02-15T04:31:26.839" v="794" actId="1076"/>
          <ac:spMkLst>
            <pc:docMk/>
            <pc:sldMk cId="1520791225" sldId="328"/>
            <ac:spMk id="8" creationId="{52864DC3-54C3-C114-0D29-BBDAB6460BBF}"/>
          </ac:spMkLst>
        </pc:spChg>
        <pc:spChg chg="mod">
          <ac:chgData name="김태영" userId="8443cd8f-b258-4c7c-bbdd-a870d3924868" providerId="ADAL" clId="{74BF0BFE-A616-46FE-A20B-12C5B7419670}" dt="2023-02-15T04:28:02.137" v="777" actId="115"/>
          <ac:spMkLst>
            <pc:docMk/>
            <pc:sldMk cId="1520791225" sldId="328"/>
            <ac:spMk id="12" creationId="{878762E7-D78E-0F87-4BC7-F04F3B0BC29D}"/>
          </ac:spMkLst>
        </pc:spChg>
      </pc:sldChg>
      <pc:sldChg chg="modSp mod modAnim modNotesTx">
        <pc:chgData name="김태영" userId="8443cd8f-b258-4c7c-bbdd-a870d3924868" providerId="ADAL" clId="{74BF0BFE-A616-46FE-A20B-12C5B7419670}" dt="2023-02-15T04:33:16.224" v="906" actId="207"/>
        <pc:sldMkLst>
          <pc:docMk/>
          <pc:sldMk cId="1615291752" sldId="329"/>
        </pc:sldMkLst>
        <pc:spChg chg="mod">
          <ac:chgData name="김태영" userId="8443cd8f-b258-4c7c-bbdd-a870d3924868" providerId="ADAL" clId="{74BF0BFE-A616-46FE-A20B-12C5B7419670}" dt="2023-02-15T04:33:16.224" v="906" actId="207"/>
          <ac:spMkLst>
            <pc:docMk/>
            <pc:sldMk cId="1615291752" sldId="329"/>
            <ac:spMk id="5" creationId="{E4825E08-E257-6E31-65F1-7246B786A196}"/>
          </ac:spMkLst>
        </pc:spChg>
        <pc:spChg chg="mod">
          <ac:chgData name="김태영" userId="8443cd8f-b258-4c7c-bbdd-a870d3924868" providerId="ADAL" clId="{74BF0BFE-A616-46FE-A20B-12C5B7419670}" dt="2023-02-15T04:32:42.199" v="885" actId="1076"/>
          <ac:spMkLst>
            <pc:docMk/>
            <pc:sldMk cId="1615291752" sldId="329"/>
            <ac:spMk id="8" creationId="{52864DC3-54C3-C114-0D29-BBDAB6460BBF}"/>
          </ac:spMkLst>
        </pc:spChg>
        <pc:spChg chg="mod">
          <ac:chgData name="김태영" userId="8443cd8f-b258-4c7c-bbdd-a870d3924868" providerId="ADAL" clId="{74BF0BFE-A616-46FE-A20B-12C5B7419670}" dt="2023-02-15T04:31:37.882" v="795" actId="115"/>
          <ac:spMkLst>
            <pc:docMk/>
            <pc:sldMk cId="1615291752" sldId="329"/>
            <ac:spMk id="12" creationId="{878762E7-D78E-0F87-4BC7-F04F3B0BC29D}"/>
          </ac:spMkLst>
        </pc:spChg>
      </pc:sldChg>
      <pc:sldChg chg="addSp modSp mod modAnim modNotesTx">
        <pc:chgData name="김태영" userId="8443cd8f-b258-4c7c-bbdd-a870d3924868" providerId="ADAL" clId="{74BF0BFE-A616-46FE-A20B-12C5B7419670}" dt="2023-02-15T04:37:22.600" v="1000" actId="207"/>
        <pc:sldMkLst>
          <pc:docMk/>
          <pc:sldMk cId="3464966848" sldId="330"/>
        </pc:sldMkLst>
        <pc:spChg chg="mod">
          <ac:chgData name="김태영" userId="8443cd8f-b258-4c7c-bbdd-a870d3924868" providerId="ADAL" clId="{74BF0BFE-A616-46FE-A20B-12C5B7419670}" dt="2023-02-15T04:34:27.233" v="922" actId="207"/>
          <ac:spMkLst>
            <pc:docMk/>
            <pc:sldMk cId="3464966848" sldId="330"/>
            <ac:spMk id="5" creationId="{E4825E08-E257-6E31-65F1-7246B786A196}"/>
          </ac:spMkLst>
        </pc:spChg>
        <pc:spChg chg="mod">
          <ac:chgData name="김태영" userId="8443cd8f-b258-4c7c-bbdd-a870d3924868" providerId="ADAL" clId="{74BF0BFE-A616-46FE-A20B-12C5B7419670}" dt="2023-02-15T04:36:24.718" v="965" actId="113"/>
          <ac:spMkLst>
            <pc:docMk/>
            <pc:sldMk cId="3464966848" sldId="330"/>
            <ac:spMk id="6" creationId="{0BC0A58C-B23F-CA48-110C-BDCEFCF7EB06}"/>
          </ac:spMkLst>
        </pc:spChg>
        <pc:spChg chg="mod">
          <ac:chgData name="김태영" userId="8443cd8f-b258-4c7c-bbdd-a870d3924868" providerId="ADAL" clId="{74BF0BFE-A616-46FE-A20B-12C5B7419670}" dt="2023-02-15T04:37:22.600" v="1000" actId="207"/>
          <ac:spMkLst>
            <pc:docMk/>
            <pc:sldMk cId="3464966848" sldId="330"/>
            <ac:spMk id="7" creationId="{B33637EC-07C0-76A9-3A4D-12A753609ECE}"/>
          </ac:spMkLst>
        </pc:spChg>
        <pc:spChg chg="add mod">
          <ac:chgData name="김태영" userId="8443cd8f-b258-4c7c-bbdd-a870d3924868" providerId="ADAL" clId="{74BF0BFE-A616-46FE-A20B-12C5B7419670}" dt="2023-02-15T04:34:02.200" v="916" actId="14100"/>
          <ac:spMkLst>
            <pc:docMk/>
            <pc:sldMk cId="3464966848" sldId="330"/>
            <ac:spMk id="9" creationId="{019B9DA0-69AB-1B0D-EB54-4E0F6DEDBD49}"/>
          </ac:spMkLst>
        </pc:spChg>
        <pc:spChg chg="add mod">
          <ac:chgData name="김태영" userId="8443cd8f-b258-4c7c-bbdd-a870d3924868" providerId="ADAL" clId="{74BF0BFE-A616-46FE-A20B-12C5B7419670}" dt="2023-02-15T04:37:07.807" v="997" actId="1076"/>
          <ac:spMkLst>
            <pc:docMk/>
            <pc:sldMk cId="3464966848" sldId="330"/>
            <ac:spMk id="11" creationId="{62DB0846-7A31-9EFD-A97D-869860133DB6}"/>
          </ac:spMkLst>
        </pc:spChg>
        <pc:spChg chg="mod">
          <ac:chgData name="김태영" userId="8443cd8f-b258-4c7c-bbdd-a870d3924868" providerId="ADAL" clId="{74BF0BFE-A616-46FE-A20B-12C5B7419670}" dt="2023-02-15T04:33:53.317" v="911" actId="21"/>
          <ac:spMkLst>
            <pc:docMk/>
            <pc:sldMk cId="3464966848" sldId="330"/>
            <ac:spMk id="12" creationId="{878762E7-D78E-0F87-4BC7-F04F3B0BC29D}"/>
          </ac:spMkLst>
        </pc:spChg>
      </pc:sldChg>
      <pc:sldChg chg="del">
        <pc:chgData name="김태영" userId="8443cd8f-b258-4c7c-bbdd-a870d3924868" providerId="ADAL" clId="{74BF0BFE-A616-46FE-A20B-12C5B7419670}" dt="2023-02-15T04:38:17.437" v="1001" actId="47"/>
        <pc:sldMkLst>
          <pc:docMk/>
          <pc:sldMk cId="2698949495" sldId="331"/>
        </pc:sldMkLst>
      </pc:sldChg>
      <pc:sldChg chg="modSp mod modAnim modNotesTx">
        <pc:chgData name="김태영" userId="8443cd8f-b258-4c7c-bbdd-a870d3924868" providerId="ADAL" clId="{74BF0BFE-A616-46FE-A20B-12C5B7419670}" dt="2023-02-15T04:39:27.545" v="1010"/>
        <pc:sldMkLst>
          <pc:docMk/>
          <pc:sldMk cId="3680399783" sldId="332"/>
        </pc:sldMkLst>
        <pc:spChg chg="mod">
          <ac:chgData name="김태영" userId="8443cd8f-b258-4c7c-bbdd-a870d3924868" providerId="ADAL" clId="{74BF0BFE-A616-46FE-A20B-12C5B7419670}" dt="2023-02-15T04:39:24.657" v="1009" actId="115"/>
          <ac:spMkLst>
            <pc:docMk/>
            <pc:sldMk cId="3680399783" sldId="332"/>
            <ac:spMk id="10" creationId="{50764A1A-A9DD-52F7-4691-6E8C63327195}"/>
          </ac:spMkLst>
        </pc:spChg>
        <pc:spChg chg="mod">
          <ac:chgData name="김태영" userId="8443cd8f-b258-4c7c-bbdd-a870d3924868" providerId="ADAL" clId="{74BF0BFE-A616-46FE-A20B-12C5B7419670}" dt="2023-02-15T04:38:50.241" v="1005" actId="207"/>
          <ac:spMkLst>
            <pc:docMk/>
            <pc:sldMk cId="3680399783" sldId="332"/>
            <ac:spMk id="12" creationId="{878762E7-D78E-0F87-4BC7-F04F3B0BC29D}"/>
          </ac:spMkLst>
        </pc:spChg>
      </pc:sldChg>
      <pc:sldChg chg="addSp modSp mod modAnim modNotesTx">
        <pc:chgData name="김태영" userId="8443cd8f-b258-4c7c-bbdd-a870d3924868" providerId="ADAL" clId="{74BF0BFE-A616-46FE-A20B-12C5B7419670}" dt="2023-02-15T04:41:01.930" v="1027"/>
        <pc:sldMkLst>
          <pc:docMk/>
          <pc:sldMk cId="3244947736" sldId="333"/>
        </pc:sldMkLst>
        <pc:spChg chg="mod">
          <ac:chgData name="김태영" userId="8443cd8f-b258-4c7c-bbdd-a870d3924868" providerId="ADAL" clId="{74BF0BFE-A616-46FE-A20B-12C5B7419670}" dt="2023-02-15T04:41:00.235" v="1026" actId="164"/>
          <ac:spMkLst>
            <pc:docMk/>
            <pc:sldMk cId="3244947736" sldId="333"/>
            <ac:spMk id="5" creationId="{AA881745-5199-044B-1A90-81FBBA71DB46}"/>
          </ac:spMkLst>
        </pc:spChg>
        <pc:spChg chg="mod">
          <ac:chgData name="김태영" userId="8443cd8f-b258-4c7c-bbdd-a870d3924868" providerId="ADAL" clId="{74BF0BFE-A616-46FE-A20B-12C5B7419670}" dt="2023-02-15T04:41:00.235" v="1026" actId="164"/>
          <ac:spMkLst>
            <pc:docMk/>
            <pc:sldMk cId="3244947736" sldId="333"/>
            <ac:spMk id="6" creationId="{870AB293-88DA-DAA6-5A82-99EDE2DB1243}"/>
          </ac:spMkLst>
        </pc:spChg>
        <pc:spChg chg="mod">
          <ac:chgData name="김태영" userId="8443cd8f-b258-4c7c-bbdd-a870d3924868" providerId="ADAL" clId="{74BF0BFE-A616-46FE-A20B-12C5B7419670}" dt="2023-02-15T04:40:32.130" v="1018" actId="207"/>
          <ac:spMkLst>
            <pc:docMk/>
            <pc:sldMk cId="3244947736" sldId="333"/>
            <ac:spMk id="12" creationId="{878762E7-D78E-0F87-4BC7-F04F3B0BC29D}"/>
          </ac:spMkLst>
        </pc:spChg>
        <pc:grpChg chg="add mod">
          <ac:chgData name="김태영" userId="8443cd8f-b258-4c7c-bbdd-a870d3924868" providerId="ADAL" clId="{74BF0BFE-A616-46FE-A20B-12C5B7419670}" dt="2023-02-15T04:41:00.235" v="1026" actId="164"/>
          <ac:grpSpMkLst>
            <pc:docMk/>
            <pc:sldMk cId="3244947736" sldId="333"/>
            <ac:grpSpMk id="7" creationId="{D9D65E06-38D5-9A6E-7BB3-99AFA1A10526}"/>
          </ac:grpSpMkLst>
        </pc:grpChg>
      </pc:sldChg>
      <pc:sldChg chg="modSp mod modAnim">
        <pc:chgData name="김태영" userId="8443cd8f-b258-4c7c-bbdd-a870d3924868" providerId="ADAL" clId="{74BF0BFE-A616-46FE-A20B-12C5B7419670}" dt="2023-02-15T04:41:41.017" v="1033" actId="115"/>
        <pc:sldMkLst>
          <pc:docMk/>
          <pc:sldMk cId="2500195618" sldId="334"/>
        </pc:sldMkLst>
        <pc:spChg chg="mod">
          <ac:chgData name="김태영" userId="8443cd8f-b258-4c7c-bbdd-a870d3924868" providerId="ADAL" clId="{74BF0BFE-A616-46FE-A20B-12C5B7419670}" dt="2023-02-15T04:41:41.017" v="1033" actId="115"/>
          <ac:spMkLst>
            <pc:docMk/>
            <pc:sldMk cId="2500195618" sldId="334"/>
            <ac:spMk id="6" creationId="{870AB293-88DA-DAA6-5A82-99EDE2DB1243}"/>
          </ac:spMkLst>
        </pc:spChg>
        <pc:spChg chg="mod">
          <ac:chgData name="김태영" userId="8443cd8f-b258-4c7c-bbdd-a870d3924868" providerId="ADAL" clId="{74BF0BFE-A616-46FE-A20B-12C5B7419670}" dt="2023-02-15T04:41:24.704" v="1030" actId="207"/>
          <ac:spMkLst>
            <pc:docMk/>
            <pc:sldMk cId="2500195618" sldId="334"/>
            <ac:spMk id="12" creationId="{878762E7-D78E-0F87-4BC7-F04F3B0BC29D}"/>
          </ac:spMkLst>
        </pc:spChg>
      </pc:sldChg>
      <pc:sldChg chg="addSp delSp modSp mod addAnim delAnim modAnim modNotesTx">
        <pc:chgData name="김태영" userId="8443cd8f-b258-4c7c-bbdd-a870d3924868" providerId="ADAL" clId="{74BF0BFE-A616-46FE-A20B-12C5B7419670}" dt="2023-02-15T04:49:48.299" v="1170"/>
        <pc:sldMkLst>
          <pc:docMk/>
          <pc:sldMk cId="3554643889" sldId="335"/>
        </pc:sldMkLst>
        <pc:spChg chg="add mod">
          <ac:chgData name="김태영" userId="8443cd8f-b258-4c7c-bbdd-a870d3924868" providerId="ADAL" clId="{74BF0BFE-A616-46FE-A20B-12C5B7419670}" dt="2023-02-15T04:48:33.372" v="1150" actId="14100"/>
          <ac:spMkLst>
            <pc:docMk/>
            <pc:sldMk cId="3554643889" sldId="335"/>
            <ac:spMk id="6" creationId="{AD62EF77-5E95-FFD0-9756-186BB1D6B891}"/>
          </ac:spMkLst>
        </pc:spChg>
        <pc:spChg chg="add mod">
          <ac:chgData name="김태영" userId="8443cd8f-b258-4c7c-bbdd-a870d3924868" providerId="ADAL" clId="{74BF0BFE-A616-46FE-A20B-12C5B7419670}" dt="2023-02-15T04:48:35.584" v="1151" actId="14100"/>
          <ac:spMkLst>
            <pc:docMk/>
            <pc:sldMk cId="3554643889" sldId="335"/>
            <ac:spMk id="8" creationId="{A0A8FA0C-6025-33DF-80B2-E311ED0A4BBD}"/>
          </ac:spMkLst>
        </pc:spChg>
        <pc:spChg chg="add del mod">
          <ac:chgData name="김태영" userId="8443cd8f-b258-4c7c-bbdd-a870d3924868" providerId="ADAL" clId="{74BF0BFE-A616-46FE-A20B-12C5B7419670}" dt="2023-02-15T04:49:06.659" v="1164" actId="478"/>
          <ac:spMkLst>
            <pc:docMk/>
            <pc:sldMk cId="3554643889" sldId="335"/>
            <ac:spMk id="10" creationId="{B2BFCBF4-F125-DC68-B054-783B4BC167DF}"/>
          </ac:spMkLst>
        </pc:spChg>
        <pc:spChg chg="mod">
          <ac:chgData name="김태영" userId="8443cd8f-b258-4c7c-bbdd-a870d3924868" providerId="ADAL" clId="{74BF0BFE-A616-46FE-A20B-12C5B7419670}" dt="2023-02-15T04:48:33.372" v="1150" actId="14100"/>
          <ac:spMkLst>
            <pc:docMk/>
            <pc:sldMk cId="3554643889" sldId="335"/>
            <ac:spMk id="12" creationId="{878762E7-D78E-0F87-4BC7-F04F3B0BC29D}"/>
          </ac:spMkLst>
        </pc:spChg>
        <pc:spChg chg="add del mod">
          <ac:chgData name="김태영" userId="8443cd8f-b258-4c7c-bbdd-a870d3924868" providerId="ADAL" clId="{74BF0BFE-A616-46FE-A20B-12C5B7419670}" dt="2023-02-15T04:49:07.291" v="1165" actId="478"/>
          <ac:spMkLst>
            <pc:docMk/>
            <pc:sldMk cId="3554643889" sldId="335"/>
            <ac:spMk id="13" creationId="{145E45DE-9820-90FF-92D8-6A0434D6D795}"/>
          </ac:spMkLst>
        </pc:spChg>
        <pc:spChg chg="add del">
          <ac:chgData name="김태영" userId="8443cd8f-b258-4c7c-bbdd-a870d3924868" providerId="ADAL" clId="{74BF0BFE-A616-46FE-A20B-12C5B7419670}" dt="2023-02-15T04:47:06.449" v="1118" actId="22"/>
          <ac:spMkLst>
            <pc:docMk/>
            <pc:sldMk cId="3554643889" sldId="335"/>
            <ac:spMk id="15" creationId="{1698CC49-6D7C-35F5-D91F-1D9D08429AC8}"/>
          </ac:spMkLst>
        </pc:spChg>
        <pc:spChg chg="add del mod">
          <ac:chgData name="김태영" userId="8443cd8f-b258-4c7c-bbdd-a870d3924868" providerId="ADAL" clId="{74BF0BFE-A616-46FE-A20B-12C5B7419670}" dt="2023-02-15T04:47:27.581" v="1132" actId="478"/>
          <ac:spMkLst>
            <pc:docMk/>
            <pc:sldMk cId="3554643889" sldId="335"/>
            <ac:spMk id="17" creationId="{999F8433-675F-26FB-B4D0-25683C06DE98}"/>
          </ac:spMkLst>
        </pc:spChg>
        <pc:spChg chg="add del mod">
          <ac:chgData name="김태영" userId="8443cd8f-b258-4c7c-bbdd-a870d3924868" providerId="ADAL" clId="{74BF0BFE-A616-46FE-A20B-12C5B7419670}" dt="2023-02-15T04:49:09.727" v="1166" actId="1076"/>
          <ac:spMkLst>
            <pc:docMk/>
            <pc:sldMk cId="3554643889" sldId="335"/>
            <ac:spMk id="18" creationId="{8ABE03D5-1823-A58A-527F-F0EC51080EAC}"/>
          </ac:spMkLst>
        </pc:spChg>
        <pc:spChg chg="add del mod">
          <ac:chgData name="김태영" userId="8443cd8f-b258-4c7c-bbdd-a870d3924868" providerId="ADAL" clId="{74BF0BFE-A616-46FE-A20B-12C5B7419670}" dt="2023-02-15T04:49:11.455" v="1167" actId="1076"/>
          <ac:spMkLst>
            <pc:docMk/>
            <pc:sldMk cId="3554643889" sldId="335"/>
            <ac:spMk id="19" creationId="{B8040465-82E6-5F06-099E-0AE3E5104407}"/>
          </ac:spMkLst>
        </pc:spChg>
        <pc:spChg chg="add mod">
          <ac:chgData name="김태영" userId="8443cd8f-b258-4c7c-bbdd-a870d3924868" providerId="ADAL" clId="{74BF0BFE-A616-46FE-A20B-12C5B7419670}" dt="2023-02-15T04:48:33.372" v="1150" actId="14100"/>
          <ac:spMkLst>
            <pc:docMk/>
            <pc:sldMk cId="3554643889" sldId="335"/>
            <ac:spMk id="20" creationId="{7583900E-F53D-AAE4-7CBB-E1655A528D23}"/>
          </ac:spMkLst>
        </pc:spChg>
        <pc:spChg chg="add mod">
          <ac:chgData name="김태영" userId="8443cd8f-b258-4c7c-bbdd-a870d3924868" providerId="ADAL" clId="{74BF0BFE-A616-46FE-A20B-12C5B7419670}" dt="2023-02-15T04:48:24.679" v="1146" actId="571"/>
          <ac:spMkLst>
            <pc:docMk/>
            <pc:sldMk cId="3554643889" sldId="335"/>
            <ac:spMk id="21" creationId="{8FA87123-1BEE-AA31-C9F0-BFD15941588D}"/>
          </ac:spMkLst>
        </pc:spChg>
        <pc:spChg chg="add mod">
          <ac:chgData name="김태영" userId="8443cd8f-b258-4c7c-bbdd-a870d3924868" providerId="ADAL" clId="{74BF0BFE-A616-46FE-A20B-12C5B7419670}" dt="2023-02-15T04:48:24.679" v="1146" actId="571"/>
          <ac:spMkLst>
            <pc:docMk/>
            <pc:sldMk cId="3554643889" sldId="335"/>
            <ac:spMk id="22" creationId="{93311EB4-3656-D753-47BA-DD7844986C4F}"/>
          </ac:spMkLst>
        </pc:spChg>
        <pc:spChg chg="add mod">
          <ac:chgData name="김태영" userId="8443cd8f-b258-4c7c-bbdd-a870d3924868" providerId="ADAL" clId="{74BF0BFE-A616-46FE-A20B-12C5B7419670}" dt="2023-02-15T04:48:24.679" v="1146" actId="571"/>
          <ac:spMkLst>
            <pc:docMk/>
            <pc:sldMk cId="3554643889" sldId="335"/>
            <ac:spMk id="23" creationId="{86EDDFD7-02F5-484F-EA71-D25120499E31}"/>
          </ac:spMkLst>
        </pc:spChg>
        <pc:spChg chg="add mod">
          <ac:chgData name="김태영" userId="8443cd8f-b258-4c7c-bbdd-a870d3924868" providerId="ADAL" clId="{74BF0BFE-A616-46FE-A20B-12C5B7419670}" dt="2023-02-15T04:48:27.837" v="1149" actId="571"/>
          <ac:spMkLst>
            <pc:docMk/>
            <pc:sldMk cId="3554643889" sldId="335"/>
            <ac:spMk id="24" creationId="{D287ABB3-7B56-2A79-C4EF-E466D81EEDF0}"/>
          </ac:spMkLst>
        </pc:spChg>
        <pc:spChg chg="add mod">
          <ac:chgData name="김태영" userId="8443cd8f-b258-4c7c-bbdd-a870d3924868" providerId="ADAL" clId="{74BF0BFE-A616-46FE-A20B-12C5B7419670}" dt="2023-02-15T04:48:27.837" v="1149" actId="571"/>
          <ac:spMkLst>
            <pc:docMk/>
            <pc:sldMk cId="3554643889" sldId="335"/>
            <ac:spMk id="25" creationId="{8C522DE3-0016-A524-4A33-6ADB8C8722F3}"/>
          </ac:spMkLst>
        </pc:spChg>
        <pc:spChg chg="add mod">
          <ac:chgData name="김태영" userId="8443cd8f-b258-4c7c-bbdd-a870d3924868" providerId="ADAL" clId="{74BF0BFE-A616-46FE-A20B-12C5B7419670}" dt="2023-02-15T04:48:27.837" v="1149" actId="571"/>
          <ac:spMkLst>
            <pc:docMk/>
            <pc:sldMk cId="3554643889" sldId="335"/>
            <ac:spMk id="26" creationId="{33BCC94A-1B87-E82A-AB4D-1BCC28D7E7E6}"/>
          </ac:spMkLst>
        </pc:spChg>
      </pc:sldChg>
    </pc:docChg>
  </pc:docChgLst>
  <pc:docChgLst>
    <pc:chgData name="김태영" userId="8443cd8f-b258-4c7c-bbdd-a870d3924868" providerId="ADAL" clId="{1AF1C040-9443-4319-8A54-AB82E10D747E}"/>
    <pc:docChg chg="undo redo custSel addSld delSld modSld sldOrd">
      <pc:chgData name="김태영" userId="8443cd8f-b258-4c7c-bbdd-a870d3924868" providerId="ADAL" clId="{1AF1C040-9443-4319-8A54-AB82E10D747E}" dt="2021-10-24T11:58:59.078" v="21462" actId="20577"/>
      <pc:docMkLst>
        <pc:docMk/>
      </pc:docMkLst>
      <pc:sldChg chg="modNotesTx">
        <pc:chgData name="김태영" userId="8443cd8f-b258-4c7c-bbdd-a870d3924868" providerId="ADAL" clId="{1AF1C040-9443-4319-8A54-AB82E10D747E}" dt="2021-10-16T15:41:31.174" v="2101"/>
        <pc:sldMkLst>
          <pc:docMk/>
          <pc:sldMk cId="1871002895" sldId="256"/>
        </pc:sldMkLst>
      </pc:sldChg>
      <pc:sldChg chg="addSp delSp modSp mod ord modNotesTx">
        <pc:chgData name="김태영" userId="8443cd8f-b258-4c7c-bbdd-a870d3924868" providerId="ADAL" clId="{1AF1C040-9443-4319-8A54-AB82E10D747E}" dt="2021-10-24T04:14:22.389" v="2819"/>
        <pc:sldMkLst>
          <pc:docMk/>
          <pc:sldMk cId="1678087176" sldId="257"/>
        </pc:sldMkLst>
        <pc:spChg chg="del">
          <ac:chgData name="김태영" userId="8443cd8f-b258-4c7c-bbdd-a870d3924868" providerId="ADAL" clId="{1AF1C040-9443-4319-8A54-AB82E10D747E}" dt="2021-10-16T15:48:07.154" v="2121" actId="478"/>
          <ac:spMkLst>
            <pc:docMk/>
            <pc:sldMk cId="1678087176" sldId="257"/>
            <ac:spMk id="3" creationId="{00000000-0000-0000-0000-000000000000}"/>
          </ac:spMkLst>
        </pc:spChg>
        <pc:spChg chg="add mod">
          <ac:chgData name="김태영" userId="8443cd8f-b258-4c7c-bbdd-a870d3924868" providerId="ADAL" clId="{1AF1C040-9443-4319-8A54-AB82E10D747E}" dt="2021-10-16T15:48:22.573" v="2126" actId="1076"/>
          <ac:spMkLst>
            <pc:docMk/>
            <pc:sldMk cId="1678087176" sldId="257"/>
            <ac:spMk id="6" creationId="{A439E9FE-44CC-453C-B50C-3E519E1212B8}"/>
          </ac:spMkLst>
        </pc:spChg>
        <pc:spChg chg="add del mod">
          <ac:chgData name="김태영" userId="8443cd8f-b258-4c7c-bbdd-a870d3924868" providerId="ADAL" clId="{1AF1C040-9443-4319-8A54-AB82E10D747E}" dt="2021-10-24T03:59:40.208" v="2730" actId="21"/>
          <ac:spMkLst>
            <pc:docMk/>
            <pc:sldMk cId="1678087176" sldId="257"/>
            <ac:spMk id="7" creationId="{695F94BB-8513-4CB5-B2D6-12105F3D1AA9}"/>
          </ac:spMkLst>
        </pc:spChg>
        <pc:spChg chg="add mod">
          <ac:chgData name="김태영" userId="8443cd8f-b258-4c7c-bbdd-a870d3924868" providerId="ADAL" clId="{1AF1C040-9443-4319-8A54-AB82E10D747E}" dt="2021-10-16T15:49:42.443" v="2128" actId="1076"/>
          <ac:spMkLst>
            <pc:docMk/>
            <pc:sldMk cId="1678087176" sldId="257"/>
            <ac:spMk id="8" creationId="{590C1DD8-86E4-4048-9358-C4493D39D8AE}"/>
          </ac:spMkLst>
        </pc:spChg>
        <pc:picChg chg="add del mod">
          <ac:chgData name="김태영" userId="8443cd8f-b258-4c7c-bbdd-a870d3924868" providerId="ADAL" clId="{1AF1C040-9443-4319-8A54-AB82E10D747E}" dt="2021-10-24T03:59:22.766" v="2722" actId="478"/>
          <ac:picMkLst>
            <pc:docMk/>
            <pc:sldMk cId="1678087176" sldId="257"/>
            <ac:picMk id="4" creationId="{18C3B1B2-6F83-46C6-86DD-15FC4D74A82F}"/>
          </ac:picMkLst>
        </pc:picChg>
        <pc:picChg chg="add del mod">
          <ac:chgData name="김태영" userId="8443cd8f-b258-4c7c-bbdd-a870d3924868" providerId="ADAL" clId="{1AF1C040-9443-4319-8A54-AB82E10D747E}" dt="2021-10-24T03:59:40.208" v="2730" actId="21"/>
          <ac:picMkLst>
            <pc:docMk/>
            <pc:sldMk cId="1678087176" sldId="257"/>
            <ac:picMk id="9" creationId="{BB09C411-7C7B-466F-8400-FF8FA5329CBB}"/>
          </ac:picMkLst>
        </pc:picChg>
        <pc:picChg chg="add del mod">
          <ac:chgData name="김태영" userId="8443cd8f-b258-4c7c-bbdd-a870d3924868" providerId="ADAL" clId="{1AF1C040-9443-4319-8A54-AB82E10D747E}" dt="2021-10-24T03:59:41.961" v="2731" actId="21"/>
          <ac:picMkLst>
            <pc:docMk/>
            <pc:sldMk cId="1678087176" sldId="257"/>
            <ac:picMk id="1026" creationId="{D34D2BBB-F090-4927-AB79-EC71368A62D1}"/>
          </ac:picMkLst>
        </pc:picChg>
      </pc:sldChg>
      <pc:sldChg chg="addSp delSp modSp mod ord modNotesTx">
        <pc:chgData name="김태영" userId="8443cd8f-b258-4c7c-bbdd-a870d3924868" providerId="ADAL" clId="{1AF1C040-9443-4319-8A54-AB82E10D747E}" dt="2021-10-16T16:02:31.087" v="2638"/>
        <pc:sldMkLst>
          <pc:docMk/>
          <pc:sldMk cId="1365609292" sldId="258"/>
        </pc:sldMkLst>
        <pc:spChg chg="mod">
          <ac:chgData name="김태영" userId="8443cd8f-b258-4c7c-bbdd-a870d3924868" providerId="ADAL" clId="{1AF1C040-9443-4319-8A54-AB82E10D747E}" dt="2021-10-16T15:00:35.860" v="876" actId="20577"/>
          <ac:spMkLst>
            <pc:docMk/>
            <pc:sldMk cId="1365609292" sldId="258"/>
            <ac:spMk id="3" creationId="{00000000-0000-0000-0000-000000000000}"/>
          </ac:spMkLst>
        </pc:spChg>
        <pc:picChg chg="add del mod">
          <ac:chgData name="김태영" userId="8443cd8f-b258-4c7c-bbdd-a870d3924868" providerId="ADAL" clId="{1AF1C040-9443-4319-8A54-AB82E10D747E}" dt="2021-10-16T15:02:57.034" v="882" actId="478"/>
          <ac:picMkLst>
            <pc:docMk/>
            <pc:sldMk cId="1365609292" sldId="258"/>
            <ac:picMk id="5" creationId="{81EF6A7C-8897-489B-9D24-37C6FFACA89A}"/>
          </ac:picMkLst>
        </pc:picChg>
        <pc:picChg chg="add mod">
          <ac:chgData name="김태영" userId="8443cd8f-b258-4c7c-bbdd-a870d3924868" providerId="ADAL" clId="{1AF1C040-9443-4319-8A54-AB82E10D747E}" dt="2021-10-16T15:02:24.299" v="880" actId="1076"/>
          <ac:picMkLst>
            <pc:docMk/>
            <pc:sldMk cId="1365609292" sldId="258"/>
            <ac:picMk id="7" creationId="{9941AADA-132D-4E13-A5A8-E7534EEE2C8F}"/>
          </ac:picMkLst>
        </pc:picChg>
      </pc:sldChg>
      <pc:sldChg chg="modSp del mod ord modNotesTx">
        <pc:chgData name="김태영" userId="8443cd8f-b258-4c7c-bbdd-a870d3924868" providerId="ADAL" clId="{1AF1C040-9443-4319-8A54-AB82E10D747E}" dt="2021-10-24T04:34:48.452" v="4031" actId="47"/>
        <pc:sldMkLst>
          <pc:docMk/>
          <pc:sldMk cId="1823526600" sldId="260"/>
        </pc:sldMkLst>
        <pc:spChg chg="mod">
          <ac:chgData name="김태영" userId="8443cd8f-b258-4c7c-bbdd-a870d3924868" providerId="ADAL" clId="{1AF1C040-9443-4319-8A54-AB82E10D747E}" dt="2021-10-23T16:53:40.404" v="2688" actId="20577"/>
          <ac:spMkLst>
            <pc:docMk/>
            <pc:sldMk cId="1823526600" sldId="260"/>
            <ac:spMk id="3" creationId="{16AA9A5C-AA16-4D3E-B4B9-4B233F649D7D}"/>
          </ac:spMkLst>
        </pc:spChg>
      </pc:sldChg>
      <pc:sldChg chg="addSp delSp modSp mod ord">
        <pc:chgData name="김태영" userId="8443cd8f-b258-4c7c-bbdd-a870d3924868" providerId="ADAL" clId="{1AF1C040-9443-4319-8A54-AB82E10D747E}" dt="2021-10-24T04:14:22.389" v="2819"/>
        <pc:sldMkLst>
          <pc:docMk/>
          <pc:sldMk cId="3360225854" sldId="261"/>
        </pc:sldMkLst>
        <pc:spChg chg="add mod">
          <ac:chgData name="김태영" userId="8443cd8f-b258-4c7c-bbdd-a870d3924868" providerId="ADAL" clId="{1AF1C040-9443-4319-8A54-AB82E10D747E}" dt="2021-10-16T15:47:05.449" v="2118"/>
          <ac:spMkLst>
            <pc:docMk/>
            <pc:sldMk cId="3360225854" sldId="261"/>
            <ac:spMk id="6" creationId="{1A5622A0-6A6C-40D0-AF1B-7694113FEEB2}"/>
          </ac:spMkLst>
        </pc:spChg>
        <pc:spChg chg="add mod">
          <ac:chgData name="김태영" userId="8443cd8f-b258-4c7c-bbdd-a870d3924868" providerId="ADAL" clId="{1AF1C040-9443-4319-8A54-AB82E10D747E}" dt="2021-10-16T15:47:09.041" v="2120" actId="1076"/>
          <ac:spMkLst>
            <pc:docMk/>
            <pc:sldMk cId="3360225854" sldId="261"/>
            <ac:spMk id="8" creationId="{1DAEDD65-AF9C-4D5B-9A4E-BCCCD7017D64}"/>
          </ac:spMkLst>
        </pc:spChg>
        <pc:picChg chg="del">
          <ac:chgData name="김태영" userId="8443cd8f-b258-4c7c-bbdd-a870d3924868" providerId="ADAL" clId="{1AF1C040-9443-4319-8A54-AB82E10D747E}" dt="2021-10-16T14:55:12.631" v="514" actId="21"/>
          <ac:picMkLst>
            <pc:docMk/>
            <pc:sldMk cId="3360225854" sldId="261"/>
            <ac:picMk id="8" creationId="{5C74D17F-F56F-41CB-9587-9D115B1422DB}"/>
          </ac:picMkLst>
        </pc:picChg>
        <pc:picChg chg="del">
          <ac:chgData name="김태영" userId="8443cd8f-b258-4c7c-bbdd-a870d3924868" providerId="ADAL" clId="{1AF1C040-9443-4319-8A54-AB82E10D747E}" dt="2021-10-16T14:55:12.631" v="514" actId="21"/>
          <ac:picMkLst>
            <pc:docMk/>
            <pc:sldMk cId="3360225854" sldId="261"/>
            <ac:picMk id="9" creationId="{82452D8F-7D01-4C3C-870F-FBBCF2E83C25}"/>
          </ac:picMkLst>
        </pc:picChg>
      </pc:sldChg>
      <pc:sldChg chg="addSp delSp modSp del mod ord modNotesTx">
        <pc:chgData name="김태영" userId="8443cd8f-b258-4c7c-bbdd-a870d3924868" providerId="ADAL" clId="{1AF1C040-9443-4319-8A54-AB82E10D747E}" dt="2021-10-24T07:53:51.935" v="7269" actId="47"/>
        <pc:sldMkLst>
          <pc:docMk/>
          <pc:sldMk cId="56274150" sldId="262"/>
        </pc:sldMkLst>
        <pc:spChg chg="add del mod">
          <ac:chgData name="김태영" userId="8443cd8f-b258-4c7c-bbdd-a870d3924868" providerId="ADAL" clId="{1AF1C040-9443-4319-8A54-AB82E10D747E}" dt="2021-10-24T05:28:57.095" v="5743"/>
          <ac:spMkLst>
            <pc:docMk/>
            <pc:sldMk cId="56274150" sldId="262"/>
            <ac:spMk id="5" creationId="{0D6BCEB3-63D1-4081-88EA-3321BE016E66}"/>
          </ac:spMkLst>
        </pc:spChg>
        <pc:spChg chg="add del mod">
          <ac:chgData name="김태영" userId="8443cd8f-b258-4c7c-bbdd-a870d3924868" providerId="ADAL" clId="{1AF1C040-9443-4319-8A54-AB82E10D747E}" dt="2021-10-24T05:29:10.734" v="5748" actId="21"/>
          <ac:spMkLst>
            <pc:docMk/>
            <pc:sldMk cId="56274150" sldId="262"/>
            <ac:spMk id="7" creationId="{84A92EE0-AEE4-49C0-89F9-8FAA22D01E8D}"/>
          </ac:spMkLst>
        </pc:spChg>
        <pc:picChg chg="del">
          <ac:chgData name="김태영" userId="8443cd8f-b258-4c7c-bbdd-a870d3924868" providerId="ADAL" clId="{1AF1C040-9443-4319-8A54-AB82E10D747E}" dt="2021-10-16T15:41:40.594" v="2103" actId="21"/>
          <ac:picMkLst>
            <pc:docMk/>
            <pc:sldMk cId="56274150" sldId="262"/>
            <ac:picMk id="4" creationId="{4389EF92-8B0C-4400-B2D5-24E1A869362F}"/>
          </ac:picMkLst>
        </pc:picChg>
      </pc:sldChg>
      <pc:sldChg chg="ord modNotesTx">
        <pc:chgData name="김태영" userId="8443cd8f-b258-4c7c-bbdd-a870d3924868" providerId="ADAL" clId="{1AF1C040-9443-4319-8A54-AB82E10D747E}" dt="2021-10-16T15:45:41.631" v="2106"/>
        <pc:sldMkLst>
          <pc:docMk/>
          <pc:sldMk cId="1085090973" sldId="263"/>
        </pc:sldMkLst>
      </pc:sldChg>
      <pc:sldChg chg="addSp delSp modSp add mod ord modNotesTx">
        <pc:chgData name="김태영" userId="8443cd8f-b258-4c7c-bbdd-a870d3924868" providerId="ADAL" clId="{1AF1C040-9443-4319-8A54-AB82E10D747E}" dt="2021-10-16T16:02:33.164" v="2640"/>
        <pc:sldMkLst>
          <pc:docMk/>
          <pc:sldMk cId="4006778785" sldId="264"/>
        </pc:sldMkLst>
        <pc:spChg chg="mod">
          <ac:chgData name="김태영" userId="8443cd8f-b258-4c7c-bbdd-a870d3924868" providerId="ADAL" clId="{1AF1C040-9443-4319-8A54-AB82E10D747E}" dt="2021-10-16T15:15:23.722" v="2074" actId="20577"/>
          <ac:spMkLst>
            <pc:docMk/>
            <pc:sldMk cId="4006778785" sldId="264"/>
            <ac:spMk id="3" creationId="{00000000-0000-0000-0000-000000000000}"/>
          </ac:spMkLst>
        </pc:spChg>
        <pc:spChg chg="add mod">
          <ac:chgData name="김태영" userId="8443cd8f-b258-4c7c-bbdd-a870d3924868" providerId="ADAL" clId="{1AF1C040-9443-4319-8A54-AB82E10D747E}" dt="2021-10-16T15:57:30.335" v="2150" actId="1076"/>
          <ac:spMkLst>
            <pc:docMk/>
            <pc:sldMk cId="4006778785" sldId="264"/>
            <ac:spMk id="5" creationId="{E7BF817D-FEF3-4ED1-863B-7B7D59C110C6}"/>
          </ac:spMkLst>
        </pc:spChg>
        <pc:spChg chg="add mod">
          <ac:chgData name="김태영" userId="8443cd8f-b258-4c7c-bbdd-a870d3924868" providerId="ADAL" clId="{1AF1C040-9443-4319-8A54-AB82E10D747E}" dt="2021-10-16T15:57:51.864" v="2152" actId="1076"/>
          <ac:spMkLst>
            <pc:docMk/>
            <pc:sldMk cId="4006778785" sldId="264"/>
            <ac:spMk id="7" creationId="{C25D986D-ED99-43CA-B599-2F8634013A87}"/>
          </ac:spMkLst>
        </pc:spChg>
        <pc:picChg chg="add del mod">
          <ac:chgData name="김태영" userId="8443cd8f-b258-4c7c-bbdd-a870d3924868" providerId="ADAL" clId="{1AF1C040-9443-4319-8A54-AB82E10D747E}" dt="2021-10-16T14:59:28.703" v="541" actId="21"/>
          <ac:picMkLst>
            <pc:docMk/>
            <pc:sldMk cId="4006778785" sldId="264"/>
            <ac:picMk id="4" creationId="{E5A6F338-12CB-4D96-90B7-41ECB0455E34}"/>
          </ac:picMkLst>
        </pc:picChg>
        <pc:picChg chg="add del mod">
          <ac:chgData name="김태영" userId="8443cd8f-b258-4c7c-bbdd-a870d3924868" providerId="ADAL" clId="{1AF1C040-9443-4319-8A54-AB82E10D747E}" dt="2021-10-16T14:59:28.703" v="541" actId="21"/>
          <ac:picMkLst>
            <pc:docMk/>
            <pc:sldMk cId="4006778785" sldId="264"/>
            <ac:picMk id="5" creationId="{2C5AFE84-83C8-4300-A4B0-31A207960FEB}"/>
          </ac:picMkLst>
        </pc:picChg>
        <pc:picChg chg="add del mod">
          <ac:chgData name="김태영" userId="8443cd8f-b258-4c7c-bbdd-a870d3924868" providerId="ADAL" clId="{1AF1C040-9443-4319-8A54-AB82E10D747E}" dt="2021-10-16T14:58:03.391" v="533" actId="21"/>
          <ac:picMkLst>
            <pc:docMk/>
            <pc:sldMk cId="4006778785" sldId="264"/>
            <ac:picMk id="6" creationId="{153A3A7F-9652-405F-B65C-8F13392BB648}"/>
          </ac:picMkLst>
        </pc:picChg>
        <pc:picChg chg="add del mod">
          <ac:chgData name="김태영" userId="8443cd8f-b258-4c7c-bbdd-a870d3924868" providerId="ADAL" clId="{1AF1C040-9443-4319-8A54-AB82E10D747E}" dt="2021-10-16T14:58:03.391" v="533" actId="21"/>
          <ac:picMkLst>
            <pc:docMk/>
            <pc:sldMk cId="4006778785" sldId="264"/>
            <ac:picMk id="7" creationId="{4BF74BD2-C991-4A8E-B873-8D5786EF721A}"/>
          </ac:picMkLst>
        </pc:picChg>
        <pc:picChg chg="add del mod">
          <ac:chgData name="김태영" userId="8443cd8f-b258-4c7c-bbdd-a870d3924868" providerId="ADAL" clId="{1AF1C040-9443-4319-8A54-AB82E10D747E}" dt="2021-10-16T14:58:08.523" v="535" actId="21"/>
          <ac:picMkLst>
            <pc:docMk/>
            <pc:sldMk cId="4006778785" sldId="264"/>
            <ac:picMk id="8" creationId="{9927EAA6-2DA2-4A32-978F-F69FDA21721D}"/>
          </ac:picMkLst>
        </pc:picChg>
        <pc:picChg chg="add del mod">
          <ac:chgData name="김태영" userId="8443cd8f-b258-4c7c-bbdd-a870d3924868" providerId="ADAL" clId="{1AF1C040-9443-4319-8A54-AB82E10D747E}" dt="2021-10-16T14:58:08.523" v="535" actId="21"/>
          <ac:picMkLst>
            <pc:docMk/>
            <pc:sldMk cId="4006778785" sldId="264"/>
            <ac:picMk id="9" creationId="{5097F916-9CD6-4D9D-9C29-DA58C4116B9C}"/>
          </ac:picMkLst>
        </pc:picChg>
        <pc:picChg chg="add del mod">
          <ac:chgData name="김태영" userId="8443cd8f-b258-4c7c-bbdd-a870d3924868" providerId="ADAL" clId="{1AF1C040-9443-4319-8A54-AB82E10D747E}" dt="2021-10-16T14:58:12.259" v="537" actId="21"/>
          <ac:picMkLst>
            <pc:docMk/>
            <pc:sldMk cId="4006778785" sldId="264"/>
            <ac:picMk id="10" creationId="{7D653994-6F63-4B4B-8E7C-2F4E3417ACFD}"/>
          </ac:picMkLst>
        </pc:picChg>
        <pc:picChg chg="add del mod">
          <ac:chgData name="김태영" userId="8443cd8f-b258-4c7c-bbdd-a870d3924868" providerId="ADAL" clId="{1AF1C040-9443-4319-8A54-AB82E10D747E}" dt="2021-10-16T14:58:12.259" v="537" actId="21"/>
          <ac:picMkLst>
            <pc:docMk/>
            <pc:sldMk cId="4006778785" sldId="264"/>
            <ac:picMk id="11" creationId="{035BEF11-2F36-4E50-8A57-E78510C8A5B5}"/>
          </ac:picMkLst>
        </pc:picChg>
      </pc:sldChg>
      <pc:sldChg chg="addSp delSp modSp add del mod">
        <pc:chgData name="김태영" userId="8443cd8f-b258-4c7c-bbdd-a870d3924868" providerId="ADAL" clId="{1AF1C040-9443-4319-8A54-AB82E10D747E}" dt="2021-10-16T14:59:39.719" v="545" actId="47"/>
        <pc:sldMkLst>
          <pc:docMk/>
          <pc:sldMk cId="4183102399" sldId="265"/>
        </pc:sldMkLst>
        <pc:spChg chg="mod">
          <ac:chgData name="김태영" userId="8443cd8f-b258-4c7c-bbdd-a870d3924868" providerId="ADAL" clId="{1AF1C040-9443-4319-8A54-AB82E10D747E}" dt="2021-10-16T14:56:22.300" v="523" actId="20577"/>
          <ac:spMkLst>
            <pc:docMk/>
            <pc:sldMk cId="4183102399" sldId="265"/>
            <ac:spMk id="2" creationId="{00000000-0000-0000-0000-000000000000}"/>
          </ac:spMkLst>
        </pc:spChg>
        <pc:spChg chg="del">
          <ac:chgData name="김태영" userId="8443cd8f-b258-4c7c-bbdd-a870d3924868" providerId="ADAL" clId="{1AF1C040-9443-4319-8A54-AB82E10D747E}" dt="2021-10-16T14:56:17.682" v="519" actId="478"/>
          <ac:spMkLst>
            <pc:docMk/>
            <pc:sldMk cId="4183102399" sldId="265"/>
            <ac:spMk id="3" creationId="{00000000-0000-0000-0000-000000000000}"/>
          </ac:spMkLst>
        </pc:spChg>
        <pc:spChg chg="add mod">
          <ac:chgData name="김태영" userId="8443cd8f-b258-4c7c-bbdd-a870d3924868" providerId="ADAL" clId="{1AF1C040-9443-4319-8A54-AB82E10D747E}" dt="2021-10-16T14:56:17.682" v="519" actId="478"/>
          <ac:spMkLst>
            <pc:docMk/>
            <pc:sldMk cId="4183102399" sldId="265"/>
            <ac:spMk id="7" creationId="{79457D34-95BF-4368-AFB7-BF6308EA5F56}"/>
          </ac:spMkLst>
        </pc:spChg>
        <pc:spChg chg="add del">
          <ac:chgData name="김태영" userId="8443cd8f-b258-4c7c-bbdd-a870d3924868" providerId="ADAL" clId="{1AF1C040-9443-4319-8A54-AB82E10D747E}" dt="2021-10-16T14:56:24.457" v="525" actId="22"/>
          <ac:spMkLst>
            <pc:docMk/>
            <pc:sldMk cId="4183102399" sldId="265"/>
            <ac:spMk id="9" creationId="{A81B9B07-8EF4-4770-A996-5F86EF018019}"/>
          </ac:spMkLst>
        </pc:spChg>
        <pc:picChg chg="add del mod">
          <ac:chgData name="김태영" userId="8443cd8f-b258-4c7c-bbdd-a870d3924868" providerId="ADAL" clId="{1AF1C040-9443-4319-8A54-AB82E10D747E}" dt="2021-10-16T14:59:36.866" v="544" actId="478"/>
          <ac:picMkLst>
            <pc:docMk/>
            <pc:sldMk cId="4183102399" sldId="265"/>
            <ac:picMk id="4" creationId="{E5A6F338-12CB-4D96-90B7-41ECB0455E34}"/>
          </ac:picMkLst>
        </pc:picChg>
        <pc:picChg chg="del">
          <ac:chgData name="김태영" userId="8443cd8f-b258-4c7c-bbdd-a870d3924868" providerId="ADAL" clId="{1AF1C040-9443-4319-8A54-AB82E10D747E}" dt="2021-10-16T14:56:17.682" v="519" actId="478"/>
          <ac:picMkLst>
            <pc:docMk/>
            <pc:sldMk cId="4183102399" sldId="265"/>
            <ac:picMk id="5" creationId="{2C5AFE84-83C8-4300-A4B0-31A207960FEB}"/>
          </ac:picMkLst>
        </pc:picChg>
      </pc:sldChg>
      <pc:sldChg chg="add setBg">
        <pc:chgData name="김태영" userId="8443cd8f-b258-4c7c-bbdd-a870d3924868" providerId="ADAL" clId="{1AF1C040-9443-4319-8A54-AB82E10D747E}" dt="2021-10-23T16:52:38.339" v="2661"/>
        <pc:sldMkLst>
          <pc:docMk/>
          <pc:sldMk cId="4266958122" sldId="265"/>
        </pc:sldMkLst>
      </pc:sldChg>
      <pc:sldChg chg="addSp modSp add">
        <pc:chgData name="김태영" userId="8443cd8f-b258-4c7c-bbdd-a870d3924868" providerId="ADAL" clId="{1AF1C040-9443-4319-8A54-AB82E10D747E}" dt="2021-10-16T14:59:33.016" v="542"/>
        <pc:sldMkLst>
          <pc:docMk/>
          <pc:sldMk cId="4024574671" sldId="266"/>
        </pc:sldMkLst>
        <pc:picChg chg="add mod">
          <ac:chgData name="김태영" userId="8443cd8f-b258-4c7c-bbdd-a870d3924868" providerId="ADAL" clId="{1AF1C040-9443-4319-8A54-AB82E10D747E}" dt="2021-10-16T14:59:33.016" v="542"/>
          <ac:picMkLst>
            <pc:docMk/>
            <pc:sldMk cId="4024574671" sldId="266"/>
            <ac:picMk id="4" creationId="{FE06705C-6937-4EC9-BC7B-AA9A5202D9DC}"/>
          </ac:picMkLst>
        </pc:picChg>
        <pc:picChg chg="add mod">
          <ac:chgData name="김태영" userId="8443cd8f-b258-4c7c-bbdd-a870d3924868" providerId="ADAL" clId="{1AF1C040-9443-4319-8A54-AB82E10D747E}" dt="2021-10-16T14:59:33.016" v="542"/>
          <ac:picMkLst>
            <pc:docMk/>
            <pc:sldMk cId="4024574671" sldId="266"/>
            <ac:picMk id="5" creationId="{04E93E35-7F15-40DF-A398-C1626D4BCC36}"/>
          </ac:picMkLst>
        </pc:picChg>
      </pc:sldChg>
      <pc:sldChg chg="addSp delSp modSp add mod ord modNotesTx">
        <pc:chgData name="김태영" userId="8443cd8f-b258-4c7c-bbdd-a870d3924868" providerId="ADAL" clId="{1AF1C040-9443-4319-8A54-AB82E10D747E}" dt="2021-10-24T04:14:22.389" v="2819"/>
        <pc:sldMkLst>
          <pc:docMk/>
          <pc:sldMk cId="2420423440" sldId="267"/>
        </pc:sldMkLst>
        <pc:spChg chg="del">
          <ac:chgData name="김태영" userId="8443cd8f-b258-4c7c-bbdd-a870d3924868" providerId="ADAL" clId="{1AF1C040-9443-4319-8A54-AB82E10D747E}" dt="2021-10-16T15:49:56.593" v="2133" actId="478"/>
          <ac:spMkLst>
            <pc:docMk/>
            <pc:sldMk cId="2420423440" sldId="267"/>
            <ac:spMk id="6" creationId="{A439E9FE-44CC-453C-B50C-3E519E1212B8}"/>
          </ac:spMkLst>
        </pc:spChg>
        <pc:spChg chg="del">
          <ac:chgData name="김태영" userId="8443cd8f-b258-4c7c-bbdd-a870d3924868" providerId="ADAL" clId="{1AF1C040-9443-4319-8A54-AB82E10D747E}" dt="2021-10-16T15:49:55.030" v="2132" actId="478"/>
          <ac:spMkLst>
            <pc:docMk/>
            <pc:sldMk cId="2420423440" sldId="267"/>
            <ac:spMk id="8" creationId="{590C1DD8-86E4-4048-9358-C4493D39D8AE}"/>
          </ac:spMkLst>
        </pc:spChg>
        <pc:spChg chg="add mod">
          <ac:chgData name="김태영" userId="8443cd8f-b258-4c7c-bbdd-a870d3924868" providerId="ADAL" clId="{1AF1C040-9443-4319-8A54-AB82E10D747E}" dt="2021-10-16T15:50:55.040" v="2139" actId="1076"/>
          <ac:spMkLst>
            <pc:docMk/>
            <pc:sldMk cId="2420423440" sldId="267"/>
            <ac:spMk id="9" creationId="{1006641A-8676-47DD-A5B4-B0B075C5102D}"/>
          </ac:spMkLst>
        </pc:spChg>
        <pc:spChg chg="add mod">
          <ac:chgData name="김태영" userId="8443cd8f-b258-4c7c-bbdd-a870d3924868" providerId="ADAL" clId="{1AF1C040-9443-4319-8A54-AB82E10D747E}" dt="2021-10-16T15:53:01.593" v="2146" actId="1076"/>
          <ac:spMkLst>
            <pc:docMk/>
            <pc:sldMk cId="2420423440" sldId="267"/>
            <ac:spMk id="11" creationId="{541BBACE-8B69-4A19-8032-913BC3382EFF}"/>
          </ac:spMkLst>
        </pc:spChg>
        <pc:spChg chg="add mod">
          <ac:chgData name="김태영" userId="8443cd8f-b258-4c7c-bbdd-a870d3924868" providerId="ADAL" clId="{1AF1C040-9443-4319-8A54-AB82E10D747E}" dt="2021-10-16T15:53:04.632" v="2148" actId="1076"/>
          <ac:spMkLst>
            <pc:docMk/>
            <pc:sldMk cId="2420423440" sldId="267"/>
            <ac:spMk id="13" creationId="{5A2B0E13-FCCD-4AF7-9253-5D31431EC7C4}"/>
          </ac:spMkLst>
        </pc:spChg>
        <pc:picChg chg="del">
          <ac:chgData name="김태영" userId="8443cd8f-b258-4c7c-bbdd-a870d3924868" providerId="ADAL" clId="{1AF1C040-9443-4319-8A54-AB82E10D747E}" dt="2021-10-16T15:49:53.530" v="2131" actId="478"/>
          <ac:picMkLst>
            <pc:docMk/>
            <pc:sldMk cId="2420423440" sldId="267"/>
            <ac:picMk id="4" creationId="{18C3B1B2-6F83-46C6-86DD-15FC4D74A82F}"/>
          </ac:picMkLst>
        </pc:picChg>
        <pc:picChg chg="add mod">
          <ac:chgData name="김태영" userId="8443cd8f-b258-4c7c-bbdd-a870d3924868" providerId="ADAL" clId="{1AF1C040-9443-4319-8A54-AB82E10D747E}" dt="2021-10-16T15:50:52.858" v="2138" actId="1076"/>
          <ac:picMkLst>
            <pc:docMk/>
            <pc:sldMk cId="2420423440" sldId="267"/>
            <ac:picMk id="5" creationId="{D8C0FEAF-AFDE-4440-8121-ED9B8BE23E68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16T16:05:17.773" v="2652" actId="20577"/>
        <pc:sldMkLst>
          <pc:docMk/>
          <pc:sldMk cId="3171748733" sldId="268"/>
        </pc:sldMkLst>
        <pc:spChg chg="del">
          <ac:chgData name="김태영" userId="8443cd8f-b258-4c7c-bbdd-a870d3924868" providerId="ADAL" clId="{1AF1C040-9443-4319-8A54-AB82E10D747E}" dt="2021-10-16T15:59:50.917" v="2154" actId="478"/>
          <ac:spMkLst>
            <pc:docMk/>
            <pc:sldMk cId="3171748733" sldId="268"/>
            <ac:spMk id="2" creationId="{00000000-0000-0000-0000-000000000000}"/>
          </ac:spMkLst>
        </pc:spChg>
        <pc:spChg chg="del">
          <ac:chgData name="김태영" userId="8443cd8f-b258-4c7c-bbdd-a870d3924868" providerId="ADAL" clId="{1AF1C040-9443-4319-8A54-AB82E10D747E}" dt="2021-10-16T15:59:50.917" v="2154" actId="478"/>
          <ac:spMkLst>
            <pc:docMk/>
            <pc:sldMk cId="3171748733" sldId="268"/>
            <ac:spMk id="3" creationId="{00000000-0000-0000-0000-000000000000}"/>
          </ac:spMkLst>
        </pc:spChg>
        <pc:spChg chg="add mod">
          <ac:chgData name="김태영" userId="8443cd8f-b258-4c7c-bbdd-a870d3924868" providerId="ADAL" clId="{1AF1C040-9443-4319-8A54-AB82E10D747E}" dt="2021-10-16T16:00:05.934" v="2200" actId="20577"/>
          <ac:spMkLst>
            <pc:docMk/>
            <pc:sldMk cId="3171748733" sldId="268"/>
            <ac:spMk id="5" creationId="{E2F63A65-44A4-4B5E-A9A1-7885F51D0E54}"/>
          </ac:spMkLst>
        </pc:spChg>
        <pc:spChg chg="add mod">
          <ac:chgData name="김태영" userId="8443cd8f-b258-4c7c-bbdd-a870d3924868" providerId="ADAL" clId="{1AF1C040-9443-4319-8A54-AB82E10D747E}" dt="2021-10-16T16:02:08.069" v="2610" actId="20577"/>
          <ac:spMkLst>
            <pc:docMk/>
            <pc:sldMk cId="3171748733" sldId="268"/>
            <ac:spMk id="8" creationId="{1551B263-9CAA-45A2-9BC3-7B83B2279CEA}"/>
          </ac:spMkLst>
        </pc:spChg>
        <pc:picChg chg="del">
          <ac:chgData name="김태영" userId="8443cd8f-b258-4c7c-bbdd-a870d3924868" providerId="ADAL" clId="{1AF1C040-9443-4319-8A54-AB82E10D747E}" dt="2021-10-16T15:59:50.917" v="2154" actId="478"/>
          <ac:picMkLst>
            <pc:docMk/>
            <pc:sldMk cId="3171748733" sldId="268"/>
            <ac:picMk id="7" creationId="{9941AADA-132D-4E13-A5A8-E7534EEE2C8F}"/>
          </ac:picMkLst>
        </pc:picChg>
      </pc:sldChg>
      <pc:sldChg chg="addSp delSp modSp add del mod">
        <pc:chgData name="김태영" userId="8443cd8f-b258-4c7c-bbdd-a870d3924868" providerId="ADAL" clId="{1AF1C040-9443-4319-8A54-AB82E10D747E}" dt="2021-10-16T16:07:58.060" v="2660" actId="1076"/>
        <pc:sldMkLst>
          <pc:docMk/>
          <pc:sldMk cId="3667771352" sldId="269"/>
        </pc:sldMkLst>
        <pc:spChg chg="add del mod">
          <ac:chgData name="김태영" userId="8443cd8f-b258-4c7c-bbdd-a870d3924868" providerId="ADAL" clId="{1AF1C040-9443-4319-8A54-AB82E10D747E}" dt="2021-10-16T16:07:08.285" v="2656" actId="478"/>
          <ac:spMkLst>
            <pc:docMk/>
            <pc:sldMk cId="3667771352" sldId="269"/>
            <ac:spMk id="3" creationId="{08E488F8-AB08-4F0E-988F-07458DFDAA2D}"/>
          </ac:spMkLst>
        </pc:spChg>
        <pc:spChg chg="mod">
          <ac:chgData name="김태영" userId="8443cd8f-b258-4c7c-bbdd-a870d3924868" providerId="ADAL" clId="{1AF1C040-9443-4319-8A54-AB82E10D747E}" dt="2021-10-16T16:02:22.401" v="2636" actId="20577"/>
          <ac:spMkLst>
            <pc:docMk/>
            <pc:sldMk cId="3667771352" sldId="269"/>
            <ac:spMk id="5" creationId="{E2F63A65-44A4-4B5E-A9A1-7885F51D0E54}"/>
          </ac:spMkLst>
        </pc:spChg>
        <pc:spChg chg="add mod">
          <ac:chgData name="김태영" userId="8443cd8f-b258-4c7c-bbdd-a870d3924868" providerId="ADAL" clId="{1AF1C040-9443-4319-8A54-AB82E10D747E}" dt="2021-10-16T16:07:44.975" v="2658" actId="1076"/>
          <ac:spMkLst>
            <pc:docMk/>
            <pc:sldMk cId="3667771352" sldId="269"/>
            <ac:spMk id="7" creationId="{76CE089B-6598-4C48-B503-E74A3D8CA7F4}"/>
          </ac:spMkLst>
        </pc:spChg>
        <pc:spChg chg="del">
          <ac:chgData name="김태영" userId="8443cd8f-b258-4c7c-bbdd-a870d3924868" providerId="ADAL" clId="{1AF1C040-9443-4319-8A54-AB82E10D747E}" dt="2021-10-16T16:06:55.153" v="2653" actId="478"/>
          <ac:spMkLst>
            <pc:docMk/>
            <pc:sldMk cId="3667771352" sldId="269"/>
            <ac:spMk id="8" creationId="{1551B263-9CAA-45A2-9BC3-7B83B2279CEA}"/>
          </ac:spMkLst>
        </pc:spChg>
        <pc:spChg chg="add mod">
          <ac:chgData name="김태영" userId="8443cd8f-b258-4c7c-bbdd-a870d3924868" providerId="ADAL" clId="{1AF1C040-9443-4319-8A54-AB82E10D747E}" dt="2021-10-16T16:07:58.060" v="2660" actId="1076"/>
          <ac:spMkLst>
            <pc:docMk/>
            <pc:sldMk cId="3667771352" sldId="269"/>
            <ac:spMk id="9" creationId="{D791B285-6201-40B1-AAFE-7D65AE11C750}"/>
          </ac:spMkLst>
        </pc:spChg>
      </pc:sldChg>
      <pc:sldChg chg="add setBg">
        <pc:chgData name="김태영" userId="8443cd8f-b258-4c7c-bbdd-a870d3924868" providerId="ADAL" clId="{1AF1C040-9443-4319-8A54-AB82E10D747E}" dt="2021-10-23T16:52:38.339" v="2661"/>
        <pc:sldMkLst>
          <pc:docMk/>
          <pc:sldMk cId="1718267691" sldId="270"/>
        </pc:sldMkLst>
      </pc:sldChg>
      <pc:sldChg chg="add">
        <pc:chgData name="김태영" userId="8443cd8f-b258-4c7c-bbdd-a870d3924868" providerId="ADAL" clId="{1AF1C040-9443-4319-8A54-AB82E10D747E}" dt="2021-10-23T16:52:38.339" v="2661"/>
        <pc:sldMkLst>
          <pc:docMk/>
          <pc:sldMk cId="529763834" sldId="271"/>
        </pc:sldMkLst>
      </pc:sldChg>
      <pc:sldChg chg="add">
        <pc:chgData name="김태영" userId="8443cd8f-b258-4c7c-bbdd-a870d3924868" providerId="ADAL" clId="{1AF1C040-9443-4319-8A54-AB82E10D747E}" dt="2021-10-23T16:52:38.339" v="2661"/>
        <pc:sldMkLst>
          <pc:docMk/>
          <pc:sldMk cId="2602325718" sldId="272"/>
        </pc:sldMkLst>
      </pc:sldChg>
      <pc:sldChg chg="add setBg">
        <pc:chgData name="김태영" userId="8443cd8f-b258-4c7c-bbdd-a870d3924868" providerId="ADAL" clId="{1AF1C040-9443-4319-8A54-AB82E10D747E}" dt="2021-10-23T16:52:38.339" v="2661"/>
        <pc:sldMkLst>
          <pc:docMk/>
          <pc:sldMk cId="215976437" sldId="273"/>
        </pc:sldMkLst>
      </pc:sldChg>
      <pc:sldChg chg="addSp delSp modSp add mod ord">
        <pc:chgData name="김태영" userId="8443cd8f-b258-4c7c-bbdd-a870d3924868" providerId="ADAL" clId="{1AF1C040-9443-4319-8A54-AB82E10D747E}" dt="2021-10-24T11:44:09.729" v="20904" actId="1076"/>
        <pc:sldMkLst>
          <pc:docMk/>
          <pc:sldMk cId="1373877919" sldId="274"/>
        </pc:sldMkLst>
        <pc:spChg chg="del">
          <ac:chgData name="김태영" userId="8443cd8f-b258-4c7c-bbdd-a870d3924868" providerId="ADAL" clId="{1AF1C040-9443-4319-8A54-AB82E10D747E}" dt="2021-10-24T11:43:33.859" v="20882" actId="478"/>
          <ac:spMkLst>
            <pc:docMk/>
            <pc:sldMk cId="1373877919" sldId="274"/>
            <ac:spMk id="3" creationId="{9AC5D99C-747A-4109-9928-21CBA3C4471D}"/>
          </ac:spMkLst>
        </pc:spChg>
        <pc:spChg chg="add mod">
          <ac:chgData name="김태영" userId="8443cd8f-b258-4c7c-bbdd-a870d3924868" providerId="ADAL" clId="{1AF1C040-9443-4319-8A54-AB82E10D747E}" dt="2021-10-24T11:44:09.729" v="20904" actId="1076"/>
          <ac:spMkLst>
            <pc:docMk/>
            <pc:sldMk cId="1373877919" sldId="274"/>
            <ac:spMk id="7" creationId="{6E955368-3296-4080-8D98-037FF9F862D2}"/>
          </ac:spMkLst>
        </pc:spChg>
        <pc:spChg chg="del">
          <ac:chgData name="김태영" userId="8443cd8f-b258-4c7c-bbdd-a870d3924868" providerId="ADAL" clId="{1AF1C040-9443-4319-8A54-AB82E10D747E}" dt="2021-10-24T11:43:33.859" v="20882" actId="478"/>
          <ac:spMkLst>
            <pc:docMk/>
            <pc:sldMk cId="1373877919" sldId="274"/>
            <ac:spMk id="41" creationId="{4FD2D8B8-D718-4F6F-A048-D81FF4BE3DA0}"/>
          </ac:spMkLst>
        </pc:spChg>
        <pc:cxnChg chg="del mod">
          <ac:chgData name="김태영" userId="8443cd8f-b258-4c7c-bbdd-a870d3924868" providerId="ADAL" clId="{1AF1C040-9443-4319-8A54-AB82E10D747E}" dt="2021-10-24T11:18:58.896" v="18900" actId="478"/>
          <ac:cxnSpMkLst>
            <pc:docMk/>
            <pc:sldMk cId="1373877919" sldId="274"/>
            <ac:cxnSpMk id="6" creationId="{DF56F183-9B09-48BA-BF2F-14C52941FBDC}"/>
          </ac:cxnSpMkLst>
        </pc:cxnChg>
      </pc:sldChg>
      <pc:sldChg chg="delSp modSp add mod ord">
        <pc:chgData name="김태영" userId="8443cd8f-b258-4c7c-bbdd-a870d3924868" providerId="ADAL" clId="{1AF1C040-9443-4319-8A54-AB82E10D747E}" dt="2021-10-23T16:55:18.379" v="2709" actId="1076"/>
        <pc:sldMkLst>
          <pc:docMk/>
          <pc:sldMk cId="1181351082" sldId="275"/>
        </pc:sldMkLst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2" creationId="{3C8AA3D3-B227-4E85-9002-AFE1B237C529}"/>
          </ac:spMkLst>
        </pc:spChg>
        <pc:spChg chg="mod">
          <ac:chgData name="김태영" userId="8443cd8f-b258-4c7c-bbdd-a870d3924868" providerId="ADAL" clId="{1AF1C040-9443-4319-8A54-AB82E10D747E}" dt="2021-10-23T16:55:18.379" v="2709" actId="1076"/>
          <ac:spMkLst>
            <pc:docMk/>
            <pc:sldMk cId="1181351082" sldId="275"/>
            <ac:spMk id="3" creationId="{9AC5D99C-747A-4109-9928-21CBA3C4471D}"/>
          </ac:spMkLst>
        </pc:spChg>
        <pc:spChg chg="mod">
          <ac:chgData name="김태영" userId="8443cd8f-b258-4c7c-bbdd-a870d3924868" providerId="ADAL" clId="{1AF1C040-9443-4319-8A54-AB82E10D747E}" dt="2021-10-23T16:55:18.379" v="2709" actId="1076"/>
          <ac:spMkLst>
            <pc:docMk/>
            <pc:sldMk cId="1181351082" sldId="275"/>
            <ac:spMk id="4" creationId="{E43FF5E5-DC71-4431-8F62-956196292E95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22" creationId="{BDCE4CAD-780C-494B-87F4-E9A712AE2E37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25" creationId="{EB1C1D80-F7C7-412F-BACF-AB4F9179727A}"/>
          </ac:spMkLst>
        </pc:spChg>
        <pc:spChg chg="del">
          <ac:chgData name="김태영" userId="8443cd8f-b258-4c7c-bbdd-a870d3924868" providerId="ADAL" clId="{1AF1C040-9443-4319-8A54-AB82E10D747E}" dt="2021-10-23T16:53:49.360" v="2692" actId="478"/>
          <ac:spMkLst>
            <pc:docMk/>
            <pc:sldMk cId="1181351082" sldId="275"/>
            <ac:spMk id="28" creationId="{C0F077F7-63B3-4A07-9FDE-7EA207F9AC63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34" creationId="{C8A67095-0AA5-42E2-A10E-1419981C7945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37" creationId="{4170F4F9-D369-4A9C-8DFD-C656430AF05B}"/>
          </ac:spMkLst>
        </pc:spChg>
        <pc:spChg chg="del">
          <ac:chgData name="김태영" userId="8443cd8f-b258-4c7c-bbdd-a870d3924868" providerId="ADAL" clId="{1AF1C040-9443-4319-8A54-AB82E10D747E}" dt="2021-10-23T16:53:51.409" v="2693" actId="478"/>
          <ac:spMkLst>
            <pc:docMk/>
            <pc:sldMk cId="1181351082" sldId="275"/>
            <ac:spMk id="38" creationId="{716E6BA2-B57F-4DE4-8292-7FBA69D9749B}"/>
          </ac:spMkLst>
        </pc:spChg>
        <pc:spChg chg="del">
          <ac:chgData name="김태영" userId="8443cd8f-b258-4c7c-bbdd-a870d3924868" providerId="ADAL" clId="{1AF1C040-9443-4319-8A54-AB82E10D747E}" dt="2021-10-23T16:53:49.360" v="2692" actId="478"/>
          <ac:spMkLst>
            <pc:docMk/>
            <pc:sldMk cId="1181351082" sldId="275"/>
            <ac:spMk id="39" creationId="{ECD115A5-9AD9-458E-B1DA-D8331A08C7B4}"/>
          </ac:spMkLst>
        </pc:spChg>
        <pc:spChg chg="del">
          <ac:chgData name="김태영" userId="8443cd8f-b258-4c7c-bbdd-a870d3924868" providerId="ADAL" clId="{1AF1C040-9443-4319-8A54-AB82E10D747E}" dt="2021-10-23T16:53:49.360" v="2692" actId="478"/>
          <ac:spMkLst>
            <pc:docMk/>
            <pc:sldMk cId="1181351082" sldId="275"/>
            <ac:spMk id="40" creationId="{7442EB16-D593-42B1-B6FD-3FA1DFFAF4F3}"/>
          </ac:spMkLst>
        </pc:spChg>
        <pc:spChg chg="mod">
          <ac:chgData name="김태영" userId="8443cd8f-b258-4c7c-bbdd-a870d3924868" providerId="ADAL" clId="{1AF1C040-9443-4319-8A54-AB82E10D747E}" dt="2021-10-23T16:55:18.379" v="2709" actId="1076"/>
          <ac:spMkLst>
            <pc:docMk/>
            <pc:sldMk cId="1181351082" sldId="275"/>
            <ac:spMk id="41" creationId="{4FD2D8B8-D718-4F6F-A048-D81FF4BE3DA0}"/>
          </ac:spMkLst>
        </pc:spChg>
        <pc:spChg chg="del">
          <ac:chgData name="김태영" userId="8443cd8f-b258-4c7c-bbdd-a870d3924868" providerId="ADAL" clId="{1AF1C040-9443-4319-8A54-AB82E10D747E}" dt="2021-10-23T16:53:49.360" v="2692" actId="478"/>
          <ac:spMkLst>
            <pc:docMk/>
            <pc:sldMk cId="1181351082" sldId="275"/>
            <ac:spMk id="42" creationId="{8C95ED67-7114-4CDD-80C6-CFEA57FA4815}"/>
          </ac:spMkLst>
        </pc:spChg>
        <pc:cxnChg chg="mod">
          <ac:chgData name="김태영" userId="8443cd8f-b258-4c7c-bbdd-a870d3924868" providerId="ADAL" clId="{1AF1C040-9443-4319-8A54-AB82E10D747E}" dt="2021-10-23T16:55:18.379" v="2709" actId="1076"/>
          <ac:cxnSpMkLst>
            <pc:docMk/>
            <pc:sldMk cId="1181351082" sldId="275"/>
            <ac:cxnSpMk id="6" creationId="{DF56F183-9B09-48BA-BF2F-14C52941FBDC}"/>
          </ac:cxnSpMkLst>
        </pc:cxnChg>
      </pc:sldChg>
      <pc:sldChg chg="addSp modSp add mod modNotesTx">
        <pc:chgData name="김태영" userId="8443cd8f-b258-4c7c-bbdd-a870d3924868" providerId="ADAL" clId="{1AF1C040-9443-4319-8A54-AB82E10D747E}" dt="2021-10-24T04:34:40.271" v="4029" actId="20577"/>
        <pc:sldMkLst>
          <pc:docMk/>
          <pc:sldMk cId="1905737608" sldId="276"/>
        </pc:sldMkLst>
        <pc:spChg chg="add mod">
          <ac:chgData name="김태영" userId="8443cd8f-b258-4c7c-bbdd-a870d3924868" providerId="ADAL" clId="{1AF1C040-9443-4319-8A54-AB82E10D747E}" dt="2021-10-24T04:26:47.695" v="3533" actId="20577"/>
          <ac:spMkLst>
            <pc:docMk/>
            <pc:sldMk cId="1905737608" sldId="276"/>
            <ac:spMk id="7" creationId="{EBBD856E-6BCE-4D6F-8BAA-232F747DC314}"/>
          </ac:spMkLst>
        </pc:spChg>
      </pc:sldChg>
      <pc:sldChg chg="addSp delSp modSp add mod ord modNotesTx">
        <pc:chgData name="김태영" userId="8443cd8f-b258-4c7c-bbdd-a870d3924868" providerId="ADAL" clId="{1AF1C040-9443-4319-8A54-AB82E10D747E}" dt="2021-10-24T05:05:16.011" v="4904" actId="571"/>
        <pc:sldMkLst>
          <pc:docMk/>
          <pc:sldMk cId="2813494908" sldId="277"/>
        </pc:sldMkLst>
        <pc:spChg chg="mod">
          <ac:chgData name="김태영" userId="8443cd8f-b258-4c7c-bbdd-a870d3924868" providerId="ADAL" clId="{1AF1C040-9443-4319-8A54-AB82E10D747E}" dt="2021-10-24T04:34:53.985" v="4033" actId="20577"/>
          <ac:spMkLst>
            <pc:docMk/>
            <pc:sldMk cId="2813494908" sldId="277"/>
            <ac:spMk id="3" creationId="{9AC5D99C-747A-4109-9928-21CBA3C4471D}"/>
          </ac:spMkLst>
        </pc:spChg>
        <pc:spChg chg="mod">
          <ac:chgData name="김태영" userId="8443cd8f-b258-4c7c-bbdd-a870d3924868" providerId="ADAL" clId="{1AF1C040-9443-4319-8A54-AB82E10D747E}" dt="2021-10-24T04:02:38.862" v="2762" actId="1076"/>
          <ac:spMkLst>
            <pc:docMk/>
            <pc:sldMk cId="2813494908" sldId="277"/>
            <ac:spMk id="4" creationId="{E43FF5E5-DC71-4431-8F62-956196292E95}"/>
          </ac:spMkLst>
        </pc:spChg>
        <pc:spChg chg="del">
          <ac:chgData name="김태영" userId="8443cd8f-b258-4c7c-bbdd-a870d3924868" providerId="ADAL" clId="{1AF1C040-9443-4319-8A54-AB82E10D747E}" dt="2021-10-24T03:59:45.655" v="2732" actId="478"/>
          <ac:spMkLst>
            <pc:docMk/>
            <pc:sldMk cId="2813494908" sldId="277"/>
            <ac:spMk id="7" creationId="{EBBD856E-6BCE-4D6F-8BAA-232F747DC314}"/>
          </ac:spMkLst>
        </pc:spChg>
        <pc:spChg chg="add del mod">
          <ac:chgData name="김태영" userId="8443cd8f-b258-4c7c-bbdd-a870d3924868" providerId="ADAL" clId="{1AF1C040-9443-4319-8A54-AB82E10D747E}" dt="2021-10-24T04:53:01.806" v="4619" actId="478"/>
          <ac:spMkLst>
            <pc:docMk/>
            <pc:sldMk cId="2813494908" sldId="277"/>
            <ac:spMk id="9" creationId="{2D963827-33BF-4A32-9DCC-CD567C1DF5FB}"/>
          </ac:spMkLst>
        </pc:spChg>
        <pc:spChg chg="add mod">
          <ac:chgData name="김태영" userId="8443cd8f-b258-4c7c-bbdd-a870d3924868" providerId="ADAL" clId="{1AF1C040-9443-4319-8A54-AB82E10D747E}" dt="2021-10-24T04:53:07.169" v="4620" actId="1076"/>
          <ac:spMkLst>
            <pc:docMk/>
            <pc:sldMk cId="2813494908" sldId="277"/>
            <ac:spMk id="10" creationId="{AC677BE4-B7DA-47E6-BB55-E645D6A1F5D9}"/>
          </ac:spMkLst>
        </pc:spChg>
        <pc:spChg chg="add mod">
          <ac:chgData name="김태영" userId="8443cd8f-b258-4c7c-bbdd-a870d3924868" providerId="ADAL" clId="{1AF1C040-9443-4319-8A54-AB82E10D747E}" dt="2021-10-24T05:05:09.675" v="4902" actId="1076"/>
          <ac:spMkLst>
            <pc:docMk/>
            <pc:sldMk cId="2813494908" sldId="277"/>
            <ac:spMk id="11" creationId="{615C0517-5C02-40E3-B296-E2127F824809}"/>
          </ac:spMkLst>
        </pc:spChg>
        <pc:spChg chg="add mod">
          <ac:chgData name="김태영" userId="8443cd8f-b258-4c7c-bbdd-a870d3924868" providerId="ADAL" clId="{1AF1C040-9443-4319-8A54-AB82E10D747E}" dt="2021-10-24T05:05:16.011" v="4904" actId="571"/>
          <ac:spMkLst>
            <pc:docMk/>
            <pc:sldMk cId="2813494908" sldId="277"/>
            <ac:spMk id="12" creationId="{ECFF3940-FF0D-465C-B161-56040D28FFB5}"/>
          </ac:spMkLst>
        </pc:spChg>
        <pc:spChg chg="mod">
          <ac:chgData name="김태영" userId="8443cd8f-b258-4c7c-bbdd-a870d3924868" providerId="ADAL" clId="{1AF1C040-9443-4319-8A54-AB82E10D747E}" dt="2021-10-24T04:02:42.122" v="2765" actId="1076"/>
          <ac:spMkLst>
            <pc:docMk/>
            <pc:sldMk cId="2813494908" sldId="277"/>
            <ac:spMk id="41" creationId="{4FD2D8B8-D718-4F6F-A048-D81FF4BE3DA0}"/>
          </ac:spMkLst>
        </pc:spChg>
        <pc:picChg chg="add mod">
          <ac:chgData name="김태영" userId="8443cd8f-b258-4c7c-bbdd-a870d3924868" providerId="ADAL" clId="{1AF1C040-9443-4319-8A54-AB82E10D747E}" dt="2021-10-24T04:53:07.169" v="4620" actId="1076"/>
          <ac:picMkLst>
            <pc:docMk/>
            <pc:sldMk cId="2813494908" sldId="277"/>
            <ac:picMk id="8" creationId="{93BFE069-F958-4E9B-8EC9-CD418F3A41C2}"/>
          </ac:picMkLst>
        </pc:picChg>
      </pc:sldChg>
      <pc:sldChg chg="addSp delSp modSp add mod addCm delCm modNotesTx">
        <pc:chgData name="김태영" userId="8443cd8f-b258-4c7c-bbdd-a870d3924868" providerId="ADAL" clId="{1AF1C040-9443-4319-8A54-AB82E10D747E}" dt="2021-10-24T05:29:18.741" v="5751" actId="21"/>
        <pc:sldMkLst>
          <pc:docMk/>
          <pc:sldMk cId="3087930133" sldId="278"/>
        </pc:sldMkLst>
        <pc:spChg chg="add del mod">
          <ac:chgData name="김태영" userId="8443cd8f-b258-4c7c-bbdd-a870d3924868" providerId="ADAL" clId="{1AF1C040-9443-4319-8A54-AB82E10D747E}" dt="2021-10-24T05:05:22.697" v="4906"/>
          <ac:spMkLst>
            <pc:docMk/>
            <pc:sldMk cId="3087930133" sldId="278"/>
            <ac:spMk id="9" creationId="{3F2721B1-378F-4B1E-BC2A-E698A5B2B4AF}"/>
          </ac:spMkLst>
        </pc:spChg>
        <pc:spChg chg="del mod">
          <ac:chgData name="김태영" userId="8443cd8f-b258-4c7c-bbdd-a870d3924868" providerId="ADAL" clId="{1AF1C040-9443-4319-8A54-AB82E10D747E}" dt="2021-10-24T05:05:56.312" v="4932" actId="478"/>
          <ac:spMkLst>
            <pc:docMk/>
            <pc:sldMk cId="3087930133" sldId="278"/>
            <ac:spMk id="11" creationId="{615C0517-5C02-40E3-B296-E2127F824809}"/>
          </ac:spMkLst>
        </pc:spChg>
        <pc:spChg chg="add mod">
          <ac:chgData name="김태영" userId="8443cd8f-b258-4c7c-bbdd-a870d3924868" providerId="ADAL" clId="{1AF1C040-9443-4319-8A54-AB82E10D747E}" dt="2021-10-24T05:24:17.623" v="5709" actId="20577"/>
          <ac:spMkLst>
            <pc:docMk/>
            <pc:sldMk cId="3087930133" sldId="278"/>
            <ac:spMk id="12" creationId="{9F1DF404-DFBE-487D-8313-CF2FD6A8B20F}"/>
          </ac:spMkLst>
        </pc:spChg>
        <pc:spChg chg="add del mod">
          <ac:chgData name="김태영" userId="8443cd8f-b258-4c7c-bbdd-a870d3924868" providerId="ADAL" clId="{1AF1C040-9443-4319-8A54-AB82E10D747E}" dt="2021-10-24T05:29:18.741" v="5751" actId="21"/>
          <ac:spMkLst>
            <pc:docMk/>
            <pc:sldMk cId="3087930133" sldId="278"/>
            <ac:spMk id="13" creationId="{1D5E43DE-1ECE-4F4C-B3E3-F062F4B44725}"/>
          </ac:spMkLst>
        </pc:spChg>
      </pc:sldChg>
      <pc:sldChg chg="addSp delSp modSp add del mod modNotesTx">
        <pc:chgData name="김태영" userId="8443cd8f-b258-4c7c-bbdd-a870d3924868" providerId="ADAL" clId="{1AF1C040-9443-4319-8A54-AB82E10D747E}" dt="2021-10-24T05:57:25.375" v="7210" actId="20577"/>
        <pc:sldMkLst>
          <pc:docMk/>
          <pc:sldMk cId="2842231967" sldId="279"/>
        </pc:sldMkLst>
        <pc:spChg chg="add del mod">
          <ac:chgData name="김태영" userId="8443cd8f-b258-4c7c-bbdd-a870d3924868" providerId="ADAL" clId="{1AF1C040-9443-4319-8A54-AB82E10D747E}" dt="2021-10-24T05:25:40.078" v="5714" actId="478"/>
          <ac:spMkLst>
            <pc:docMk/>
            <pc:sldMk cId="2842231967" sldId="279"/>
            <ac:spMk id="7" creationId="{0D3EC25D-AE56-4A68-A80C-824D0DB38CCA}"/>
          </ac:spMkLst>
        </pc:spChg>
        <pc:spChg chg="del">
          <ac:chgData name="김태영" userId="8443cd8f-b258-4c7c-bbdd-a870d3924868" providerId="ADAL" clId="{1AF1C040-9443-4319-8A54-AB82E10D747E}" dt="2021-10-24T05:25:43.606" v="5716" actId="478"/>
          <ac:spMkLst>
            <pc:docMk/>
            <pc:sldMk cId="2842231967" sldId="279"/>
            <ac:spMk id="10" creationId="{AC677BE4-B7DA-47E6-BB55-E645D6A1F5D9}"/>
          </ac:spMkLst>
        </pc:spChg>
        <pc:spChg chg="mod">
          <ac:chgData name="김태영" userId="8443cd8f-b258-4c7c-bbdd-a870d3924868" providerId="ADAL" clId="{1AF1C040-9443-4319-8A54-AB82E10D747E}" dt="2021-10-24T05:39:25.977" v="6177"/>
          <ac:spMkLst>
            <pc:docMk/>
            <pc:sldMk cId="2842231967" sldId="279"/>
            <ac:spMk id="12" creationId="{9F1DF404-DFBE-487D-8313-CF2FD6A8B20F}"/>
          </ac:spMkLst>
        </pc:spChg>
        <pc:spChg chg="add mod">
          <ac:chgData name="김태영" userId="8443cd8f-b258-4c7c-bbdd-a870d3924868" providerId="ADAL" clId="{1AF1C040-9443-4319-8A54-AB82E10D747E}" dt="2021-10-24T05:28:21.878" v="5739" actId="1076"/>
          <ac:spMkLst>
            <pc:docMk/>
            <pc:sldMk cId="2842231967" sldId="279"/>
            <ac:spMk id="14" creationId="{9B12D63C-81CC-4692-81C6-587D9BE574B3}"/>
          </ac:spMkLst>
        </pc:spChg>
        <pc:spChg chg="add del mod">
          <ac:chgData name="김태영" userId="8443cd8f-b258-4c7c-bbdd-a870d3924868" providerId="ADAL" clId="{1AF1C040-9443-4319-8A54-AB82E10D747E}" dt="2021-10-24T05:34:22.319" v="5771"/>
          <ac:spMkLst>
            <pc:docMk/>
            <pc:sldMk cId="2842231967" sldId="279"/>
            <ac:spMk id="15" creationId="{657F27D2-8A72-4F67-A5A2-A43B5E36C462}"/>
          </ac:spMkLst>
        </pc:spChg>
        <pc:spChg chg="add del mod">
          <ac:chgData name="김태영" userId="8443cd8f-b258-4c7c-bbdd-a870d3924868" providerId="ADAL" clId="{1AF1C040-9443-4319-8A54-AB82E10D747E}" dt="2021-10-24T05:29:31.776" v="5758"/>
          <ac:spMkLst>
            <pc:docMk/>
            <pc:sldMk cId="2842231967" sldId="279"/>
            <ac:spMk id="16" creationId="{47AF6A10-0785-40A3-99DE-20F51C992ADD}"/>
          </ac:spMkLst>
        </pc:spChg>
        <pc:spChg chg="add mod">
          <ac:chgData name="김태영" userId="8443cd8f-b258-4c7c-bbdd-a870d3924868" providerId="ADAL" clId="{1AF1C040-9443-4319-8A54-AB82E10D747E}" dt="2021-10-24T05:40:37.217" v="6391" actId="1035"/>
          <ac:spMkLst>
            <pc:docMk/>
            <pc:sldMk cId="2842231967" sldId="279"/>
            <ac:spMk id="17" creationId="{9714A4E0-1670-4FFC-9583-5C85E733EC0E}"/>
          </ac:spMkLst>
        </pc:spChg>
        <pc:spChg chg="add mod">
          <ac:chgData name="김태영" userId="8443cd8f-b258-4c7c-bbdd-a870d3924868" providerId="ADAL" clId="{1AF1C040-9443-4319-8A54-AB82E10D747E}" dt="2021-10-24T05:40:37.217" v="6391" actId="1035"/>
          <ac:spMkLst>
            <pc:docMk/>
            <pc:sldMk cId="2842231967" sldId="279"/>
            <ac:spMk id="19" creationId="{34994A76-578C-44AE-B0DB-D2113F31E102}"/>
          </ac:spMkLst>
        </pc:spChg>
        <pc:spChg chg="add mod">
          <ac:chgData name="김태영" userId="8443cd8f-b258-4c7c-bbdd-a870d3924868" providerId="ADAL" clId="{1AF1C040-9443-4319-8A54-AB82E10D747E}" dt="2021-10-24T05:56:01.803" v="7023" actId="571"/>
          <ac:spMkLst>
            <pc:docMk/>
            <pc:sldMk cId="2842231967" sldId="279"/>
            <ac:spMk id="20" creationId="{EEA481F2-F373-4884-B57B-B0EA622F4714}"/>
          </ac:spMkLst>
        </pc:spChg>
        <pc:spChg chg="add mod">
          <ac:chgData name="김태영" userId="8443cd8f-b258-4c7c-bbdd-a870d3924868" providerId="ADAL" clId="{1AF1C040-9443-4319-8A54-AB82E10D747E}" dt="2021-10-24T05:56:41.173" v="7033" actId="207"/>
          <ac:spMkLst>
            <pc:docMk/>
            <pc:sldMk cId="2842231967" sldId="279"/>
            <ac:spMk id="21" creationId="{25B34BD1-E11B-43D7-87A0-C26C16A3880C}"/>
          </ac:spMkLst>
        </pc:spChg>
        <pc:picChg chg="add del mod">
          <ac:chgData name="김태영" userId="8443cd8f-b258-4c7c-bbdd-a870d3924868" providerId="ADAL" clId="{1AF1C040-9443-4319-8A54-AB82E10D747E}" dt="2021-10-24T05:27:11.272" v="5722" actId="478"/>
          <ac:picMkLst>
            <pc:docMk/>
            <pc:sldMk cId="2842231967" sldId="279"/>
            <ac:picMk id="5" creationId="{5573B8BA-D866-431D-8B9A-6B4B34817B2D}"/>
          </ac:picMkLst>
        </pc:picChg>
        <pc:picChg chg="del">
          <ac:chgData name="김태영" userId="8443cd8f-b258-4c7c-bbdd-a870d3924868" providerId="ADAL" clId="{1AF1C040-9443-4319-8A54-AB82E10D747E}" dt="2021-10-24T05:25:41.115" v="5715" actId="478"/>
          <ac:picMkLst>
            <pc:docMk/>
            <pc:sldMk cId="2842231967" sldId="279"/>
            <ac:picMk id="8" creationId="{93BFE069-F958-4E9B-8EC9-CD418F3A41C2}"/>
          </ac:picMkLst>
        </pc:picChg>
        <pc:picChg chg="add mod">
          <ac:chgData name="김태영" userId="8443cd8f-b258-4c7c-bbdd-a870d3924868" providerId="ADAL" clId="{1AF1C040-9443-4319-8A54-AB82E10D747E}" dt="2021-10-24T05:38:44.015" v="6170" actId="1076"/>
          <ac:picMkLst>
            <pc:docMk/>
            <pc:sldMk cId="2842231967" sldId="279"/>
            <ac:picMk id="2050" creationId="{CF3BA8CC-F0C1-496C-A4F0-B537BDDB5F79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24T08:51:19.454" v="10451" actId="1076"/>
        <pc:sldMkLst>
          <pc:docMk/>
          <pc:sldMk cId="2817131801" sldId="280"/>
        </pc:sldMkLst>
        <pc:spChg chg="mod">
          <ac:chgData name="김태영" userId="8443cd8f-b258-4c7c-bbdd-a870d3924868" providerId="ADAL" clId="{1AF1C040-9443-4319-8A54-AB82E10D747E}" dt="2021-10-24T05:57:40.454" v="7243" actId="20577"/>
          <ac:spMkLst>
            <pc:docMk/>
            <pc:sldMk cId="2817131801" sldId="280"/>
            <ac:spMk id="3" creationId="{9AC5D99C-747A-4109-9928-21CBA3C4471D}"/>
          </ac:spMkLst>
        </pc:spChg>
        <pc:spChg chg="mod">
          <ac:chgData name="김태영" userId="8443cd8f-b258-4c7c-bbdd-a870d3924868" providerId="ADAL" clId="{1AF1C040-9443-4319-8A54-AB82E10D747E}" dt="2021-10-24T05:57:38.305" v="7241" actId="20577"/>
          <ac:spMkLst>
            <pc:docMk/>
            <pc:sldMk cId="2817131801" sldId="280"/>
            <ac:spMk id="4" creationId="{E43FF5E5-DC71-4431-8F62-956196292E95}"/>
          </ac:spMkLst>
        </pc:spChg>
        <pc:spChg chg="del">
          <ac:chgData name="김태영" userId="8443cd8f-b258-4c7c-bbdd-a870d3924868" providerId="ADAL" clId="{1AF1C040-9443-4319-8A54-AB82E10D747E}" dt="2021-10-24T05:57:46.295" v="7246" actId="478"/>
          <ac:spMkLst>
            <pc:docMk/>
            <pc:sldMk cId="2817131801" sldId="280"/>
            <ac:spMk id="12" creationId="{9F1DF404-DFBE-487D-8313-CF2FD6A8B20F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14" creationId="{9B12D63C-81CC-4692-81C6-587D9BE574B3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17" creationId="{9714A4E0-1670-4FFC-9583-5C85E733EC0E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19" creationId="{34994A76-578C-44AE-B0DB-D2113F31E102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20" creationId="{EEA481F2-F373-4884-B57B-B0EA622F4714}"/>
          </ac:spMkLst>
        </pc:spChg>
        <pc:spChg chg="del">
          <ac:chgData name="김태영" userId="8443cd8f-b258-4c7c-bbdd-a870d3924868" providerId="ADAL" clId="{1AF1C040-9443-4319-8A54-AB82E10D747E}" dt="2021-10-24T05:57:44.202" v="7245" actId="478"/>
          <ac:spMkLst>
            <pc:docMk/>
            <pc:sldMk cId="2817131801" sldId="280"/>
            <ac:spMk id="21" creationId="{25B34BD1-E11B-43D7-87A0-C26C16A3880C}"/>
          </ac:spMkLst>
        </pc:spChg>
        <pc:spChg chg="add mod">
          <ac:chgData name="김태영" userId="8443cd8f-b258-4c7c-bbdd-a870d3924868" providerId="ADAL" clId="{1AF1C040-9443-4319-8A54-AB82E10D747E}" dt="2021-10-24T08:45:11.269" v="9490" actId="1076"/>
          <ac:spMkLst>
            <pc:docMk/>
            <pc:sldMk cId="2817131801" sldId="280"/>
            <ac:spMk id="22" creationId="{A007774F-9852-408C-9E11-E8D95F5B9B9C}"/>
          </ac:spMkLst>
        </pc:spChg>
        <pc:spChg chg="add mod">
          <ac:chgData name="김태영" userId="8443cd8f-b258-4c7c-bbdd-a870d3924868" providerId="ADAL" clId="{1AF1C040-9443-4319-8A54-AB82E10D747E}" dt="2021-10-24T08:51:19.454" v="10451" actId="1076"/>
          <ac:spMkLst>
            <pc:docMk/>
            <pc:sldMk cId="2817131801" sldId="280"/>
            <ac:spMk id="23" creationId="{6263C40C-5BBB-4E96-BA65-D98728CA070E}"/>
          </ac:spMkLst>
        </pc:spChg>
        <pc:picChg chg="add mod">
          <ac:chgData name="김태영" userId="8443cd8f-b258-4c7c-bbdd-a870d3924868" providerId="ADAL" clId="{1AF1C040-9443-4319-8A54-AB82E10D747E}" dt="2021-10-24T06:58:45.705" v="7248" actId="1076"/>
          <ac:picMkLst>
            <pc:docMk/>
            <pc:sldMk cId="2817131801" sldId="280"/>
            <ac:picMk id="5" creationId="{124EB087-84D0-44C5-8C4B-5B109EA35EF9}"/>
          </ac:picMkLst>
        </pc:picChg>
        <pc:picChg chg="add mod">
          <ac:chgData name="김태영" userId="8443cd8f-b258-4c7c-bbdd-a870d3924868" providerId="ADAL" clId="{1AF1C040-9443-4319-8A54-AB82E10D747E}" dt="2021-10-24T06:59:50.295" v="7251" actId="1076"/>
          <ac:picMkLst>
            <pc:docMk/>
            <pc:sldMk cId="2817131801" sldId="280"/>
            <ac:picMk id="8" creationId="{4A92F3B8-11D7-4400-806B-C1B852F2D6E8}"/>
          </ac:picMkLst>
        </pc:picChg>
        <pc:picChg chg="add mod">
          <ac:chgData name="김태영" userId="8443cd8f-b258-4c7c-bbdd-a870d3924868" providerId="ADAL" clId="{1AF1C040-9443-4319-8A54-AB82E10D747E}" dt="2021-10-24T06:59:54.980" v="7253" actId="1076"/>
          <ac:picMkLst>
            <pc:docMk/>
            <pc:sldMk cId="2817131801" sldId="280"/>
            <ac:picMk id="10" creationId="{0DEB16BE-87AB-40C2-8822-7286F754749D}"/>
          </ac:picMkLst>
        </pc:picChg>
        <pc:picChg chg="del">
          <ac:chgData name="김태영" userId="8443cd8f-b258-4c7c-bbdd-a870d3924868" providerId="ADAL" clId="{1AF1C040-9443-4319-8A54-AB82E10D747E}" dt="2021-10-24T05:57:44.202" v="7245" actId="478"/>
          <ac:picMkLst>
            <pc:docMk/>
            <pc:sldMk cId="2817131801" sldId="280"/>
            <ac:picMk id="2050" creationId="{CF3BA8CC-F0C1-496C-A4F0-B537BDDB5F79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24T08:51:31.396" v="10454" actId="478"/>
        <pc:sldMkLst>
          <pc:docMk/>
          <pc:sldMk cId="1120707945" sldId="281"/>
        </pc:sldMkLst>
        <pc:picChg chg="del">
          <ac:chgData name="김태영" userId="8443cd8f-b258-4c7c-bbdd-a870d3924868" providerId="ADAL" clId="{1AF1C040-9443-4319-8A54-AB82E10D747E}" dt="2021-10-24T07:52:05.557" v="7259" actId="478"/>
          <ac:picMkLst>
            <pc:docMk/>
            <pc:sldMk cId="1120707945" sldId="281"/>
            <ac:picMk id="5" creationId="{124EB087-84D0-44C5-8C4B-5B109EA35EF9}"/>
          </ac:picMkLst>
        </pc:picChg>
        <pc:picChg chg="add del mod">
          <ac:chgData name="김태영" userId="8443cd8f-b258-4c7c-bbdd-a870d3924868" providerId="ADAL" clId="{1AF1C040-9443-4319-8A54-AB82E10D747E}" dt="2021-10-24T08:51:29.898" v="10453" actId="478"/>
          <ac:picMkLst>
            <pc:docMk/>
            <pc:sldMk cId="1120707945" sldId="281"/>
            <ac:picMk id="7" creationId="{A95BF52D-5653-4F35-819E-C80250FB0A3D}"/>
          </ac:picMkLst>
        </pc:picChg>
        <pc:picChg chg="del">
          <ac:chgData name="김태영" userId="8443cd8f-b258-4c7c-bbdd-a870d3924868" providerId="ADAL" clId="{1AF1C040-9443-4319-8A54-AB82E10D747E}" dt="2021-10-24T07:52:07.695" v="7261" actId="478"/>
          <ac:picMkLst>
            <pc:docMk/>
            <pc:sldMk cId="1120707945" sldId="281"/>
            <ac:picMk id="8" creationId="{4A92F3B8-11D7-4400-806B-C1B852F2D6E8}"/>
          </ac:picMkLst>
        </pc:picChg>
        <pc:picChg chg="del">
          <ac:chgData name="김태영" userId="8443cd8f-b258-4c7c-bbdd-a870d3924868" providerId="ADAL" clId="{1AF1C040-9443-4319-8A54-AB82E10D747E}" dt="2021-10-24T07:52:06.881" v="7260" actId="478"/>
          <ac:picMkLst>
            <pc:docMk/>
            <pc:sldMk cId="1120707945" sldId="281"/>
            <ac:picMk id="10" creationId="{0DEB16BE-87AB-40C2-8822-7286F754749D}"/>
          </ac:picMkLst>
        </pc:picChg>
        <pc:picChg chg="add del mod">
          <ac:chgData name="김태영" userId="8443cd8f-b258-4c7c-bbdd-a870d3924868" providerId="ADAL" clId="{1AF1C040-9443-4319-8A54-AB82E10D747E}" dt="2021-10-24T08:51:31.396" v="10454" actId="478"/>
          <ac:picMkLst>
            <pc:docMk/>
            <pc:sldMk cId="1120707945" sldId="281"/>
            <ac:picMk id="11" creationId="{5D99C900-DB2C-43B4-AF32-4E88DC67E9EF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24T09:17:08.814" v="11711" actId="20577"/>
        <pc:sldMkLst>
          <pc:docMk/>
          <pc:sldMk cId="3919417881" sldId="282"/>
        </pc:sldMkLst>
        <pc:spChg chg="add mod">
          <ac:chgData name="김태영" userId="8443cd8f-b258-4c7c-bbdd-a870d3924868" providerId="ADAL" clId="{1AF1C040-9443-4319-8A54-AB82E10D747E}" dt="2021-10-24T09:16:12.394" v="11668" actId="14100"/>
          <ac:spMkLst>
            <pc:docMk/>
            <pc:sldMk cId="3919417881" sldId="282"/>
            <ac:spMk id="8" creationId="{D890D44A-2257-4A9D-9E6C-1C09F5694BFD}"/>
          </ac:spMkLst>
        </pc:spChg>
        <pc:spChg chg="add del mod">
          <ac:chgData name="김태영" userId="8443cd8f-b258-4c7c-bbdd-a870d3924868" providerId="ADAL" clId="{1AF1C040-9443-4319-8A54-AB82E10D747E}" dt="2021-10-24T08:07:29.371" v="7326" actId="478"/>
          <ac:spMkLst>
            <pc:docMk/>
            <pc:sldMk cId="3919417881" sldId="282"/>
            <ac:spMk id="12" creationId="{E59D47B1-5CB2-4F60-989E-AA528A831B24}"/>
          </ac:spMkLst>
        </pc:spChg>
        <pc:spChg chg="add mod">
          <ac:chgData name="김태영" userId="8443cd8f-b258-4c7c-bbdd-a870d3924868" providerId="ADAL" clId="{1AF1C040-9443-4319-8A54-AB82E10D747E}" dt="2021-10-24T09:17:08.814" v="11711" actId="20577"/>
          <ac:spMkLst>
            <pc:docMk/>
            <pc:sldMk cId="3919417881" sldId="282"/>
            <ac:spMk id="13" creationId="{2D46D6CB-ADA3-4CB2-9CD9-7DCACC9DCC6F}"/>
          </ac:spMkLst>
        </pc:spChg>
        <pc:graphicFrameChg chg="add mod modGraphic">
          <ac:chgData name="김태영" userId="8443cd8f-b258-4c7c-bbdd-a870d3924868" providerId="ADAL" clId="{1AF1C040-9443-4319-8A54-AB82E10D747E}" dt="2021-10-24T09:14:10.551" v="11651" actId="2161"/>
          <ac:graphicFrameMkLst>
            <pc:docMk/>
            <pc:sldMk cId="3919417881" sldId="282"/>
            <ac:graphicFrameMk id="5" creationId="{A62B9D54-BAD4-4F9E-9427-3A260936DE18}"/>
          </ac:graphicFrameMkLst>
        </pc:graphicFrameChg>
        <pc:picChg chg="del">
          <ac:chgData name="김태영" userId="8443cd8f-b258-4c7c-bbdd-a870d3924868" providerId="ADAL" clId="{1AF1C040-9443-4319-8A54-AB82E10D747E}" dt="2021-10-24T07:53:56.248" v="7272" actId="478"/>
          <ac:picMkLst>
            <pc:docMk/>
            <pc:sldMk cId="3919417881" sldId="282"/>
            <ac:picMk id="7" creationId="{A95BF52D-5653-4F35-819E-C80250FB0A3D}"/>
          </ac:picMkLst>
        </pc:picChg>
        <pc:picChg chg="add mod">
          <ac:chgData name="김태영" userId="8443cd8f-b258-4c7c-bbdd-a870d3924868" providerId="ADAL" clId="{1AF1C040-9443-4319-8A54-AB82E10D747E}" dt="2021-10-24T08:08:44.871" v="7431" actId="1076"/>
          <ac:picMkLst>
            <pc:docMk/>
            <pc:sldMk cId="3919417881" sldId="282"/>
            <ac:picMk id="9" creationId="{6146F489-B334-4E88-AE1D-9DA97D79A346}"/>
          </ac:picMkLst>
        </pc:picChg>
        <pc:picChg chg="del mod">
          <ac:chgData name="김태영" userId="8443cd8f-b258-4c7c-bbdd-a870d3924868" providerId="ADAL" clId="{1AF1C040-9443-4319-8A54-AB82E10D747E}" dt="2021-10-24T07:53:54.912" v="7271" actId="478"/>
          <ac:picMkLst>
            <pc:docMk/>
            <pc:sldMk cId="3919417881" sldId="282"/>
            <ac:picMk id="11" creationId="{5D99C900-DB2C-43B4-AF32-4E88DC67E9EF}"/>
          </ac:picMkLst>
        </pc:picChg>
      </pc:sldChg>
      <pc:sldChg chg="addSp delSp modSp add del mod ord modNotesTx">
        <pc:chgData name="김태영" userId="8443cd8f-b258-4c7c-bbdd-a870d3924868" providerId="ADAL" clId="{1AF1C040-9443-4319-8A54-AB82E10D747E}" dt="2021-10-24T10:15:15.865" v="16383" actId="1076"/>
        <pc:sldMkLst>
          <pc:docMk/>
          <pc:sldMk cId="256757742" sldId="283"/>
        </pc:sldMkLst>
        <pc:spChg chg="del mod">
          <ac:chgData name="김태영" userId="8443cd8f-b258-4c7c-bbdd-a870d3924868" providerId="ADAL" clId="{1AF1C040-9443-4319-8A54-AB82E10D747E}" dt="2021-10-24T09:43:42.146" v="14698" actId="478"/>
          <ac:spMkLst>
            <pc:docMk/>
            <pc:sldMk cId="256757742" sldId="283"/>
            <ac:spMk id="8" creationId="{D890D44A-2257-4A9D-9E6C-1C09F5694BFD}"/>
          </ac:spMkLst>
        </pc:spChg>
        <pc:spChg chg="add del">
          <ac:chgData name="김태영" userId="8443cd8f-b258-4c7c-bbdd-a870d3924868" providerId="ADAL" clId="{1AF1C040-9443-4319-8A54-AB82E10D747E}" dt="2021-10-24T09:11:13.342" v="11326" actId="22"/>
          <ac:spMkLst>
            <pc:docMk/>
            <pc:sldMk cId="256757742" sldId="283"/>
            <ac:spMk id="9" creationId="{BE3103D4-CB8D-40F9-9051-288086AFB277}"/>
          </ac:spMkLst>
        </pc:spChg>
        <pc:spChg chg="add mod">
          <ac:chgData name="김태영" userId="8443cd8f-b258-4c7c-bbdd-a870d3924868" providerId="ADAL" clId="{1AF1C040-9443-4319-8A54-AB82E10D747E}" dt="2021-10-24T10:11:48.874" v="15973" actId="20577"/>
          <ac:spMkLst>
            <pc:docMk/>
            <pc:sldMk cId="256757742" sldId="283"/>
            <ac:spMk id="11" creationId="{10941366-65FA-4F7A-8BE7-E9F96CBC71C6}"/>
          </ac:spMkLst>
        </pc:spChg>
        <pc:spChg chg="add mod">
          <ac:chgData name="김태영" userId="8443cd8f-b258-4c7c-bbdd-a870d3924868" providerId="ADAL" clId="{1AF1C040-9443-4319-8A54-AB82E10D747E}" dt="2021-10-24T09:43:42.445" v="14699"/>
          <ac:spMkLst>
            <pc:docMk/>
            <pc:sldMk cId="256757742" sldId="283"/>
            <ac:spMk id="12" creationId="{29D7ABA7-638C-408B-B478-432C935CA548}"/>
          </ac:spMkLst>
        </pc:spChg>
        <pc:graphicFrameChg chg="add mod modGraphic">
          <ac:chgData name="김태영" userId="8443cd8f-b258-4c7c-bbdd-a870d3924868" providerId="ADAL" clId="{1AF1C040-9443-4319-8A54-AB82E10D747E}" dt="2021-10-24T10:15:15.865" v="16383" actId="1076"/>
          <ac:graphicFrameMkLst>
            <pc:docMk/>
            <pc:sldMk cId="256757742" sldId="283"/>
            <ac:graphicFrameMk id="10" creationId="{F8278641-9089-45B2-8EB4-8BC79BCB9381}"/>
          </ac:graphicFrameMkLst>
        </pc:graphicFrameChg>
      </pc:sldChg>
      <pc:sldChg chg="delSp modSp add del mod modNotesTx">
        <pc:chgData name="김태영" userId="8443cd8f-b258-4c7c-bbdd-a870d3924868" providerId="ADAL" clId="{1AF1C040-9443-4319-8A54-AB82E10D747E}" dt="2021-10-24T09:43:39.481" v="14696" actId="47"/>
        <pc:sldMkLst>
          <pc:docMk/>
          <pc:sldMk cId="853394108" sldId="284"/>
        </pc:sldMkLst>
        <pc:spChg chg="del mod">
          <ac:chgData name="김태영" userId="8443cd8f-b258-4c7c-bbdd-a870d3924868" providerId="ADAL" clId="{1AF1C040-9443-4319-8A54-AB82E10D747E}" dt="2021-10-24T09:43:38.041" v="14695" actId="21"/>
          <ac:spMkLst>
            <pc:docMk/>
            <pc:sldMk cId="853394108" sldId="284"/>
            <ac:spMk id="8" creationId="{D890D44A-2257-4A9D-9E6C-1C09F5694BFD}"/>
          </ac:spMkLst>
        </pc:spChg>
      </pc:sldChg>
      <pc:sldChg chg="modSp add mod modNotesTx">
        <pc:chgData name="김태영" userId="8443cd8f-b258-4c7c-bbdd-a870d3924868" providerId="ADAL" clId="{1AF1C040-9443-4319-8A54-AB82E10D747E}" dt="2021-10-24T07:57:15.673" v="7298" actId="20577"/>
        <pc:sldMkLst>
          <pc:docMk/>
          <pc:sldMk cId="167478371" sldId="285"/>
        </pc:sldMkLst>
        <pc:spChg chg="mod">
          <ac:chgData name="김태영" userId="8443cd8f-b258-4c7c-bbdd-a870d3924868" providerId="ADAL" clId="{1AF1C040-9443-4319-8A54-AB82E10D747E}" dt="2021-10-24T07:56:04.907" v="7297"/>
          <ac:spMkLst>
            <pc:docMk/>
            <pc:sldMk cId="167478371" sldId="285"/>
            <ac:spMk id="8" creationId="{D890D44A-2257-4A9D-9E6C-1C09F5694BFD}"/>
          </ac:spMkLst>
        </pc:spChg>
      </pc:sldChg>
      <pc:sldChg chg="modSp add mod">
        <pc:chgData name="김태영" userId="8443cd8f-b258-4c7c-bbdd-a870d3924868" providerId="ADAL" clId="{1AF1C040-9443-4319-8A54-AB82E10D747E}" dt="2021-10-24T07:58:41.457" v="7313" actId="14100"/>
        <pc:sldMkLst>
          <pc:docMk/>
          <pc:sldMk cId="1052515785" sldId="286"/>
        </pc:sldMkLst>
        <pc:spChg chg="mod">
          <ac:chgData name="김태영" userId="8443cd8f-b258-4c7c-bbdd-a870d3924868" providerId="ADAL" clId="{1AF1C040-9443-4319-8A54-AB82E10D747E}" dt="2021-10-24T07:58:41.457" v="7313" actId="14100"/>
          <ac:spMkLst>
            <pc:docMk/>
            <pc:sldMk cId="1052515785" sldId="286"/>
            <ac:spMk id="8" creationId="{D890D44A-2257-4A9D-9E6C-1C09F5694BFD}"/>
          </ac:spMkLst>
        </pc:spChg>
      </pc:sldChg>
      <pc:sldChg chg="modSp add mod">
        <pc:chgData name="김태영" userId="8443cd8f-b258-4c7c-bbdd-a870d3924868" providerId="ADAL" clId="{1AF1C040-9443-4319-8A54-AB82E10D747E}" dt="2021-10-24T07:58:46.071" v="7314" actId="14100"/>
        <pc:sldMkLst>
          <pc:docMk/>
          <pc:sldMk cId="1708850998" sldId="287"/>
        </pc:sldMkLst>
        <pc:spChg chg="mod">
          <ac:chgData name="김태영" userId="8443cd8f-b258-4c7c-bbdd-a870d3924868" providerId="ADAL" clId="{1AF1C040-9443-4319-8A54-AB82E10D747E}" dt="2021-10-24T07:58:46.071" v="7314" actId="14100"/>
          <ac:spMkLst>
            <pc:docMk/>
            <pc:sldMk cId="1708850998" sldId="287"/>
            <ac:spMk id="8" creationId="{D890D44A-2257-4A9D-9E6C-1C09F5694BFD}"/>
          </ac:spMkLst>
        </pc:spChg>
      </pc:sldChg>
      <pc:sldChg chg="addSp delSp modSp add mod modNotesTx">
        <pc:chgData name="김태영" userId="8443cd8f-b258-4c7c-bbdd-a870d3924868" providerId="ADAL" clId="{1AF1C040-9443-4319-8A54-AB82E10D747E}" dt="2021-10-24T08:54:01.044" v="10538" actId="20577"/>
        <pc:sldMkLst>
          <pc:docMk/>
          <pc:sldMk cId="386372438" sldId="288"/>
        </pc:sldMkLst>
        <pc:spChg chg="add del mod">
          <ac:chgData name="김태영" userId="8443cd8f-b258-4c7c-bbdd-a870d3924868" providerId="ADAL" clId="{1AF1C040-9443-4319-8A54-AB82E10D747E}" dt="2021-10-24T08:51:15.293" v="10449" actId="21"/>
          <ac:spMkLst>
            <pc:docMk/>
            <pc:sldMk cId="386372438" sldId="288"/>
            <ac:spMk id="11" creationId="{C9B2E382-A52C-4D6F-B21F-BD364D10AA74}"/>
          </ac:spMkLst>
        </pc:spChg>
        <pc:spChg chg="add mod">
          <ac:chgData name="김태영" userId="8443cd8f-b258-4c7c-bbdd-a870d3924868" providerId="ADAL" clId="{1AF1C040-9443-4319-8A54-AB82E10D747E}" dt="2021-10-24T08:52:37.366" v="10456" actId="14100"/>
          <ac:spMkLst>
            <pc:docMk/>
            <pc:sldMk cId="386372438" sldId="288"/>
            <ac:spMk id="12" creationId="{CAD61B2B-B244-4601-89E4-4063BE41231C}"/>
          </ac:spMkLst>
        </pc:spChg>
        <pc:spChg chg="add mod">
          <ac:chgData name="김태영" userId="8443cd8f-b258-4c7c-bbdd-a870d3924868" providerId="ADAL" clId="{1AF1C040-9443-4319-8A54-AB82E10D747E}" dt="2021-10-24T08:52:34.206" v="10455" actId="1076"/>
          <ac:spMkLst>
            <pc:docMk/>
            <pc:sldMk cId="386372438" sldId="288"/>
            <ac:spMk id="14" creationId="{16597DCB-5EC5-4364-9930-167EB237C70A}"/>
          </ac:spMkLst>
        </pc:spChg>
        <pc:spChg chg="add del mod">
          <ac:chgData name="김태영" userId="8443cd8f-b258-4c7c-bbdd-a870d3924868" providerId="ADAL" clId="{1AF1C040-9443-4319-8A54-AB82E10D747E}" dt="2021-10-24T08:53:53.893" v="10531" actId="478"/>
          <ac:spMkLst>
            <pc:docMk/>
            <pc:sldMk cId="386372438" sldId="288"/>
            <ac:spMk id="15" creationId="{CE714023-C283-405B-9DF3-0C8E0A1995BA}"/>
          </ac:spMkLst>
        </pc:spChg>
        <pc:spChg chg="add mod">
          <ac:chgData name="김태영" userId="8443cd8f-b258-4c7c-bbdd-a870d3924868" providerId="ADAL" clId="{1AF1C040-9443-4319-8A54-AB82E10D747E}" dt="2021-10-24T08:54:01.044" v="10538" actId="20577"/>
          <ac:spMkLst>
            <pc:docMk/>
            <pc:sldMk cId="386372438" sldId="288"/>
            <ac:spMk id="17" creationId="{9CCF6385-7C86-4609-A1EB-2CD97974D1B0}"/>
          </ac:spMkLst>
        </pc:spChg>
        <pc:spChg chg="del mod">
          <ac:chgData name="김태영" userId="8443cd8f-b258-4c7c-bbdd-a870d3924868" providerId="ADAL" clId="{1AF1C040-9443-4319-8A54-AB82E10D747E}" dt="2021-10-24T08:46:57.878" v="9497"/>
          <ac:spMkLst>
            <pc:docMk/>
            <pc:sldMk cId="386372438" sldId="288"/>
            <ac:spMk id="22" creationId="{A007774F-9852-408C-9E11-E8D95F5B9B9C}"/>
          </ac:spMkLst>
        </pc:spChg>
        <pc:picChg chg="del">
          <ac:chgData name="김태영" userId="8443cd8f-b258-4c7c-bbdd-a870d3924868" providerId="ADAL" clId="{1AF1C040-9443-4319-8A54-AB82E10D747E}" dt="2021-10-24T08:46:55.365" v="9494" actId="478"/>
          <ac:picMkLst>
            <pc:docMk/>
            <pc:sldMk cId="386372438" sldId="288"/>
            <ac:picMk id="5" creationId="{124EB087-84D0-44C5-8C4B-5B109EA35EF9}"/>
          </ac:picMkLst>
        </pc:picChg>
        <pc:picChg chg="del">
          <ac:chgData name="김태영" userId="8443cd8f-b258-4c7c-bbdd-a870d3924868" providerId="ADAL" clId="{1AF1C040-9443-4319-8A54-AB82E10D747E}" dt="2021-10-24T08:46:53.873" v="9492" actId="478"/>
          <ac:picMkLst>
            <pc:docMk/>
            <pc:sldMk cId="386372438" sldId="288"/>
            <ac:picMk id="8" creationId="{4A92F3B8-11D7-4400-806B-C1B852F2D6E8}"/>
          </ac:picMkLst>
        </pc:picChg>
        <pc:picChg chg="del">
          <ac:chgData name="김태영" userId="8443cd8f-b258-4c7c-bbdd-a870d3924868" providerId="ADAL" clId="{1AF1C040-9443-4319-8A54-AB82E10D747E}" dt="2021-10-24T08:46:54.246" v="9493" actId="478"/>
          <ac:picMkLst>
            <pc:docMk/>
            <pc:sldMk cId="386372438" sldId="288"/>
            <ac:picMk id="10" creationId="{0DEB16BE-87AB-40C2-8822-7286F754749D}"/>
          </ac:picMkLst>
        </pc:picChg>
      </pc:sldChg>
      <pc:sldChg chg="addSp delSp modSp add mod modNotesTx">
        <pc:chgData name="김태영" userId="8443cd8f-b258-4c7c-bbdd-a870d3924868" providerId="ADAL" clId="{1AF1C040-9443-4319-8A54-AB82E10D747E}" dt="2021-10-24T09:23:28.563" v="12503" actId="20577"/>
        <pc:sldMkLst>
          <pc:docMk/>
          <pc:sldMk cId="687479375" sldId="289"/>
        </pc:sldMkLst>
        <pc:spChg chg="add mod">
          <ac:chgData name="김태영" userId="8443cd8f-b258-4c7c-bbdd-a870d3924868" providerId="ADAL" clId="{1AF1C040-9443-4319-8A54-AB82E10D747E}" dt="2021-10-24T09:19:57.879" v="12124" actId="20577"/>
          <ac:spMkLst>
            <pc:docMk/>
            <pc:sldMk cId="687479375" sldId="289"/>
            <ac:spMk id="10" creationId="{44836F68-C19E-4C48-AA3D-669ED63122AA}"/>
          </ac:spMkLst>
        </pc:spChg>
        <pc:spChg chg="del mod">
          <ac:chgData name="김태영" userId="8443cd8f-b258-4c7c-bbdd-a870d3924868" providerId="ADAL" clId="{1AF1C040-9443-4319-8A54-AB82E10D747E}" dt="2021-10-24T09:17:02.140" v="11708"/>
          <ac:spMkLst>
            <pc:docMk/>
            <pc:sldMk cId="687479375" sldId="289"/>
            <ac:spMk id="13" creationId="{2D46D6CB-ADA3-4CB2-9CD9-7DCACC9DCC6F}"/>
          </ac:spMkLst>
        </pc:spChg>
        <pc:graphicFrameChg chg="mod modGraphic">
          <ac:chgData name="김태영" userId="8443cd8f-b258-4c7c-bbdd-a870d3924868" providerId="ADAL" clId="{1AF1C040-9443-4319-8A54-AB82E10D747E}" dt="2021-10-24T09:23:28.563" v="12503" actId="20577"/>
          <ac:graphicFrameMkLst>
            <pc:docMk/>
            <pc:sldMk cId="687479375" sldId="289"/>
            <ac:graphicFrameMk id="5" creationId="{A62B9D54-BAD4-4F9E-9427-3A260936DE18}"/>
          </ac:graphicFrameMkLst>
        </pc:graphicFrameChg>
      </pc:sldChg>
      <pc:sldChg chg="delSp modSp add mod modNotesTx">
        <pc:chgData name="김태영" userId="8443cd8f-b258-4c7c-bbdd-a870d3924868" providerId="ADAL" clId="{1AF1C040-9443-4319-8A54-AB82E10D747E}" dt="2021-10-24T09:32:02.673" v="13813" actId="20577"/>
        <pc:sldMkLst>
          <pc:docMk/>
          <pc:sldMk cId="2388083860" sldId="290"/>
        </pc:sldMkLst>
        <pc:spChg chg="mod">
          <ac:chgData name="김태영" userId="8443cd8f-b258-4c7c-bbdd-a870d3924868" providerId="ADAL" clId="{1AF1C040-9443-4319-8A54-AB82E10D747E}" dt="2021-10-24T09:28:32.885" v="13584" actId="20577"/>
          <ac:spMkLst>
            <pc:docMk/>
            <pc:sldMk cId="2388083860" sldId="290"/>
            <ac:spMk id="10" creationId="{44836F68-C19E-4C48-AA3D-669ED63122AA}"/>
          </ac:spMkLst>
        </pc:spChg>
        <pc:graphicFrameChg chg="mod modGraphic">
          <ac:chgData name="김태영" userId="8443cd8f-b258-4c7c-bbdd-a870d3924868" providerId="ADAL" clId="{1AF1C040-9443-4319-8A54-AB82E10D747E}" dt="2021-10-24T09:32:02.673" v="13813" actId="20577"/>
          <ac:graphicFrameMkLst>
            <pc:docMk/>
            <pc:sldMk cId="2388083860" sldId="290"/>
            <ac:graphicFrameMk id="5" creationId="{A62B9D54-BAD4-4F9E-9427-3A260936DE18}"/>
          </ac:graphicFrameMkLst>
        </pc:graphicFrameChg>
        <pc:picChg chg="del mod">
          <ac:chgData name="김태영" userId="8443cd8f-b258-4c7c-bbdd-a870d3924868" providerId="ADAL" clId="{1AF1C040-9443-4319-8A54-AB82E10D747E}" dt="2021-10-24T09:31:35.938" v="13684" actId="478"/>
          <ac:picMkLst>
            <pc:docMk/>
            <pc:sldMk cId="2388083860" sldId="290"/>
            <ac:picMk id="9" creationId="{6146F489-B334-4E88-AE1D-9DA97D79A346}"/>
          </ac:picMkLst>
        </pc:picChg>
      </pc:sldChg>
      <pc:sldChg chg="addSp delSp modSp add mod ord">
        <pc:chgData name="김태영" userId="8443cd8f-b258-4c7c-bbdd-a870d3924868" providerId="ADAL" clId="{1AF1C040-9443-4319-8A54-AB82E10D747E}" dt="2021-10-24T10:15:35.994" v="16385"/>
        <pc:sldMkLst>
          <pc:docMk/>
          <pc:sldMk cId="127689606" sldId="291"/>
        </pc:sldMkLst>
        <pc:spChg chg="del">
          <ac:chgData name="김태영" userId="8443cd8f-b258-4c7c-bbdd-a870d3924868" providerId="ADAL" clId="{1AF1C040-9443-4319-8A54-AB82E10D747E}" dt="2021-10-24T09:43:45.548" v="14700" actId="478"/>
          <ac:spMkLst>
            <pc:docMk/>
            <pc:sldMk cId="127689606" sldId="291"/>
            <ac:spMk id="8" creationId="{D890D44A-2257-4A9D-9E6C-1C09F5694BFD}"/>
          </ac:spMkLst>
        </pc:spChg>
        <pc:spChg chg="add del mod">
          <ac:chgData name="김태영" userId="8443cd8f-b258-4c7c-bbdd-a870d3924868" providerId="ADAL" clId="{1AF1C040-9443-4319-8A54-AB82E10D747E}" dt="2021-10-24T09:44:22.004" v="14703"/>
          <ac:spMkLst>
            <pc:docMk/>
            <pc:sldMk cId="127689606" sldId="291"/>
            <ac:spMk id="9" creationId="{6BF3EFA3-525C-4D27-A9EC-19BFFC81075D}"/>
          </ac:spMkLst>
        </pc:spChg>
        <pc:spChg chg="mod">
          <ac:chgData name="김태영" userId="8443cd8f-b258-4c7c-bbdd-a870d3924868" providerId="ADAL" clId="{1AF1C040-9443-4319-8A54-AB82E10D747E}" dt="2021-10-24T10:15:10.444" v="16381" actId="20577"/>
          <ac:spMkLst>
            <pc:docMk/>
            <pc:sldMk cId="127689606" sldId="291"/>
            <ac:spMk id="11" creationId="{10941366-65FA-4F7A-8BE7-E9F96CBC71C6}"/>
          </ac:spMkLst>
        </pc:spChg>
        <pc:graphicFrameChg chg="mod modGraphic">
          <ac:chgData name="김태영" userId="8443cd8f-b258-4c7c-bbdd-a870d3924868" providerId="ADAL" clId="{1AF1C040-9443-4319-8A54-AB82E10D747E}" dt="2021-10-24T10:15:35.994" v="16385"/>
          <ac:graphicFrameMkLst>
            <pc:docMk/>
            <pc:sldMk cId="127689606" sldId="291"/>
            <ac:graphicFrameMk id="10" creationId="{F8278641-9089-45B2-8EB4-8BC79BCB9381}"/>
          </ac:graphicFrameMkLst>
        </pc:graphicFrameChg>
      </pc:sldChg>
      <pc:sldChg chg="modSp add del mod ord">
        <pc:chgData name="김태영" userId="8443cd8f-b258-4c7c-bbdd-a870d3924868" providerId="ADAL" clId="{1AF1C040-9443-4319-8A54-AB82E10D747E}" dt="2021-10-24T10:13:26.954" v="16202" actId="47"/>
        <pc:sldMkLst>
          <pc:docMk/>
          <pc:sldMk cId="227901526" sldId="292"/>
        </pc:sldMkLst>
        <pc:spChg chg="mod">
          <ac:chgData name="김태영" userId="8443cd8f-b258-4c7c-bbdd-a870d3924868" providerId="ADAL" clId="{1AF1C040-9443-4319-8A54-AB82E10D747E}" dt="2021-10-24T09:50:13.783" v="15216" actId="20577"/>
          <ac:spMkLst>
            <pc:docMk/>
            <pc:sldMk cId="227901526" sldId="292"/>
            <ac:spMk id="9" creationId="{6BF3EFA3-525C-4D27-A9EC-19BFFC81075D}"/>
          </ac:spMkLst>
        </pc:spChg>
        <pc:graphicFrameChg chg="mod modGraphic">
          <ac:chgData name="김태영" userId="8443cd8f-b258-4c7c-bbdd-a870d3924868" providerId="ADAL" clId="{1AF1C040-9443-4319-8A54-AB82E10D747E}" dt="2021-10-24T09:51:49.065" v="15303" actId="20577"/>
          <ac:graphicFrameMkLst>
            <pc:docMk/>
            <pc:sldMk cId="227901526" sldId="292"/>
            <ac:graphicFrameMk id="10" creationId="{F8278641-9089-45B2-8EB4-8BC79BCB9381}"/>
          </ac:graphicFrameMkLst>
        </pc:graphicFrameChg>
      </pc:sldChg>
      <pc:sldChg chg="addSp modSp add mod">
        <pc:chgData name="김태영" userId="8443cd8f-b258-4c7c-bbdd-a870d3924868" providerId="ADAL" clId="{1AF1C040-9443-4319-8A54-AB82E10D747E}" dt="2021-10-24T11:39:46.397" v="20678" actId="571"/>
        <pc:sldMkLst>
          <pc:docMk/>
          <pc:sldMk cId="3179575444" sldId="292"/>
        </pc:sldMkLst>
        <pc:spChg chg="mod">
          <ac:chgData name="김태영" userId="8443cd8f-b258-4c7c-bbdd-a870d3924868" providerId="ADAL" clId="{1AF1C040-9443-4319-8A54-AB82E10D747E}" dt="2021-10-24T10:19:00.979" v="16693" actId="20577"/>
          <ac:spMkLst>
            <pc:docMk/>
            <pc:sldMk cId="3179575444" sldId="292"/>
            <ac:spMk id="11" creationId="{10941366-65FA-4F7A-8BE7-E9F96CBC71C6}"/>
          </ac:spMkLst>
        </pc:spChg>
        <pc:spChg chg="add mod">
          <ac:chgData name="김태영" userId="8443cd8f-b258-4c7c-bbdd-a870d3924868" providerId="ADAL" clId="{1AF1C040-9443-4319-8A54-AB82E10D747E}" dt="2021-10-24T11:39:46.397" v="20678" actId="571"/>
          <ac:spMkLst>
            <pc:docMk/>
            <pc:sldMk cId="3179575444" sldId="292"/>
            <ac:spMk id="12" creationId="{36BA99AB-2BE1-4082-9D99-04F46D876B30}"/>
          </ac:spMkLst>
        </pc:spChg>
        <pc:graphicFrameChg chg="mod modGraphic">
          <ac:chgData name="김태영" userId="8443cd8f-b258-4c7c-bbdd-a870d3924868" providerId="ADAL" clId="{1AF1C040-9443-4319-8A54-AB82E10D747E}" dt="2021-10-24T10:20:44.593" v="16947" actId="20577"/>
          <ac:graphicFrameMkLst>
            <pc:docMk/>
            <pc:sldMk cId="3179575444" sldId="292"/>
            <ac:graphicFrameMk id="10" creationId="{F8278641-9089-45B2-8EB4-8BC79BCB9381}"/>
          </ac:graphicFrameMkLst>
        </pc:graphicFrameChg>
      </pc:sldChg>
      <pc:sldChg chg="modSp add mod modNotesTx">
        <pc:chgData name="김태영" userId="8443cd8f-b258-4c7c-bbdd-a870d3924868" providerId="ADAL" clId="{1AF1C040-9443-4319-8A54-AB82E10D747E}" dt="2021-10-24T10:25:58.596" v="18042" actId="20577"/>
        <pc:sldMkLst>
          <pc:docMk/>
          <pc:sldMk cId="61473636" sldId="293"/>
        </pc:sldMkLst>
        <pc:spChg chg="mod">
          <ac:chgData name="김태영" userId="8443cd8f-b258-4c7c-bbdd-a870d3924868" providerId="ADAL" clId="{1AF1C040-9443-4319-8A54-AB82E10D747E}" dt="2021-10-24T10:21:47.480" v="16975" actId="14100"/>
          <ac:spMkLst>
            <pc:docMk/>
            <pc:sldMk cId="61473636" sldId="293"/>
            <ac:spMk id="8" creationId="{D890D44A-2257-4A9D-9E6C-1C09F5694BFD}"/>
          </ac:spMkLst>
        </pc:spChg>
        <pc:spChg chg="mod">
          <ac:chgData name="김태영" userId="8443cd8f-b258-4c7c-bbdd-a870d3924868" providerId="ADAL" clId="{1AF1C040-9443-4319-8A54-AB82E10D747E}" dt="2021-10-24T10:25:58.596" v="18042" actId="20577"/>
          <ac:spMkLst>
            <pc:docMk/>
            <pc:sldMk cId="61473636" sldId="293"/>
            <ac:spMk id="10" creationId="{44836F68-C19E-4C48-AA3D-669ED63122AA}"/>
          </ac:spMkLst>
        </pc:spChg>
        <pc:graphicFrameChg chg="mod modGraphic">
          <ac:chgData name="김태영" userId="8443cd8f-b258-4c7c-bbdd-a870d3924868" providerId="ADAL" clId="{1AF1C040-9443-4319-8A54-AB82E10D747E}" dt="2021-10-24T10:25:24.102" v="17864" actId="20577"/>
          <ac:graphicFrameMkLst>
            <pc:docMk/>
            <pc:sldMk cId="61473636" sldId="293"/>
            <ac:graphicFrameMk id="5" creationId="{A62B9D54-BAD4-4F9E-9427-3A260936DE18}"/>
          </ac:graphicFrameMkLst>
        </pc:graphicFrameChg>
      </pc:sldChg>
      <pc:sldChg chg="modSp add mod modNotesTx">
        <pc:chgData name="김태영" userId="8443cd8f-b258-4c7c-bbdd-a870d3924868" providerId="ADAL" clId="{1AF1C040-9443-4319-8A54-AB82E10D747E}" dt="2021-10-24T11:28:39.539" v="20551" actId="1076"/>
        <pc:sldMkLst>
          <pc:docMk/>
          <pc:sldMk cId="3402004519" sldId="294"/>
        </pc:sldMkLst>
        <pc:spChg chg="mod">
          <ac:chgData name="김태영" userId="8443cd8f-b258-4c7c-bbdd-a870d3924868" providerId="ADAL" clId="{1AF1C040-9443-4319-8A54-AB82E10D747E}" dt="2021-10-24T11:27:09.873" v="20233" actId="20577"/>
          <ac:spMkLst>
            <pc:docMk/>
            <pc:sldMk cId="3402004519" sldId="294"/>
            <ac:spMk id="10" creationId="{44836F68-C19E-4C48-AA3D-669ED63122AA}"/>
          </ac:spMkLst>
        </pc:spChg>
        <pc:graphicFrameChg chg="mod modGraphic">
          <ac:chgData name="김태영" userId="8443cd8f-b258-4c7c-bbdd-a870d3924868" providerId="ADAL" clId="{1AF1C040-9443-4319-8A54-AB82E10D747E}" dt="2021-10-24T11:28:39.539" v="20551" actId="1076"/>
          <ac:graphicFrameMkLst>
            <pc:docMk/>
            <pc:sldMk cId="3402004519" sldId="294"/>
            <ac:graphicFrameMk id="5" creationId="{A62B9D54-BAD4-4F9E-9427-3A260936DE18}"/>
          </ac:graphicFrameMkLst>
        </pc:graphicFrameChg>
      </pc:sldChg>
      <pc:sldChg chg="addSp modSp add mod ord">
        <pc:chgData name="김태영" userId="8443cd8f-b258-4c7c-bbdd-a870d3924868" providerId="ADAL" clId="{1AF1C040-9443-4319-8A54-AB82E10D747E}" dt="2021-10-24T11:58:59.078" v="21462" actId="20577"/>
        <pc:sldMkLst>
          <pc:docMk/>
          <pc:sldMk cId="1993463665" sldId="295"/>
        </pc:sldMkLst>
        <pc:spChg chg="add mod">
          <ac:chgData name="김태영" userId="8443cd8f-b258-4c7c-bbdd-a870d3924868" providerId="ADAL" clId="{1AF1C040-9443-4319-8A54-AB82E10D747E}" dt="2021-10-24T11:58:59.078" v="21462" actId="20577"/>
          <ac:spMkLst>
            <pc:docMk/>
            <pc:sldMk cId="1993463665" sldId="295"/>
            <ac:spMk id="7" creationId="{BA639C0A-7AAE-4A19-8667-14B65B93379C}"/>
          </ac:spMkLst>
        </pc:spChg>
        <pc:spChg chg="mod">
          <ac:chgData name="김태영" userId="8443cd8f-b258-4c7c-bbdd-a870d3924868" providerId="ADAL" clId="{1AF1C040-9443-4319-8A54-AB82E10D747E}" dt="2021-10-24T11:57:33.993" v="21202" actId="1076"/>
          <ac:spMkLst>
            <pc:docMk/>
            <pc:sldMk cId="1993463665" sldId="295"/>
            <ac:spMk id="8" creationId="{D890D44A-2257-4A9D-9E6C-1C09F5694BFD}"/>
          </ac:spMkLst>
        </pc:spChg>
      </pc:sldChg>
    </pc:docChg>
  </pc:docChgLst>
  <pc:docChgLst>
    <pc:chgData name="김태영" userId="8443cd8f-b258-4c7c-bbdd-a870d3924868" providerId="ADAL" clId="{EB0C92C4-AE0B-4244-9B45-B8D20790F19B}"/>
    <pc:docChg chg="custSel modSld">
      <pc:chgData name="김태영" userId="8443cd8f-b258-4c7c-bbdd-a870d3924868" providerId="ADAL" clId="{EB0C92C4-AE0B-4244-9B45-B8D20790F19B}" dt="2021-10-27T03:01:08.058" v="2048" actId="20577"/>
      <pc:docMkLst>
        <pc:docMk/>
      </pc:docMkLst>
      <pc:sldChg chg="modNotesTx">
        <pc:chgData name="김태영" userId="8443cd8f-b258-4c7c-bbdd-a870d3924868" providerId="ADAL" clId="{EB0C92C4-AE0B-4244-9B45-B8D20790F19B}" dt="2021-10-27T02:25:46.478" v="805" actId="20577"/>
        <pc:sldMkLst>
          <pc:docMk/>
          <pc:sldMk cId="1120707945" sldId="281"/>
        </pc:sldMkLst>
      </pc:sldChg>
      <pc:sldChg chg="modNotesTx">
        <pc:chgData name="김태영" userId="8443cd8f-b258-4c7c-bbdd-a870d3924868" providerId="ADAL" clId="{EB0C92C4-AE0B-4244-9B45-B8D20790F19B}" dt="2021-10-27T02:47:09.252" v="1297" actId="20577"/>
        <pc:sldMkLst>
          <pc:docMk/>
          <pc:sldMk cId="2388083860" sldId="290"/>
        </pc:sldMkLst>
      </pc:sldChg>
      <pc:sldChg chg="modNotesTx">
        <pc:chgData name="김태영" userId="8443cd8f-b258-4c7c-bbdd-a870d3924868" providerId="ADAL" clId="{EB0C92C4-AE0B-4244-9B45-B8D20790F19B}" dt="2021-10-27T02:47:16.258" v="1301" actId="20577"/>
        <pc:sldMkLst>
          <pc:docMk/>
          <pc:sldMk cId="4234844260" sldId="296"/>
        </pc:sldMkLst>
      </pc:sldChg>
      <pc:sldChg chg="modNotesTx">
        <pc:chgData name="김태영" userId="8443cd8f-b258-4c7c-bbdd-a870d3924868" providerId="ADAL" clId="{EB0C92C4-AE0B-4244-9B45-B8D20790F19B}" dt="2021-10-27T03:01:08.058" v="2048" actId="20577"/>
        <pc:sldMkLst>
          <pc:docMk/>
          <pc:sldMk cId="3440690201" sldId="297"/>
        </pc:sldMkLst>
      </pc:sldChg>
    </pc:docChg>
  </pc:docChgLst>
  <pc:docChgLst>
    <pc:chgData name="김태영" userId="8443cd8f-b258-4c7c-bbdd-a870d3924868" providerId="ADAL" clId="{6BB71D4F-005F-46BF-AC9D-9DCCF35A520E}"/>
    <pc:docChg chg="undo redo custSel addSld delSld modSld sldOrd">
      <pc:chgData name="김태영" userId="8443cd8f-b258-4c7c-bbdd-a870d3924868" providerId="ADAL" clId="{6BB71D4F-005F-46BF-AC9D-9DCCF35A520E}" dt="2022-01-03T01:50:06.090" v="6147" actId="2711"/>
      <pc:docMkLst>
        <pc:docMk/>
      </pc:docMkLst>
      <pc:sldChg chg="addSp delSp modSp mod">
        <pc:chgData name="김태영" userId="8443cd8f-b258-4c7c-bbdd-a870d3924868" providerId="ADAL" clId="{6BB71D4F-005F-46BF-AC9D-9DCCF35A520E}" dt="2022-01-02T11:18:57.606" v="2296" actId="1076"/>
        <pc:sldMkLst>
          <pc:docMk/>
          <pc:sldMk cId="1718267691" sldId="270"/>
        </pc:sldMkLst>
        <pc:spChg chg="del">
          <ac:chgData name="김태영" userId="8443cd8f-b258-4c7c-bbdd-a870d3924868" providerId="ADAL" clId="{6BB71D4F-005F-46BF-AC9D-9DCCF35A520E}" dt="2022-01-01T06:27:39.799" v="1176" actId="478"/>
          <ac:spMkLst>
            <pc:docMk/>
            <pc:sldMk cId="1718267691" sldId="270"/>
            <ac:spMk id="2" creationId="{EBBD856E-6BCE-4D6F-8BAA-232F747DC314}"/>
          </ac:spMkLst>
        </pc:spChg>
        <pc:spChg chg="mod">
          <ac:chgData name="김태영" userId="8443cd8f-b258-4c7c-bbdd-a870d3924868" providerId="ADAL" clId="{6BB71D4F-005F-46BF-AC9D-9DCCF35A520E}" dt="2022-01-02T11:18:57.606" v="2296" actId="1076"/>
          <ac:spMkLst>
            <pc:docMk/>
            <pc:sldMk cId="1718267691" sldId="270"/>
            <ac:spMk id="3" creationId="{00000000-0000-0000-0000-000000000000}"/>
          </ac:spMkLst>
        </pc:spChg>
        <pc:picChg chg="add mod">
          <ac:chgData name="김태영" userId="8443cd8f-b258-4c7c-bbdd-a870d3924868" providerId="ADAL" clId="{6BB71D4F-005F-46BF-AC9D-9DCCF35A520E}" dt="2022-01-02T11:18:48.415" v="2284" actId="1076"/>
          <ac:picMkLst>
            <pc:docMk/>
            <pc:sldMk cId="1718267691" sldId="270"/>
            <ac:picMk id="5" creationId="{775156D7-15B4-4FAF-8B56-07FE7E4E7C56}"/>
          </ac:picMkLst>
        </pc:picChg>
      </pc:sldChg>
      <pc:sldChg chg="del">
        <pc:chgData name="김태영" userId="8443cd8f-b258-4c7c-bbdd-a870d3924868" providerId="ADAL" clId="{6BB71D4F-005F-46BF-AC9D-9DCCF35A520E}" dt="2022-01-01T06:28:04.378" v="1194" actId="47"/>
        <pc:sldMkLst>
          <pc:docMk/>
          <pc:sldMk cId="529763834" sldId="271"/>
        </pc:sldMkLst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2877545792" sldId="301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3032145493" sldId="301"/>
        </pc:sldMkLst>
      </pc:sldChg>
      <pc:sldChg chg="modSp mod">
        <pc:chgData name="김태영" userId="8443cd8f-b258-4c7c-bbdd-a870d3924868" providerId="ADAL" clId="{6BB71D4F-005F-46BF-AC9D-9DCCF35A520E}" dt="2022-01-02T11:14:53.162" v="2212" actId="20577"/>
        <pc:sldMkLst>
          <pc:docMk/>
          <pc:sldMk cId="2390786159" sldId="303"/>
        </pc:sldMkLst>
        <pc:spChg chg="mod">
          <ac:chgData name="김태영" userId="8443cd8f-b258-4c7c-bbdd-a870d3924868" providerId="ADAL" clId="{6BB71D4F-005F-46BF-AC9D-9DCCF35A520E}" dt="2022-01-02T11:14:32.699" v="2168" actId="20577"/>
          <ac:spMkLst>
            <pc:docMk/>
            <pc:sldMk cId="2390786159" sldId="303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14:50.319" v="2200" actId="14100"/>
          <ac:spMkLst>
            <pc:docMk/>
            <pc:sldMk cId="2390786159" sldId="303"/>
            <ac:spMk id="8" creationId="{7118655E-2535-4C60-99CE-D4B4BFA3C655}"/>
          </ac:spMkLst>
        </pc:spChg>
        <pc:spChg chg="mod">
          <ac:chgData name="김태영" userId="8443cd8f-b258-4c7c-bbdd-a870d3924868" providerId="ADAL" clId="{6BB71D4F-005F-46BF-AC9D-9DCCF35A520E}" dt="2022-01-02T11:14:53.162" v="2212" actId="20577"/>
          <ac:spMkLst>
            <pc:docMk/>
            <pc:sldMk cId="2390786159" sldId="303"/>
            <ac:spMk id="10" creationId="{1908F3B3-0503-4F85-837C-97FE7654E1BA}"/>
          </ac:spMkLst>
        </pc:spChg>
        <pc:spChg chg="mod">
          <ac:chgData name="김태영" userId="8443cd8f-b258-4c7c-bbdd-a870d3924868" providerId="ADAL" clId="{6BB71D4F-005F-46BF-AC9D-9DCCF35A520E}" dt="2022-01-01T14:09:34.959" v="1814" actId="113"/>
          <ac:spMkLst>
            <pc:docMk/>
            <pc:sldMk cId="2390786159" sldId="303"/>
            <ac:spMk id="11" creationId="{0560E3BD-5844-4914-95AD-C98A9E0C90DA}"/>
          </ac:spMkLst>
        </pc:spChg>
        <pc:spChg chg="mod">
          <ac:chgData name="김태영" userId="8443cd8f-b258-4c7c-bbdd-a870d3924868" providerId="ADAL" clId="{6BB71D4F-005F-46BF-AC9D-9DCCF35A520E}" dt="2022-01-01T14:09:51.338" v="1816" actId="113"/>
          <ac:spMkLst>
            <pc:docMk/>
            <pc:sldMk cId="2390786159" sldId="303"/>
            <ac:spMk id="13" creationId="{B2B78BF4-C661-4B31-A7B1-E7BF0E371B0C}"/>
          </ac:spMkLst>
        </pc:spChg>
      </pc:sldChg>
      <pc:sldChg chg="addSp modSp mod modNotesTx">
        <pc:chgData name="김태영" userId="8443cd8f-b258-4c7c-bbdd-a870d3924868" providerId="ADAL" clId="{6BB71D4F-005F-46BF-AC9D-9DCCF35A520E}" dt="2022-01-02T11:08:58.834" v="2117" actId="20577"/>
        <pc:sldMkLst>
          <pc:docMk/>
          <pc:sldMk cId="1304104444" sldId="305"/>
        </pc:sldMkLst>
        <pc:spChg chg="mod">
          <ac:chgData name="김태영" userId="8443cd8f-b258-4c7c-bbdd-a870d3924868" providerId="ADAL" clId="{6BB71D4F-005F-46BF-AC9D-9DCCF35A520E}" dt="2022-01-02T11:08:58.834" v="2117" actId="20577"/>
          <ac:spMkLst>
            <pc:docMk/>
            <pc:sldMk cId="1304104444" sldId="305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08:33.593" v="2107" actId="1076"/>
          <ac:spMkLst>
            <pc:docMk/>
            <pc:sldMk cId="1304104444" sldId="305"/>
            <ac:spMk id="5" creationId="{042A08CE-8794-4EA8-A816-D1483EC92CCF}"/>
          </ac:spMkLst>
        </pc:spChg>
        <pc:spChg chg="add mod">
          <ac:chgData name="김태영" userId="8443cd8f-b258-4c7c-bbdd-a870d3924868" providerId="ADAL" clId="{6BB71D4F-005F-46BF-AC9D-9DCCF35A520E}" dt="2022-01-02T11:08:28.428" v="2105" actId="1076"/>
          <ac:spMkLst>
            <pc:docMk/>
            <pc:sldMk cId="1304104444" sldId="305"/>
            <ac:spMk id="11" creationId="{47DA464C-9594-430B-B6EC-3B4EB3C6EC4A}"/>
          </ac:spMkLst>
        </pc:spChg>
        <pc:spChg chg="mod">
          <ac:chgData name="김태영" userId="8443cd8f-b258-4c7c-bbdd-a870d3924868" providerId="ADAL" clId="{6BB71D4F-005F-46BF-AC9D-9DCCF35A520E}" dt="2022-01-01T14:06:45.523" v="1801" actId="1076"/>
          <ac:spMkLst>
            <pc:docMk/>
            <pc:sldMk cId="1304104444" sldId="305"/>
            <ac:spMk id="14" creationId="{71897D42-EB77-4B61-864E-8AF527C0FE80}"/>
          </ac:spMkLst>
        </pc:spChg>
        <pc:picChg chg="mod">
          <ac:chgData name="김태영" userId="8443cd8f-b258-4c7c-bbdd-a870d3924868" providerId="ADAL" clId="{6BB71D4F-005F-46BF-AC9D-9DCCF35A520E}" dt="2022-01-01T14:06:47.494" v="1802" actId="1076"/>
          <ac:picMkLst>
            <pc:docMk/>
            <pc:sldMk cId="1304104444" sldId="305"/>
            <ac:picMk id="4" creationId="{AA89CC8E-3760-41FC-9717-0C3094775946}"/>
          </ac:picMkLst>
        </pc:picChg>
      </pc:sldChg>
      <pc:sldChg chg="addSp delSp modSp mod">
        <pc:chgData name="김태영" userId="8443cd8f-b258-4c7c-bbdd-a870d3924868" providerId="ADAL" clId="{6BB71D4F-005F-46BF-AC9D-9DCCF35A520E}" dt="2022-01-03T01:24:03.174" v="5918" actId="20577"/>
        <pc:sldMkLst>
          <pc:docMk/>
          <pc:sldMk cId="2570363377" sldId="306"/>
        </pc:sldMkLst>
        <pc:spChg chg="mod">
          <ac:chgData name="김태영" userId="8443cd8f-b258-4c7c-bbdd-a870d3924868" providerId="ADAL" clId="{6BB71D4F-005F-46BF-AC9D-9DCCF35A520E}" dt="2022-01-02T11:09:02.835" v="2119" actId="20577"/>
          <ac:spMkLst>
            <pc:docMk/>
            <pc:sldMk cId="2570363377" sldId="306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08:37.783" v="2108" actId="478"/>
          <ac:spMkLst>
            <pc:docMk/>
            <pc:sldMk cId="2570363377" sldId="306"/>
            <ac:spMk id="5" creationId="{042A08CE-8794-4EA8-A816-D1483EC92CCF}"/>
          </ac:spMkLst>
        </pc:spChg>
        <pc:spChg chg="add mod">
          <ac:chgData name="김태영" userId="8443cd8f-b258-4c7c-bbdd-a870d3924868" providerId="ADAL" clId="{6BB71D4F-005F-46BF-AC9D-9DCCF35A520E}" dt="2022-01-02T11:08:38.007" v="2109"/>
          <ac:spMkLst>
            <pc:docMk/>
            <pc:sldMk cId="2570363377" sldId="306"/>
            <ac:spMk id="11" creationId="{A9C5D5D5-DC06-467B-937E-A861A922A8C3}"/>
          </ac:spMkLst>
        </pc:spChg>
        <pc:spChg chg="add mod">
          <ac:chgData name="김태영" userId="8443cd8f-b258-4c7c-bbdd-a870d3924868" providerId="ADAL" clId="{6BB71D4F-005F-46BF-AC9D-9DCCF35A520E}" dt="2022-01-02T11:11:57.758" v="2166" actId="1076"/>
          <ac:spMkLst>
            <pc:docMk/>
            <pc:sldMk cId="2570363377" sldId="306"/>
            <ac:spMk id="12" creationId="{1CE72BF0-B949-4F6E-BFA1-03E109ADC63D}"/>
          </ac:spMkLst>
        </pc:spChg>
        <pc:spChg chg="mod">
          <ac:chgData name="김태영" userId="8443cd8f-b258-4c7c-bbdd-a870d3924868" providerId="ADAL" clId="{6BB71D4F-005F-46BF-AC9D-9DCCF35A520E}" dt="2022-01-03T01:24:03.174" v="5918" actId="20577"/>
          <ac:spMkLst>
            <pc:docMk/>
            <pc:sldMk cId="2570363377" sldId="306"/>
            <ac:spMk id="14" creationId="{71897D42-EB77-4B61-864E-8AF527C0FE80}"/>
          </ac:spMkLst>
        </pc:spChg>
        <pc:picChg chg="mod">
          <ac:chgData name="김태영" userId="8443cd8f-b258-4c7c-bbdd-a870d3924868" providerId="ADAL" clId="{6BB71D4F-005F-46BF-AC9D-9DCCF35A520E}" dt="2022-01-02T11:09:59.398" v="2148" actId="1076"/>
          <ac:picMkLst>
            <pc:docMk/>
            <pc:sldMk cId="2570363377" sldId="306"/>
            <ac:picMk id="9" creationId="{471F5A99-B432-44BB-9350-ECC400278690}"/>
          </ac:picMkLst>
        </pc:picChg>
      </pc:sldChg>
      <pc:sldChg chg="addSp delSp modSp mod ord">
        <pc:chgData name="김태영" userId="8443cd8f-b258-4c7c-bbdd-a870d3924868" providerId="ADAL" clId="{6BB71D4F-005F-46BF-AC9D-9DCCF35A520E}" dt="2022-01-03T01:30:18.763" v="5935" actId="20577"/>
        <pc:sldMkLst>
          <pc:docMk/>
          <pc:sldMk cId="1726684920" sldId="308"/>
        </pc:sldMkLst>
        <pc:spChg chg="mod">
          <ac:chgData name="김태영" userId="8443cd8f-b258-4c7c-bbdd-a870d3924868" providerId="ADAL" clId="{6BB71D4F-005F-46BF-AC9D-9DCCF35A520E}" dt="2022-01-02T11:09:06.689" v="2121" actId="20577"/>
          <ac:spMkLst>
            <pc:docMk/>
            <pc:sldMk cId="1726684920" sldId="308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08:51.170" v="2114" actId="478"/>
          <ac:spMkLst>
            <pc:docMk/>
            <pc:sldMk cId="1726684920" sldId="308"/>
            <ac:spMk id="5" creationId="{042A08CE-8794-4EA8-A816-D1483EC92CCF}"/>
          </ac:spMkLst>
        </pc:spChg>
        <pc:spChg chg="add mod">
          <ac:chgData name="김태영" userId="8443cd8f-b258-4c7c-bbdd-a870d3924868" providerId="ADAL" clId="{6BB71D4F-005F-46BF-AC9D-9DCCF35A520E}" dt="2022-01-02T11:08:51.456" v="2115"/>
          <ac:spMkLst>
            <pc:docMk/>
            <pc:sldMk cId="1726684920" sldId="308"/>
            <ac:spMk id="9" creationId="{818E59CF-D3A1-4B6E-9CB1-CD7F2C82F6CC}"/>
          </ac:spMkLst>
        </pc:spChg>
        <pc:spChg chg="mod">
          <ac:chgData name="김태영" userId="8443cd8f-b258-4c7c-bbdd-a870d3924868" providerId="ADAL" clId="{6BB71D4F-005F-46BF-AC9D-9DCCF35A520E}" dt="2022-01-03T01:30:18.763" v="5935" actId="20577"/>
          <ac:spMkLst>
            <pc:docMk/>
            <pc:sldMk cId="1726684920" sldId="308"/>
            <ac:spMk id="11" creationId="{19B42B75-2027-4889-ACE8-1E787E598D81}"/>
          </ac:spMkLst>
        </pc:spChg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2492704920" sldId="310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3055485728" sldId="310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1439865966" sldId="311"/>
        </pc:sldMkLst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3757419869" sldId="311"/>
        </pc:sldMkLst>
      </pc:sldChg>
      <pc:sldChg chg="addSp modSp mod ord">
        <pc:chgData name="김태영" userId="8443cd8f-b258-4c7c-bbdd-a870d3924868" providerId="ADAL" clId="{6BB71D4F-005F-46BF-AC9D-9DCCF35A520E}" dt="2022-01-02T11:16:31.994" v="2280" actId="1076"/>
        <pc:sldMkLst>
          <pc:docMk/>
          <pc:sldMk cId="2523817392" sldId="312"/>
        </pc:sldMkLst>
        <pc:spChg chg="mod">
          <ac:chgData name="김태영" userId="8443cd8f-b258-4c7c-bbdd-a870d3924868" providerId="ADAL" clId="{6BB71D4F-005F-46BF-AC9D-9DCCF35A520E}" dt="2022-01-02T11:14:58.197" v="2214" actId="20577"/>
          <ac:spMkLst>
            <pc:docMk/>
            <pc:sldMk cId="2523817392" sldId="312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16:31.994" v="2280" actId="1076"/>
          <ac:spMkLst>
            <pc:docMk/>
            <pc:sldMk cId="2523817392" sldId="312"/>
            <ac:spMk id="18" creationId="{FF532EC8-CC41-4490-B2BC-6D30A501AC61}"/>
          </ac:spMkLst>
        </pc:spChg>
        <pc:spChg chg="add mod">
          <ac:chgData name="김태영" userId="8443cd8f-b258-4c7c-bbdd-a870d3924868" providerId="ADAL" clId="{6BB71D4F-005F-46BF-AC9D-9DCCF35A520E}" dt="2022-01-02T11:15:58.863" v="2263" actId="1076"/>
          <ac:spMkLst>
            <pc:docMk/>
            <pc:sldMk cId="2523817392" sldId="312"/>
            <ac:spMk id="20" creationId="{71A0356B-946A-464F-B499-762E95B7BCFA}"/>
          </ac:spMkLst>
        </pc:spChg>
        <pc:grpChg chg="mod">
          <ac:chgData name="김태영" userId="8443cd8f-b258-4c7c-bbdd-a870d3924868" providerId="ADAL" clId="{6BB71D4F-005F-46BF-AC9D-9DCCF35A520E}" dt="2022-01-02T11:15:40.886" v="2215" actId="1076"/>
          <ac:grpSpMkLst>
            <pc:docMk/>
            <pc:sldMk cId="2523817392" sldId="312"/>
            <ac:grpSpMk id="45" creationId="{D9437D2E-D01C-4B59-8CDF-623D4C59D04B}"/>
          </ac:grpSpMkLst>
        </pc:grpChg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1421234058" sldId="313"/>
        </pc:sldMkLst>
      </pc:sldChg>
      <pc:sldChg chg="modSp del mod">
        <pc:chgData name="김태영" userId="8443cd8f-b258-4c7c-bbdd-a870d3924868" providerId="ADAL" clId="{6BB71D4F-005F-46BF-AC9D-9DCCF35A520E}" dt="2022-01-02T12:04:52.124" v="2744" actId="2696"/>
        <pc:sldMkLst>
          <pc:docMk/>
          <pc:sldMk cId="1490474408" sldId="313"/>
        </pc:sldMkLst>
        <pc:spChg chg="mod">
          <ac:chgData name="김태영" userId="8443cd8f-b258-4c7c-bbdd-a870d3924868" providerId="ADAL" clId="{6BB71D4F-005F-46BF-AC9D-9DCCF35A520E}" dt="2022-01-02T11:34:12.159" v="2341" actId="20577"/>
          <ac:spMkLst>
            <pc:docMk/>
            <pc:sldMk cId="1490474408" sldId="313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2:04:40.358" v="2739" actId="1076"/>
          <ac:spMkLst>
            <pc:docMk/>
            <pc:sldMk cId="1490474408" sldId="313"/>
            <ac:spMk id="18" creationId="{FF532EC8-CC41-4490-B2BC-6D30A501AC61}"/>
          </ac:spMkLst>
        </pc:spChg>
        <pc:picChg chg="mod">
          <ac:chgData name="김태영" userId="8443cd8f-b258-4c7c-bbdd-a870d3924868" providerId="ADAL" clId="{6BB71D4F-005F-46BF-AC9D-9DCCF35A520E}" dt="2022-01-02T12:04:39.939" v="2738" actId="1076"/>
          <ac:picMkLst>
            <pc:docMk/>
            <pc:sldMk cId="1490474408" sldId="313"/>
            <ac:picMk id="13" creationId="{BC306A1E-E6A8-4D00-95C6-62A90442069C}"/>
          </ac:picMkLst>
        </pc:picChg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2344725705" sldId="313"/>
        </pc:sldMkLst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1228798995" sldId="314"/>
        </pc:sldMkLst>
      </pc:sldChg>
      <pc:sldChg chg="modSp del mod">
        <pc:chgData name="김태영" userId="8443cd8f-b258-4c7c-bbdd-a870d3924868" providerId="ADAL" clId="{6BB71D4F-005F-46BF-AC9D-9DCCF35A520E}" dt="2022-01-02T12:04:52.124" v="2744" actId="2696"/>
        <pc:sldMkLst>
          <pc:docMk/>
          <pc:sldMk cId="2026517445" sldId="314"/>
        </pc:sldMkLst>
        <pc:spChg chg="mod">
          <ac:chgData name="김태영" userId="8443cd8f-b258-4c7c-bbdd-a870d3924868" providerId="ADAL" clId="{6BB71D4F-005F-46BF-AC9D-9DCCF35A520E}" dt="2022-01-02T11:18:35.627" v="2282" actId="20577"/>
          <ac:spMkLst>
            <pc:docMk/>
            <pc:sldMk cId="2026517445" sldId="314"/>
            <ac:spMk id="3" creationId="{9AC5D99C-747A-4109-9928-21CBA3C4471D}"/>
          </ac:spMkLst>
        </pc:spChg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4231799446" sldId="314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535377094" sldId="315"/>
        </pc:sldMkLst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1568191783" sldId="315"/>
        </pc:sldMkLst>
      </pc:sldChg>
      <pc:sldChg chg="addSp delSp modSp mod ord">
        <pc:chgData name="김태영" userId="8443cd8f-b258-4c7c-bbdd-a870d3924868" providerId="ADAL" clId="{6BB71D4F-005F-46BF-AC9D-9DCCF35A520E}" dt="2022-01-02T11:48:12.384" v="2347"/>
        <pc:sldMkLst>
          <pc:docMk/>
          <pc:sldMk cId="1156014458" sldId="316"/>
        </pc:sldMkLst>
        <pc:spChg chg="del">
          <ac:chgData name="김태영" userId="8443cd8f-b258-4c7c-bbdd-a870d3924868" providerId="ADAL" clId="{6BB71D4F-005F-46BF-AC9D-9DCCF35A520E}" dt="2022-01-02T11:31:29.143" v="2338" actId="478"/>
          <ac:spMkLst>
            <pc:docMk/>
            <pc:sldMk cId="1156014458" sldId="316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31:29.143" v="2338" actId="478"/>
          <ac:spMkLst>
            <pc:docMk/>
            <pc:sldMk cId="1156014458" sldId="316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1:31:29.388" v="2339"/>
          <ac:spMkLst>
            <pc:docMk/>
            <pc:sldMk cId="1156014458" sldId="316"/>
            <ac:spMk id="8" creationId="{EEF216ED-606D-47D8-963D-6ADD972D98FD}"/>
          </ac:spMkLst>
        </pc:spChg>
        <pc:spChg chg="add mod">
          <ac:chgData name="김태영" userId="8443cd8f-b258-4c7c-bbdd-a870d3924868" providerId="ADAL" clId="{6BB71D4F-005F-46BF-AC9D-9DCCF35A520E}" dt="2022-01-02T11:31:29.388" v="2339"/>
          <ac:spMkLst>
            <pc:docMk/>
            <pc:sldMk cId="1156014458" sldId="316"/>
            <ac:spMk id="9" creationId="{C6008CEF-E362-4660-84C3-77075437B145}"/>
          </ac:spMkLst>
        </pc:spChg>
        <pc:spChg chg="add mod">
          <ac:chgData name="김태영" userId="8443cd8f-b258-4c7c-bbdd-a870d3924868" providerId="ADAL" clId="{6BB71D4F-005F-46BF-AC9D-9DCCF35A520E}" dt="2022-01-02T11:31:29.388" v="2339"/>
          <ac:spMkLst>
            <pc:docMk/>
            <pc:sldMk cId="1156014458" sldId="316"/>
            <ac:spMk id="11" creationId="{1C1629B6-5FCD-4887-AF0D-98631173CBDD}"/>
          </ac:spMkLst>
        </pc:spChg>
        <pc:spChg chg="del">
          <ac:chgData name="김태영" userId="8443cd8f-b258-4c7c-bbdd-a870d3924868" providerId="ADAL" clId="{6BB71D4F-005F-46BF-AC9D-9DCCF35A520E}" dt="2022-01-02T11:31:29.143" v="2338" actId="478"/>
          <ac:spMkLst>
            <pc:docMk/>
            <pc:sldMk cId="1156014458" sldId="316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1:31:29.143" v="2338" actId="478"/>
          <ac:cxnSpMkLst>
            <pc:docMk/>
            <pc:sldMk cId="1156014458" sldId="316"/>
            <ac:cxnSpMk id="6" creationId="{DF56F183-9B09-48BA-BF2F-14C52941FBDC}"/>
          </ac:cxnSpMkLst>
        </pc:cxnChg>
        <pc:cxnChg chg="add mod">
          <ac:chgData name="김태영" userId="8443cd8f-b258-4c7c-bbdd-a870d3924868" providerId="ADAL" clId="{6BB71D4F-005F-46BF-AC9D-9DCCF35A520E}" dt="2022-01-02T11:31:29.388" v="2339"/>
          <ac:cxnSpMkLst>
            <pc:docMk/>
            <pc:sldMk cId="1156014458" sldId="316"/>
            <ac:cxnSpMk id="10" creationId="{283734A5-750E-48BB-ACBB-F792B368C273}"/>
          </ac:cxnSpMkLst>
        </pc:cxnChg>
      </pc:sldChg>
      <pc:sldChg chg="add">
        <pc:chgData name="김태영" userId="8443cd8f-b258-4c7c-bbdd-a870d3924868" providerId="ADAL" clId="{6BB71D4F-005F-46BF-AC9D-9DCCF35A520E}" dt="2022-01-02T12:12:44.765" v="3701"/>
        <pc:sldMkLst>
          <pc:docMk/>
          <pc:sldMk cId="2508291833" sldId="318"/>
        </pc:sldMkLst>
      </pc:sldChg>
      <pc:sldChg chg="del ord">
        <pc:chgData name="김태영" userId="8443cd8f-b258-4c7c-bbdd-a870d3924868" providerId="ADAL" clId="{6BB71D4F-005F-46BF-AC9D-9DCCF35A520E}" dt="2022-01-02T12:12:41.784" v="3700" actId="2696"/>
        <pc:sldMkLst>
          <pc:docMk/>
          <pc:sldMk cId="2594186074" sldId="318"/>
        </pc:sldMkLst>
      </pc:sldChg>
      <pc:sldChg chg="del">
        <pc:chgData name="김태영" userId="8443cd8f-b258-4c7c-bbdd-a870d3924868" providerId="ADAL" clId="{6BB71D4F-005F-46BF-AC9D-9DCCF35A520E}" dt="2022-01-02T11:53:18.487" v="2481" actId="47"/>
        <pc:sldMkLst>
          <pc:docMk/>
          <pc:sldMk cId="3829291059" sldId="320"/>
        </pc:sldMkLst>
      </pc:sldChg>
      <pc:sldChg chg="modSp mod ord">
        <pc:chgData name="김태영" userId="8443cd8f-b258-4c7c-bbdd-a870d3924868" providerId="ADAL" clId="{6BB71D4F-005F-46BF-AC9D-9DCCF35A520E}" dt="2022-01-03T01:34:07.623" v="5937"/>
        <pc:sldMkLst>
          <pc:docMk/>
          <pc:sldMk cId="2285916183" sldId="321"/>
        </pc:sldMkLst>
        <pc:spChg chg="mod">
          <ac:chgData name="김태영" userId="8443cd8f-b258-4c7c-bbdd-a870d3924868" providerId="ADAL" clId="{6BB71D4F-005F-46BF-AC9D-9DCCF35A520E}" dt="2022-01-02T11:49:11.958" v="2359" actId="20577"/>
          <ac:spMkLst>
            <pc:docMk/>
            <pc:sldMk cId="2285916183" sldId="321"/>
            <ac:spMk id="2" creationId="{CF4CE3D9-E592-44B8-A6ED-538CAA7B0CF9}"/>
          </ac:spMkLst>
        </pc:spChg>
        <pc:spChg chg="mod">
          <ac:chgData name="김태영" userId="8443cd8f-b258-4c7c-bbdd-a870d3924868" providerId="ADAL" clId="{6BB71D4F-005F-46BF-AC9D-9DCCF35A520E}" dt="2022-01-02T11:48:20.730" v="2349" actId="20577"/>
          <ac:spMkLst>
            <pc:docMk/>
            <pc:sldMk cId="2285916183" sldId="321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48:28.908" v="2352" actId="20577"/>
          <ac:spMkLst>
            <pc:docMk/>
            <pc:sldMk cId="2285916183" sldId="321"/>
            <ac:spMk id="5" creationId="{26EAEEBF-5BDB-4608-AAFA-A699C7F4D6A6}"/>
          </ac:spMkLst>
        </pc:spChg>
      </pc:sldChg>
      <pc:sldChg chg="modSp mod ord">
        <pc:chgData name="김태영" userId="8443cd8f-b258-4c7c-bbdd-a870d3924868" providerId="ADAL" clId="{6BB71D4F-005F-46BF-AC9D-9DCCF35A520E}" dt="2022-01-03T01:34:07.623" v="5937"/>
        <pc:sldMkLst>
          <pc:docMk/>
          <pc:sldMk cId="4100127133" sldId="322"/>
        </pc:sldMkLst>
        <pc:spChg chg="mod">
          <ac:chgData name="김태영" userId="8443cd8f-b258-4c7c-bbdd-a870d3924868" providerId="ADAL" clId="{6BB71D4F-005F-46BF-AC9D-9DCCF35A520E}" dt="2022-01-02T11:51:33.865" v="2367" actId="20577"/>
          <ac:spMkLst>
            <pc:docMk/>
            <pc:sldMk cId="4100127133" sldId="322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51:32.059" v="2365" actId="20577"/>
          <ac:spMkLst>
            <pc:docMk/>
            <pc:sldMk cId="4100127133" sldId="322"/>
            <ac:spMk id="5" creationId="{26EAEEBF-5BDB-4608-AAFA-A699C7F4D6A6}"/>
          </ac:spMkLst>
        </pc:spChg>
        <pc:spChg chg="mod">
          <ac:chgData name="김태영" userId="8443cd8f-b258-4c7c-bbdd-a870d3924868" providerId="ADAL" clId="{6BB71D4F-005F-46BF-AC9D-9DCCF35A520E}" dt="2022-01-02T11:50:32.408" v="2360" actId="115"/>
          <ac:spMkLst>
            <pc:docMk/>
            <pc:sldMk cId="4100127133" sldId="322"/>
            <ac:spMk id="16" creationId="{33FCD501-7014-48A2-9634-8338C0D2E1F5}"/>
          </ac:spMkLst>
        </pc:spChg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310961874" sldId="323"/>
        </pc:sldMkLst>
      </pc:sldChg>
      <pc:sldChg chg="addSp delSp modSp del mod">
        <pc:chgData name="김태영" userId="8443cd8f-b258-4c7c-bbdd-a870d3924868" providerId="ADAL" clId="{6BB71D4F-005F-46BF-AC9D-9DCCF35A520E}" dt="2022-01-02T12:00:47.330" v="2632" actId="2696"/>
        <pc:sldMkLst>
          <pc:docMk/>
          <pc:sldMk cId="2576018947" sldId="323"/>
        </pc:sldMkLst>
        <pc:spChg chg="del">
          <ac:chgData name="김태영" userId="8443cd8f-b258-4c7c-bbdd-a870d3924868" providerId="ADAL" clId="{6BB71D4F-005F-46BF-AC9D-9DCCF35A520E}" dt="2022-01-02T11:51:42.838" v="2372" actId="478"/>
          <ac:spMkLst>
            <pc:docMk/>
            <pc:sldMk cId="2576018947" sldId="323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51:42.838" v="2372" actId="478"/>
          <ac:spMkLst>
            <pc:docMk/>
            <pc:sldMk cId="2576018947" sldId="323"/>
            <ac:spMk id="5" creationId="{26EAEEBF-5BDB-4608-AAFA-A699C7F4D6A6}"/>
          </ac:spMkLst>
        </pc:spChg>
        <pc:spChg chg="add del mod">
          <ac:chgData name="김태영" userId="8443cd8f-b258-4c7c-bbdd-a870d3924868" providerId="ADAL" clId="{6BB71D4F-005F-46BF-AC9D-9DCCF35A520E}" dt="2022-01-02T11:51:39.084" v="2369"/>
          <ac:spMkLst>
            <pc:docMk/>
            <pc:sldMk cId="2576018947" sldId="323"/>
            <ac:spMk id="11" creationId="{3188DAF9-0D91-42B1-B659-346C738A7D39}"/>
          </ac:spMkLst>
        </pc:spChg>
        <pc:spChg chg="add del mod">
          <ac:chgData name="김태영" userId="8443cd8f-b258-4c7c-bbdd-a870d3924868" providerId="ADAL" clId="{6BB71D4F-005F-46BF-AC9D-9DCCF35A520E}" dt="2022-01-02T11:51:39.084" v="2369"/>
          <ac:spMkLst>
            <pc:docMk/>
            <pc:sldMk cId="2576018947" sldId="323"/>
            <ac:spMk id="13" creationId="{5347EF53-5BF6-4205-9694-AC36B305D848}"/>
          </ac:spMkLst>
        </pc:spChg>
        <pc:spChg chg="add del mod">
          <ac:chgData name="김태영" userId="8443cd8f-b258-4c7c-bbdd-a870d3924868" providerId="ADAL" clId="{6BB71D4F-005F-46BF-AC9D-9DCCF35A520E}" dt="2022-01-02T11:51:39.084" v="2369"/>
          <ac:spMkLst>
            <pc:docMk/>
            <pc:sldMk cId="2576018947" sldId="323"/>
            <ac:spMk id="15" creationId="{311E15E1-07E5-4F57-9960-C21C99182D5E}"/>
          </ac:spMkLst>
        </pc:spChg>
        <pc:spChg chg="add del mod">
          <ac:chgData name="김태영" userId="8443cd8f-b258-4c7c-bbdd-a870d3924868" providerId="ADAL" clId="{6BB71D4F-005F-46BF-AC9D-9DCCF35A520E}" dt="2022-01-02T11:51:42.580" v="2371"/>
          <ac:spMkLst>
            <pc:docMk/>
            <pc:sldMk cId="2576018947" sldId="323"/>
            <ac:spMk id="16" creationId="{8926C847-8CAD-438D-9D36-9F4E2C966E94}"/>
          </ac:spMkLst>
        </pc:spChg>
        <pc:spChg chg="add del mod">
          <ac:chgData name="김태영" userId="8443cd8f-b258-4c7c-bbdd-a870d3924868" providerId="ADAL" clId="{6BB71D4F-005F-46BF-AC9D-9DCCF35A520E}" dt="2022-01-02T11:51:42.580" v="2371"/>
          <ac:spMkLst>
            <pc:docMk/>
            <pc:sldMk cId="2576018947" sldId="323"/>
            <ac:spMk id="17" creationId="{1BBFAA32-DA28-4875-A13B-838601F962E5}"/>
          </ac:spMkLst>
        </pc:spChg>
        <pc:spChg chg="add del mod">
          <ac:chgData name="김태영" userId="8443cd8f-b258-4c7c-bbdd-a870d3924868" providerId="ADAL" clId="{6BB71D4F-005F-46BF-AC9D-9DCCF35A520E}" dt="2022-01-02T11:51:42.580" v="2371"/>
          <ac:spMkLst>
            <pc:docMk/>
            <pc:sldMk cId="2576018947" sldId="323"/>
            <ac:spMk id="19" creationId="{82FA68FE-1DB1-4B59-9233-C0BE2A34F9FF}"/>
          </ac:spMkLst>
        </pc:spChg>
        <pc:spChg chg="add mod">
          <ac:chgData name="김태영" userId="8443cd8f-b258-4c7c-bbdd-a870d3924868" providerId="ADAL" clId="{6BB71D4F-005F-46BF-AC9D-9DCCF35A520E}" dt="2022-01-02T11:51:43.100" v="2373"/>
          <ac:spMkLst>
            <pc:docMk/>
            <pc:sldMk cId="2576018947" sldId="323"/>
            <ac:spMk id="20" creationId="{6EB5EF9A-A838-4DCF-A0E2-41561F5BFDE1}"/>
          </ac:spMkLst>
        </pc:spChg>
        <pc:spChg chg="add mod">
          <ac:chgData name="김태영" userId="8443cd8f-b258-4c7c-bbdd-a870d3924868" providerId="ADAL" clId="{6BB71D4F-005F-46BF-AC9D-9DCCF35A520E}" dt="2022-01-02T11:51:43.100" v="2373"/>
          <ac:spMkLst>
            <pc:docMk/>
            <pc:sldMk cId="2576018947" sldId="323"/>
            <ac:spMk id="21" creationId="{A1633C83-DF1C-4D42-893F-3777E09167D1}"/>
          </ac:spMkLst>
        </pc:spChg>
        <pc:spChg chg="add mod">
          <ac:chgData name="김태영" userId="8443cd8f-b258-4c7c-bbdd-a870d3924868" providerId="ADAL" clId="{6BB71D4F-005F-46BF-AC9D-9DCCF35A520E}" dt="2022-01-02T11:51:43.100" v="2373"/>
          <ac:spMkLst>
            <pc:docMk/>
            <pc:sldMk cId="2576018947" sldId="323"/>
            <ac:spMk id="23" creationId="{4A6A8E42-EA68-4793-AC8C-DBED0D472D5C}"/>
          </ac:spMkLst>
        </pc:spChg>
        <pc:spChg chg="del">
          <ac:chgData name="김태영" userId="8443cd8f-b258-4c7c-bbdd-a870d3924868" providerId="ADAL" clId="{6BB71D4F-005F-46BF-AC9D-9DCCF35A520E}" dt="2022-01-02T11:51:42.838" v="2372" actId="478"/>
          <ac:spMkLst>
            <pc:docMk/>
            <pc:sldMk cId="2576018947" sldId="323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1:51:42.838" v="2372" actId="478"/>
          <ac:cxnSpMkLst>
            <pc:docMk/>
            <pc:sldMk cId="2576018947" sldId="323"/>
            <ac:cxnSpMk id="6" creationId="{DF56F183-9B09-48BA-BF2F-14C52941FBDC}"/>
          </ac:cxnSpMkLst>
        </pc:cxnChg>
        <pc:cxnChg chg="add del mod">
          <ac:chgData name="김태영" userId="8443cd8f-b258-4c7c-bbdd-a870d3924868" providerId="ADAL" clId="{6BB71D4F-005F-46BF-AC9D-9DCCF35A520E}" dt="2022-01-02T11:51:39.084" v="2369"/>
          <ac:cxnSpMkLst>
            <pc:docMk/>
            <pc:sldMk cId="2576018947" sldId="323"/>
            <ac:cxnSpMk id="14" creationId="{FE735194-01AD-4398-AB63-9B41ACBA8E5A}"/>
          </ac:cxnSpMkLst>
        </pc:cxnChg>
        <pc:cxnChg chg="add del mod">
          <ac:chgData name="김태영" userId="8443cd8f-b258-4c7c-bbdd-a870d3924868" providerId="ADAL" clId="{6BB71D4F-005F-46BF-AC9D-9DCCF35A520E}" dt="2022-01-02T11:51:42.580" v="2371"/>
          <ac:cxnSpMkLst>
            <pc:docMk/>
            <pc:sldMk cId="2576018947" sldId="323"/>
            <ac:cxnSpMk id="18" creationId="{ACB3189B-428A-4E05-8FAA-3DE4ADC48E9D}"/>
          </ac:cxnSpMkLst>
        </pc:cxnChg>
        <pc:cxnChg chg="add mod">
          <ac:chgData name="김태영" userId="8443cd8f-b258-4c7c-bbdd-a870d3924868" providerId="ADAL" clId="{6BB71D4F-005F-46BF-AC9D-9DCCF35A520E}" dt="2022-01-02T11:51:43.100" v="2373"/>
          <ac:cxnSpMkLst>
            <pc:docMk/>
            <pc:sldMk cId="2576018947" sldId="323"/>
            <ac:cxnSpMk id="22" creationId="{6E093DDF-C14F-4F28-9535-D8CEDC1E4A5A}"/>
          </ac:cxnSpMkLst>
        </pc:cxnChg>
      </pc:sldChg>
      <pc:sldChg chg="add del">
        <pc:chgData name="김태영" userId="8443cd8f-b258-4c7c-bbdd-a870d3924868" providerId="ADAL" clId="{6BB71D4F-005F-46BF-AC9D-9DCCF35A520E}" dt="2022-01-02T12:12:53.304" v="3702" actId="47"/>
        <pc:sldMkLst>
          <pc:docMk/>
          <pc:sldMk cId="3119756974" sldId="323"/>
        </pc:sldMkLst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907684384" sldId="324"/>
        </pc:sldMkLst>
      </pc:sldChg>
      <pc:sldChg chg="addSp delSp modSp del mod">
        <pc:chgData name="김태영" userId="8443cd8f-b258-4c7c-bbdd-a870d3924868" providerId="ADAL" clId="{6BB71D4F-005F-46BF-AC9D-9DCCF35A520E}" dt="2022-01-02T12:00:47.330" v="2632" actId="2696"/>
        <pc:sldMkLst>
          <pc:docMk/>
          <pc:sldMk cId="3421980833" sldId="324"/>
        </pc:sldMkLst>
        <pc:spChg chg="del">
          <ac:chgData name="김태영" userId="8443cd8f-b258-4c7c-bbdd-a870d3924868" providerId="ADAL" clId="{6BB71D4F-005F-46BF-AC9D-9DCCF35A520E}" dt="2022-01-02T11:51:46.747" v="2374" actId="478"/>
          <ac:spMkLst>
            <pc:docMk/>
            <pc:sldMk cId="3421980833" sldId="324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51:46.747" v="2374" actId="478"/>
          <ac:spMkLst>
            <pc:docMk/>
            <pc:sldMk cId="3421980833" sldId="324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1:51:47.023" v="2375"/>
          <ac:spMkLst>
            <pc:docMk/>
            <pc:sldMk cId="3421980833" sldId="324"/>
            <ac:spMk id="11" creationId="{7EE31292-04DF-4B25-B588-DC2EE724B47A}"/>
          </ac:spMkLst>
        </pc:spChg>
        <pc:spChg chg="add mod">
          <ac:chgData name="김태영" userId="8443cd8f-b258-4c7c-bbdd-a870d3924868" providerId="ADAL" clId="{6BB71D4F-005F-46BF-AC9D-9DCCF35A520E}" dt="2022-01-02T11:51:47.023" v="2375"/>
          <ac:spMkLst>
            <pc:docMk/>
            <pc:sldMk cId="3421980833" sldId="324"/>
            <ac:spMk id="13" creationId="{00EC4670-EDF9-4D95-AB34-115387BA587E}"/>
          </ac:spMkLst>
        </pc:spChg>
        <pc:spChg chg="add mod">
          <ac:chgData name="김태영" userId="8443cd8f-b258-4c7c-bbdd-a870d3924868" providerId="ADAL" clId="{6BB71D4F-005F-46BF-AC9D-9DCCF35A520E}" dt="2022-01-02T11:51:47.023" v="2375"/>
          <ac:spMkLst>
            <pc:docMk/>
            <pc:sldMk cId="3421980833" sldId="324"/>
            <ac:spMk id="15" creationId="{98657BD5-3B1D-4B81-A00B-90AC63BC498A}"/>
          </ac:spMkLst>
        </pc:spChg>
        <pc:spChg chg="del">
          <ac:chgData name="김태영" userId="8443cd8f-b258-4c7c-bbdd-a870d3924868" providerId="ADAL" clId="{6BB71D4F-005F-46BF-AC9D-9DCCF35A520E}" dt="2022-01-02T11:51:46.747" v="2374" actId="478"/>
          <ac:spMkLst>
            <pc:docMk/>
            <pc:sldMk cId="3421980833" sldId="324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1:51:46.747" v="2374" actId="478"/>
          <ac:cxnSpMkLst>
            <pc:docMk/>
            <pc:sldMk cId="3421980833" sldId="324"/>
            <ac:cxnSpMk id="6" creationId="{DF56F183-9B09-48BA-BF2F-14C52941FBDC}"/>
          </ac:cxnSpMkLst>
        </pc:cxnChg>
        <pc:cxnChg chg="add mod">
          <ac:chgData name="김태영" userId="8443cd8f-b258-4c7c-bbdd-a870d3924868" providerId="ADAL" clId="{6BB71D4F-005F-46BF-AC9D-9DCCF35A520E}" dt="2022-01-02T11:51:47.023" v="2375"/>
          <ac:cxnSpMkLst>
            <pc:docMk/>
            <pc:sldMk cId="3421980833" sldId="324"/>
            <ac:cxnSpMk id="14" creationId="{31BC78A3-8F5E-403A-9A9A-568584682A23}"/>
          </ac:cxnSpMkLst>
        </pc:cxnChg>
      </pc:sldChg>
      <pc:sldChg chg="add del">
        <pc:chgData name="김태영" userId="8443cd8f-b258-4c7c-bbdd-a870d3924868" providerId="ADAL" clId="{6BB71D4F-005F-46BF-AC9D-9DCCF35A520E}" dt="2022-01-02T12:12:54.287" v="3703" actId="47"/>
        <pc:sldMkLst>
          <pc:docMk/>
          <pc:sldMk cId="4197735471" sldId="324"/>
        </pc:sldMkLst>
      </pc:sldChg>
      <pc:sldChg chg="add del">
        <pc:chgData name="김태영" userId="8443cd8f-b258-4c7c-bbdd-a870d3924868" providerId="ADAL" clId="{6BB71D4F-005F-46BF-AC9D-9DCCF35A520E}" dt="2022-01-02T12:12:54.400" v="3704" actId="47"/>
        <pc:sldMkLst>
          <pc:docMk/>
          <pc:sldMk cId="198676454" sldId="325"/>
        </pc:sldMkLst>
      </pc:sldChg>
      <pc:sldChg chg="add del">
        <pc:chgData name="김태영" userId="8443cd8f-b258-4c7c-bbdd-a870d3924868" providerId="ADAL" clId="{6BB71D4F-005F-46BF-AC9D-9DCCF35A520E}" dt="2022-01-02T12:12:41.784" v="3700" actId="2696"/>
        <pc:sldMkLst>
          <pc:docMk/>
          <pc:sldMk cId="1893381210" sldId="325"/>
        </pc:sldMkLst>
      </pc:sldChg>
      <pc:sldChg chg="addSp delSp modSp del mod">
        <pc:chgData name="김태영" userId="8443cd8f-b258-4c7c-bbdd-a870d3924868" providerId="ADAL" clId="{6BB71D4F-005F-46BF-AC9D-9DCCF35A520E}" dt="2022-01-02T12:00:47.330" v="2632" actId="2696"/>
        <pc:sldMkLst>
          <pc:docMk/>
          <pc:sldMk cId="3280456474" sldId="325"/>
        </pc:sldMkLst>
        <pc:spChg chg="del">
          <ac:chgData name="김태영" userId="8443cd8f-b258-4c7c-bbdd-a870d3924868" providerId="ADAL" clId="{6BB71D4F-005F-46BF-AC9D-9DCCF35A520E}" dt="2022-01-02T11:51:49.821" v="2376" actId="478"/>
          <ac:spMkLst>
            <pc:docMk/>
            <pc:sldMk cId="3280456474" sldId="325"/>
            <ac:spMk id="3" creationId="{9AC5D99C-747A-4109-9928-21CBA3C4471D}"/>
          </ac:spMkLst>
        </pc:spChg>
        <pc:spChg chg="del">
          <ac:chgData name="김태영" userId="8443cd8f-b258-4c7c-bbdd-a870d3924868" providerId="ADAL" clId="{6BB71D4F-005F-46BF-AC9D-9DCCF35A520E}" dt="2022-01-02T11:51:49.821" v="2376" actId="478"/>
          <ac:spMkLst>
            <pc:docMk/>
            <pc:sldMk cId="3280456474" sldId="325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1:51:50.012" v="2377"/>
          <ac:spMkLst>
            <pc:docMk/>
            <pc:sldMk cId="3280456474" sldId="325"/>
            <ac:spMk id="13" creationId="{E086EA28-A0BD-4AA2-ACCA-561A5B5F4BC4}"/>
          </ac:spMkLst>
        </pc:spChg>
        <pc:spChg chg="add mod">
          <ac:chgData name="김태영" userId="8443cd8f-b258-4c7c-bbdd-a870d3924868" providerId="ADAL" clId="{6BB71D4F-005F-46BF-AC9D-9DCCF35A520E}" dt="2022-01-02T11:51:50.012" v="2377"/>
          <ac:spMkLst>
            <pc:docMk/>
            <pc:sldMk cId="3280456474" sldId="325"/>
            <ac:spMk id="15" creationId="{671F686A-DB07-442B-9C97-A0DC7D5BE4F8}"/>
          </ac:spMkLst>
        </pc:spChg>
        <pc:spChg chg="add mod">
          <ac:chgData name="김태영" userId="8443cd8f-b258-4c7c-bbdd-a870d3924868" providerId="ADAL" clId="{6BB71D4F-005F-46BF-AC9D-9DCCF35A520E}" dt="2022-01-02T11:51:50.012" v="2377"/>
          <ac:spMkLst>
            <pc:docMk/>
            <pc:sldMk cId="3280456474" sldId="325"/>
            <ac:spMk id="18" creationId="{45E7B257-31CB-4156-A83E-3B68C271BF9C}"/>
          </ac:spMkLst>
        </pc:spChg>
        <pc:spChg chg="del">
          <ac:chgData name="김태영" userId="8443cd8f-b258-4c7c-bbdd-a870d3924868" providerId="ADAL" clId="{6BB71D4F-005F-46BF-AC9D-9DCCF35A520E}" dt="2022-01-02T11:51:49.821" v="2376" actId="478"/>
          <ac:spMkLst>
            <pc:docMk/>
            <pc:sldMk cId="3280456474" sldId="325"/>
            <ac:spMk id="41" creationId="{4FD2D8B8-D718-4F6F-A048-D81FF4BE3DA0}"/>
          </ac:spMkLst>
        </pc:spChg>
        <pc:cxnChg chg="add mod">
          <ac:chgData name="김태영" userId="8443cd8f-b258-4c7c-bbdd-a870d3924868" providerId="ADAL" clId="{6BB71D4F-005F-46BF-AC9D-9DCCF35A520E}" dt="2022-01-02T11:51:50.012" v="2377"/>
          <ac:cxnSpMkLst>
            <pc:docMk/>
            <pc:sldMk cId="3280456474" sldId="325"/>
            <ac:cxnSpMk id="17" creationId="{55917D71-9F11-49D1-88A8-8B056E2A1684}"/>
          </ac:cxnSpMkLst>
        </pc:cxnChg>
      </pc:sldChg>
      <pc:sldChg chg="del">
        <pc:chgData name="김태영" userId="8443cd8f-b258-4c7c-bbdd-a870d3924868" providerId="ADAL" clId="{6BB71D4F-005F-46BF-AC9D-9DCCF35A520E}" dt="2022-01-02T12:11:49.042" v="3685" actId="47"/>
        <pc:sldMkLst>
          <pc:docMk/>
          <pc:sldMk cId="343920036" sldId="330"/>
        </pc:sldMkLst>
      </pc:sldChg>
      <pc:sldChg chg="addSp delSp modSp add mod ord modNotesTx">
        <pc:chgData name="김태영" userId="8443cd8f-b258-4c7c-bbdd-a870d3924868" providerId="ADAL" clId="{6BB71D4F-005F-46BF-AC9D-9DCCF35A520E}" dt="2022-01-03T01:36:47.291" v="5939" actId="20577"/>
        <pc:sldMkLst>
          <pc:docMk/>
          <pc:sldMk cId="3828819505" sldId="331"/>
        </pc:sldMkLst>
        <pc:spChg chg="del">
          <ac:chgData name="김태영" userId="8443cd8f-b258-4c7c-bbdd-a870d3924868" providerId="ADAL" clId="{6BB71D4F-005F-46BF-AC9D-9DCCF35A520E}" dt="2021-12-29T08:55:21.056" v="25" actId="478"/>
          <ac:spMkLst>
            <pc:docMk/>
            <pc:sldMk cId="3828819505" sldId="331"/>
            <ac:spMk id="2" creationId="{8F7052E9-AFEA-4D45-953E-7E1D722F5226}"/>
          </ac:spMkLst>
        </pc:spChg>
        <pc:spChg chg="del mod">
          <ac:chgData name="김태영" userId="8443cd8f-b258-4c7c-bbdd-a870d3924868" providerId="ADAL" clId="{6BB71D4F-005F-46BF-AC9D-9DCCF35A520E}" dt="2022-01-02T12:03:26.286" v="2681" actId="478"/>
          <ac:spMkLst>
            <pc:docMk/>
            <pc:sldMk cId="3828819505" sldId="331"/>
            <ac:spMk id="3" creationId="{9AC5D99C-747A-4109-9928-21CBA3C4471D}"/>
          </ac:spMkLst>
        </pc:spChg>
        <pc:spChg chg="del mod">
          <ac:chgData name="김태영" userId="8443cd8f-b258-4c7c-bbdd-a870d3924868" providerId="ADAL" clId="{6BB71D4F-005F-46BF-AC9D-9DCCF35A520E}" dt="2022-01-02T12:03:26.286" v="2681" actId="478"/>
          <ac:spMkLst>
            <pc:docMk/>
            <pc:sldMk cId="3828819505" sldId="331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2:03:26.457" v="2682"/>
          <ac:spMkLst>
            <pc:docMk/>
            <pc:sldMk cId="3828819505" sldId="331"/>
            <ac:spMk id="8" creationId="{D92B1850-7B9F-4D25-8246-41645B91AB7E}"/>
          </ac:spMkLst>
        </pc:spChg>
        <pc:spChg chg="add mod">
          <ac:chgData name="김태영" userId="8443cd8f-b258-4c7c-bbdd-a870d3924868" providerId="ADAL" clId="{6BB71D4F-005F-46BF-AC9D-9DCCF35A520E}" dt="2022-01-02T12:03:28.513" v="2684" actId="20577"/>
          <ac:spMkLst>
            <pc:docMk/>
            <pc:sldMk cId="3828819505" sldId="331"/>
            <ac:spMk id="9" creationId="{CFDA6E62-10E4-4043-A2A0-1C9010BBB2CE}"/>
          </ac:spMkLst>
        </pc:spChg>
        <pc:spChg chg="add mod">
          <ac:chgData name="김태영" userId="8443cd8f-b258-4c7c-bbdd-a870d3924868" providerId="ADAL" clId="{6BB71D4F-005F-46BF-AC9D-9DCCF35A520E}" dt="2022-01-02T12:03:30.658" v="2688" actId="20577"/>
          <ac:spMkLst>
            <pc:docMk/>
            <pc:sldMk cId="3828819505" sldId="331"/>
            <ac:spMk id="11" creationId="{1EF3AC0E-27C3-43BA-BE76-FCC1B48672EE}"/>
          </ac:spMkLst>
        </pc:spChg>
        <pc:spChg chg="del mod">
          <ac:chgData name="김태영" userId="8443cd8f-b258-4c7c-bbdd-a870d3924868" providerId="ADAL" clId="{6BB71D4F-005F-46BF-AC9D-9DCCF35A520E}" dt="2022-01-02T12:06:35.718" v="2775"/>
          <ac:spMkLst>
            <pc:docMk/>
            <pc:sldMk cId="3828819505" sldId="331"/>
            <ac:spMk id="12" creationId="{5C088F7D-5074-43A3-9683-26FA5B15984E}"/>
          </ac:spMkLst>
        </pc:spChg>
        <pc:spChg chg="add mod">
          <ac:chgData name="김태영" userId="8443cd8f-b258-4c7c-bbdd-a870d3924868" providerId="ADAL" clId="{6BB71D4F-005F-46BF-AC9D-9DCCF35A520E}" dt="2022-01-03T01:36:47.291" v="5939" actId="20577"/>
          <ac:spMkLst>
            <pc:docMk/>
            <pc:sldMk cId="3828819505" sldId="331"/>
            <ac:spMk id="13" creationId="{0EF0E44A-252F-4948-B8C4-367139E6862B}"/>
          </ac:spMkLst>
        </pc:spChg>
        <pc:spChg chg="del">
          <ac:chgData name="김태영" userId="8443cd8f-b258-4c7c-bbdd-a870d3924868" providerId="ADAL" clId="{6BB71D4F-005F-46BF-AC9D-9DCCF35A520E}" dt="2022-01-02T12:03:26.286" v="2681" actId="478"/>
          <ac:spMkLst>
            <pc:docMk/>
            <pc:sldMk cId="3828819505" sldId="331"/>
            <ac:spMk id="41" creationId="{4FD2D8B8-D718-4F6F-A048-D81FF4BE3DA0}"/>
          </ac:spMkLst>
        </pc:spChg>
        <pc:cxnChg chg="add mod">
          <ac:chgData name="김태영" userId="8443cd8f-b258-4c7c-bbdd-a870d3924868" providerId="ADAL" clId="{6BB71D4F-005F-46BF-AC9D-9DCCF35A520E}" dt="2022-01-02T12:03:26.457" v="2682"/>
          <ac:cxnSpMkLst>
            <pc:docMk/>
            <pc:sldMk cId="3828819505" sldId="331"/>
            <ac:cxnSpMk id="10" creationId="{B59F6A80-81A4-4AAE-86AE-13A03DF542E7}"/>
          </ac:cxnSpMkLst>
        </pc:cxnChg>
      </pc:sldChg>
      <pc:sldChg chg="addSp delSp modSp add mod ord modNotesTx">
        <pc:chgData name="김태영" userId="8443cd8f-b258-4c7c-bbdd-a870d3924868" providerId="ADAL" clId="{6BB71D4F-005F-46BF-AC9D-9DCCF35A520E}" dt="2022-01-03T01:36:54.086" v="5941" actId="20577"/>
        <pc:sldMkLst>
          <pc:docMk/>
          <pc:sldMk cId="889244310" sldId="332"/>
        </pc:sldMkLst>
        <pc:spChg chg="del">
          <ac:chgData name="김태영" userId="8443cd8f-b258-4c7c-bbdd-a870d3924868" providerId="ADAL" clId="{6BB71D4F-005F-46BF-AC9D-9DCCF35A520E}" dt="2021-12-29T08:56:14.666" v="231" actId="478"/>
          <ac:spMkLst>
            <pc:docMk/>
            <pc:sldMk cId="889244310" sldId="332"/>
            <ac:spMk id="2" creationId="{8F7052E9-AFEA-4D45-953E-7E1D722F5226}"/>
          </ac:spMkLst>
        </pc:spChg>
        <pc:spChg chg="del">
          <ac:chgData name="김태영" userId="8443cd8f-b258-4c7c-bbdd-a870d3924868" providerId="ADAL" clId="{6BB71D4F-005F-46BF-AC9D-9DCCF35A520E}" dt="2022-01-02T12:03:46.653" v="2696" actId="478"/>
          <ac:spMkLst>
            <pc:docMk/>
            <pc:sldMk cId="889244310" sldId="332"/>
            <ac:spMk id="3" creationId="{9AC5D99C-747A-4109-9928-21CBA3C4471D}"/>
          </ac:spMkLst>
        </pc:spChg>
        <pc:spChg chg="del mod">
          <ac:chgData name="김태영" userId="8443cd8f-b258-4c7c-bbdd-a870d3924868" providerId="ADAL" clId="{6BB71D4F-005F-46BF-AC9D-9DCCF35A520E}" dt="2022-01-02T12:03:46.653" v="2696" actId="478"/>
          <ac:spMkLst>
            <pc:docMk/>
            <pc:sldMk cId="889244310" sldId="332"/>
            <ac:spMk id="5" creationId="{26EAEEBF-5BDB-4608-AAFA-A699C7F4D6A6}"/>
          </ac:spMkLst>
        </pc:spChg>
        <pc:spChg chg="add mod">
          <ac:chgData name="김태영" userId="8443cd8f-b258-4c7c-bbdd-a870d3924868" providerId="ADAL" clId="{6BB71D4F-005F-46BF-AC9D-9DCCF35A520E}" dt="2022-01-02T12:03:47.404" v="2697"/>
          <ac:spMkLst>
            <pc:docMk/>
            <pc:sldMk cId="889244310" sldId="332"/>
            <ac:spMk id="8" creationId="{5F945A91-4E00-4E06-AFC7-6A16B7C79B0B}"/>
          </ac:spMkLst>
        </pc:spChg>
        <pc:spChg chg="add mod">
          <ac:chgData name="김태영" userId="8443cd8f-b258-4c7c-bbdd-a870d3924868" providerId="ADAL" clId="{6BB71D4F-005F-46BF-AC9D-9DCCF35A520E}" dt="2022-01-02T12:03:48.929" v="2699" actId="20577"/>
          <ac:spMkLst>
            <pc:docMk/>
            <pc:sldMk cId="889244310" sldId="332"/>
            <ac:spMk id="9" creationId="{5429DAF7-99F4-4544-9806-4DAC99159876}"/>
          </ac:spMkLst>
        </pc:spChg>
        <pc:spChg chg="add mod">
          <ac:chgData name="김태영" userId="8443cd8f-b258-4c7c-bbdd-a870d3924868" providerId="ADAL" clId="{6BB71D4F-005F-46BF-AC9D-9DCCF35A520E}" dt="2022-01-02T12:03:50.785" v="2703" actId="20577"/>
          <ac:spMkLst>
            <pc:docMk/>
            <pc:sldMk cId="889244310" sldId="332"/>
            <ac:spMk id="11" creationId="{12E79116-A862-4D9D-8822-AB58DE9FD09D}"/>
          </ac:spMkLst>
        </pc:spChg>
        <pc:spChg chg="del mod">
          <ac:chgData name="김태영" userId="8443cd8f-b258-4c7c-bbdd-a870d3924868" providerId="ADAL" clId="{6BB71D4F-005F-46BF-AC9D-9DCCF35A520E}" dt="2022-01-02T12:38:11.050" v="4531"/>
          <ac:spMkLst>
            <pc:docMk/>
            <pc:sldMk cId="889244310" sldId="332"/>
            <ac:spMk id="12" creationId="{5C088F7D-5074-43A3-9683-26FA5B15984E}"/>
          </ac:spMkLst>
        </pc:spChg>
        <pc:spChg chg="add mod">
          <ac:chgData name="김태영" userId="8443cd8f-b258-4c7c-bbdd-a870d3924868" providerId="ADAL" clId="{6BB71D4F-005F-46BF-AC9D-9DCCF35A520E}" dt="2022-01-03T01:36:54.086" v="5941" actId="20577"/>
          <ac:spMkLst>
            <pc:docMk/>
            <pc:sldMk cId="889244310" sldId="332"/>
            <ac:spMk id="13" creationId="{037E1A6A-1DCD-4096-A1BF-E14B1C8EB61E}"/>
          </ac:spMkLst>
        </pc:spChg>
        <pc:spChg chg="del mod">
          <ac:chgData name="김태영" userId="8443cd8f-b258-4c7c-bbdd-a870d3924868" providerId="ADAL" clId="{6BB71D4F-005F-46BF-AC9D-9DCCF35A520E}" dt="2022-01-02T12:03:46.653" v="2696" actId="478"/>
          <ac:spMkLst>
            <pc:docMk/>
            <pc:sldMk cId="889244310" sldId="332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2:03:46.653" v="2696" actId="478"/>
          <ac:cxnSpMkLst>
            <pc:docMk/>
            <pc:sldMk cId="889244310" sldId="332"/>
            <ac:cxnSpMk id="6" creationId="{DF56F183-9B09-48BA-BF2F-14C52941FBDC}"/>
          </ac:cxnSpMkLst>
        </pc:cxnChg>
        <pc:cxnChg chg="add mod">
          <ac:chgData name="김태영" userId="8443cd8f-b258-4c7c-bbdd-a870d3924868" providerId="ADAL" clId="{6BB71D4F-005F-46BF-AC9D-9DCCF35A520E}" dt="2022-01-02T12:03:47.404" v="2697"/>
          <ac:cxnSpMkLst>
            <pc:docMk/>
            <pc:sldMk cId="889244310" sldId="332"/>
            <ac:cxnSpMk id="10" creationId="{041F5A42-49D2-4651-9662-6ECA843BE906}"/>
          </ac:cxnSpMkLst>
        </pc:cxnChg>
      </pc:sldChg>
      <pc:sldChg chg="addSp delSp modSp add mod ord modNotesTx">
        <pc:chgData name="김태영" userId="8443cd8f-b258-4c7c-bbdd-a870d3924868" providerId="ADAL" clId="{6BB71D4F-005F-46BF-AC9D-9DCCF35A520E}" dt="2022-01-03T01:50:06.090" v="6147" actId="2711"/>
        <pc:sldMkLst>
          <pc:docMk/>
          <pc:sldMk cId="1689874822" sldId="333"/>
        </pc:sldMkLst>
        <pc:spChg chg="del">
          <ac:chgData name="김태영" userId="8443cd8f-b258-4c7c-bbdd-a870d3924868" providerId="ADAL" clId="{6BB71D4F-005F-46BF-AC9D-9DCCF35A520E}" dt="2022-01-02T12:03:37.315" v="2693" actId="478"/>
          <ac:spMkLst>
            <pc:docMk/>
            <pc:sldMk cId="1689874822" sldId="333"/>
            <ac:spMk id="3" creationId="{9AC5D99C-747A-4109-9928-21CBA3C4471D}"/>
          </ac:spMkLst>
        </pc:spChg>
        <pc:spChg chg="del mod">
          <ac:chgData name="김태영" userId="8443cd8f-b258-4c7c-bbdd-a870d3924868" providerId="ADAL" clId="{6BB71D4F-005F-46BF-AC9D-9DCCF35A520E}" dt="2022-01-02T12:03:37.315" v="2693" actId="478"/>
          <ac:spMkLst>
            <pc:docMk/>
            <pc:sldMk cId="1689874822" sldId="333"/>
            <ac:spMk id="5" creationId="{26EAEEBF-5BDB-4608-AAFA-A699C7F4D6A6}"/>
          </ac:spMkLst>
        </pc:spChg>
        <pc:spChg chg="add del mod">
          <ac:chgData name="김태영" userId="8443cd8f-b258-4c7c-bbdd-a870d3924868" providerId="ADAL" clId="{6BB71D4F-005F-46BF-AC9D-9DCCF35A520E}" dt="2022-01-02T12:03:53.428" v="2704" actId="478"/>
          <ac:spMkLst>
            <pc:docMk/>
            <pc:sldMk cId="1689874822" sldId="333"/>
            <ac:spMk id="8" creationId="{3B5BE0F2-5997-470B-AFB4-6D178493ACA0}"/>
          </ac:spMkLst>
        </pc:spChg>
        <pc:spChg chg="add del mod">
          <ac:chgData name="김태영" userId="8443cd8f-b258-4c7c-bbdd-a870d3924868" providerId="ADAL" clId="{6BB71D4F-005F-46BF-AC9D-9DCCF35A520E}" dt="2022-01-02T12:03:53.428" v="2704" actId="478"/>
          <ac:spMkLst>
            <pc:docMk/>
            <pc:sldMk cId="1689874822" sldId="333"/>
            <ac:spMk id="9" creationId="{FA6816EC-ECF9-4351-A8DF-BFB9DEE0EEFA}"/>
          </ac:spMkLst>
        </pc:spChg>
        <pc:spChg chg="add del mod">
          <ac:chgData name="김태영" userId="8443cd8f-b258-4c7c-bbdd-a870d3924868" providerId="ADAL" clId="{6BB71D4F-005F-46BF-AC9D-9DCCF35A520E}" dt="2022-01-02T12:03:53.428" v="2704" actId="478"/>
          <ac:spMkLst>
            <pc:docMk/>
            <pc:sldMk cId="1689874822" sldId="333"/>
            <ac:spMk id="11" creationId="{BE1A0670-9EB3-4621-92F9-3B4874D7FDC3}"/>
          </ac:spMkLst>
        </pc:spChg>
        <pc:spChg chg="del mod">
          <ac:chgData name="김태영" userId="8443cd8f-b258-4c7c-bbdd-a870d3924868" providerId="ADAL" clId="{6BB71D4F-005F-46BF-AC9D-9DCCF35A520E}" dt="2022-01-02T12:53:52.686" v="5468"/>
          <ac:spMkLst>
            <pc:docMk/>
            <pc:sldMk cId="1689874822" sldId="333"/>
            <ac:spMk id="12" creationId="{5C088F7D-5074-43A3-9683-26FA5B15984E}"/>
          </ac:spMkLst>
        </pc:spChg>
        <pc:spChg chg="add mod">
          <ac:chgData name="김태영" userId="8443cd8f-b258-4c7c-bbdd-a870d3924868" providerId="ADAL" clId="{6BB71D4F-005F-46BF-AC9D-9DCCF35A520E}" dt="2022-01-02T12:03:53.591" v="2705"/>
          <ac:spMkLst>
            <pc:docMk/>
            <pc:sldMk cId="1689874822" sldId="333"/>
            <ac:spMk id="13" creationId="{516097D0-3B9B-4C68-B4EB-4D6AB0D3E490}"/>
          </ac:spMkLst>
        </pc:spChg>
        <pc:spChg chg="add mod">
          <ac:chgData name="김태영" userId="8443cd8f-b258-4c7c-bbdd-a870d3924868" providerId="ADAL" clId="{6BB71D4F-005F-46BF-AC9D-9DCCF35A520E}" dt="2022-01-02T12:03:58.804" v="2709" actId="20577"/>
          <ac:spMkLst>
            <pc:docMk/>
            <pc:sldMk cId="1689874822" sldId="333"/>
            <ac:spMk id="14" creationId="{E436087C-F4F7-47F1-916D-3D870848107B}"/>
          </ac:spMkLst>
        </pc:spChg>
        <pc:spChg chg="add mod">
          <ac:chgData name="김태영" userId="8443cd8f-b258-4c7c-bbdd-a870d3924868" providerId="ADAL" clId="{6BB71D4F-005F-46BF-AC9D-9DCCF35A520E}" dt="2022-01-02T12:04:01.939" v="2722" actId="20577"/>
          <ac:spMkLst>
            <pc:docMk/>
            <pc:sldMk cId="1689874822" sldId="333"/>
            <ac:spMk id="16" creationId="{B33EAECF-4999-44EF-A66E-0B645D28319D}"/>
          </ac:spMkLst>
        </pc:spChg>
        <pc:spChg chg="add mod">
          <ac:chgData name="김태영" userId="8443cd8f-b258-4c7c-bbdd-a870d3924868" providerId="ADAL" clId="{6BB71D4F-005F-46BF-AC9D-9DCCF35A520E}" dt="2022-01-03T01:50:06.090" v="6147" actId="2711"/>
          <ac:spMkLst>
            <pc:docMk/>
            <pc:sldMk cId="1689874822" sldId="333"/>
            <ac:spMk id="17" creationId="{12B352AC-0E41-4651-992C-EECF4E4347A1}"/>
          </ac:spMkLst>
        </pc:spChg>
        <pc:spChg chg="del">
          <ac:chgData name="김태영" userId="8443cd8f-b258-4c7c-bbdd-a870d3924868" providerId="ADAL" clId="{6BB71D4F-005F-46BF-AC9D-9DCCF35A520E}" dt="2022-01-02T12:03:37.315" v="2693" actId="478"/>
          <ac:spMkLst>
            <pc:docMk/>
            <pc:sldMk cId="1689874822" sldId="333"/>
            <ac:spMk id="41" creationId="{4FD2D8B8-D718-4F6F-A048-D81FF4BE3DA0}"/>
          </ac:spMkLst>
        </pc:spChg>
        <pc:cxnChg chg="del">
          <ac:chgData name="김태영" userId="8443cd8f-b258-4c7c-bbdd-a870d3924868" providerId="ADAL" clId="{6BB71D4F-005F-46BF-AC9D-9DCCF35A520E}" dt="2022-01-02T12:03:37.315" v="2693" actId="478"/>
          <ac:cxnSpMkLst>
            <pc:docMk/>
            <pc:sldMk cId="1689874822" sldId="333"/>
            <ac:cxnSpMk id="6" creationId="{DF56F183-9B09-48BA-BF2F-14C52941FBDC}"/>
          </ac:cxnSpMkLst>
        </pc:cxnChg>
        <pc:cxnChg chg="add mod">
          <ac:chgData name="김태영" userId="8443cd8f-b258-4c7c-bbdd-a870d3924868" providerId="ADAL" clId="{6BB71D4F-005F-46BF-AC9D-9DCCF35A520E}" dt="2022-01-02T12:03:38.060" v="2694"/>
          <ac:cxnSpMkLst>
            <pc:docMk/>
            <pc:sldMk cId="1689874822" sldId="333"/>
            <ac:cxnSpMk id="10" creationId="{1A7D4238-2E6F-4FEF-9C91-BEED0B3AD004}"/>
          </ac:cxnSpMkLst>
        </pc:cxnChg>
        <pc:cxnChg chg="add mod">
          <ac:chgData name="김태영" userId="8443cd8f-b258-4c7c-bbdd-a870d3924868" providerId="ADAL" clId="{6BB71D4F-005F-46BF-AC9D-9DCCF35A520E}" dt="2022-01-02T12:03:53.591" v="2705"/>
          <ac:cxnSpMkLst>
            <pc:docMk/>
            <pc:sldMk cId="1689874822" sldId="333"/>
            <ac:cxnSpMk id="15" creationId="{CBFEEC93-FF67-4072-85B2-718A772E5B36}"/>
          </ac:cxnSpMkLst>
        </pc:cxnChg>
      </pc:sldChg>
      <pc:sldChg chg="delSp modSp add mod ord">
        <pc:chgData name="김태영" userId="8443cd8f-b258-4c7c-bbdd-a870d3924868" providerId="ADAL" clId="{6BB71D4F-005F-46BF-AC9D-9DCCF35A520E}" dt="2022-01-02T11:51:11.412" v="2361" actId="115"/>
        <pc:sldMkLst>
          <pc:docMk/>
          <pc:sldMk cId="2473143893" sldId="334"/>
        </pc:sldMkLst>
        <pc:spChg chg="mod">
          <ac:chgData name="김태영" userId="8443cd8f-b258-4c7c-bbdd-a870d3924868" providerId="ADAL" clId="{6BB71D4F-005F-46BF-AC9D-9DCCF35A520E}" dt="2022-01-02T11:34:20.902" v="2343" actId="20577"/>
          <ac:spMkLst>
            <pc:docMk/>
            <pc:sldMk cId="2473143893" sldId="334"/>
            <ac:spMk id="3" creationId="{9AC5D99C-747A-4109-9928-21CBA3C4471D}"/>
          </ac:spMkLst>
        </pc:spChg>
        <pc:spChg chg="mod">
          <ac:chgData name="김태영" userId="8443cd8f-b258-4c7c-bbdd-a870d3924868" providerId="ADAL" clId="{6BB71D4F-005F-46BF-AC9D-9DCCF35A520E}" dt="2022-01-02T11:31:05.424" v="2335" actId="20577"/>
          <ac:spMkLst>
            <pc:docMk/>
            <pc:sldMk cId="2473143893" sldId="334"/>
            <ac:spMk id="11" creationId="{BF6E2696-321F-441C-9781-2BB46A66BABF}"/>
          </ac:spMkLst>
        </pc:spChg>
        <pc:spChg chg="del mod">
          <ac:chgData name="김태영" userId="8443cd8f-b258-4c7c-bbdd-a870d3924868" providerId="ADAL" clId="{6BB71D4F-005F-46BF-AC9D-9DCCF35A520E}" dt="2022-01-02T11:29:46.768" v="2318" actId="478"/>
          <ac:spMkLst>
            <pc:docMk/>
            <pc:sldMk cId="2473143893" sldId="334"/>
            <ac:spMk id="12" creationId="{2A9F3C9B-74C0-4C65-BE7D-398BF0DE373B}"/>
          </ac:spMkLst>
        </pc:spChg>
        <pc:spChg chg="mod">
          <ac:chgData name="김태영" userId="8443cd8f-b258-4c7c-bbdd-a870d3924868" providerId="ADAL" clId="{6BB71D4F-005F-46BF-AC9D-9DCCF35A520E}" dt="2022-01-02T11:51:11.412" v="2361" actId="115"/>
          <ac:spMkLst>
            <pc:docMk/>
            <pc:sldMk cId="2473143893" sldId="334"/>
            <ac:spMk id="18" creationId="{FF532EC8-CC41-4490-B2BC-6D30A501AC61}"/>
          </ac:spMkLst>
        </pc:spChg>
        <pc:picChg chg="mod">
          <ac:chgData name="김태영" userId="8443cd8f-b258-4c7c-bbdd-a870d3924868" providerId="ADAL" clId="{6BB71D4F-005F-46BF-AC9D-9DCCF35A520E}" dt="2022-01-02T11:29:55.975" v="2323" actId="1076"/>
          <ac:picMkLst>
            <pc:docMk/>
            <pc:sldMk cId="2473143893" sldId="334"/>
            <ac:picMk id="8" creationId="{766A371E-7D52-4CBA-B4C9-20DA6B4646F2}"/>
          </ac:picMkLst>
        </pc:picChg>
        <pc:cxnChg chg="mod">
          <ac:chgData name="김태영" userId="8443cd8f-b258-4c7c-bbdd-a870d3924868" providerId="ADAL" clId="{6BB71D4F-005F-46BF-AC9D-9DCCF35A520E}" dt="2022-01-02T11:31:02.047" v="2334" actId="1076"/>
          <ac:cxnSpMkLst>
            <pc:docMk/>
            <pc:sldMk cId="2473143893" sldId="334"/>
            <ac:cxnSpMk id="10" creationId="{2FFA788B-5AE5-42B8-8CEE-650F9097D727}"/>
          </ac:cxnSpMkLst>
        </pc:cxnChg>
      </pc:sldChg>
      <pc:sldChg chg="addSp delSp modSp add mod">
        <pc:chgData name="김태영" userId="8443cd8f-b258-4c7c-bbdd-a870d3924868" providerId="ADAL" clId="{6BB71D4F-005F-46BF-AC9D-9DCCF35A520E}" dt="2022-01-02T12:03:08.785" v="2678" actId="14100"/>
        <pc:sldMkLst>
          <pc:docMk/>
          <pc:sldMk cId="4137714097" sldId="335"/>
        </pc:sldMkLst>
        <pc:spChg chg="del">
          <ac:chgData name="김태영" userId="8443cd8f-b258-4c7c-bbdd-a870d3924868" providerId="ADAL" clId="{6BB71D4F-005F-46BF-AC9D-9DCCF35A520E}" dt="2022-01-02T11:51:55.986" v="2379" actId="478"/>
          <ac:spMkLst>
            <pc:docMk/>
            <pc:sldMk cId="4137714097" sldId="335"/>
            <ac:spMk id="9" creationId="{2BDB7C23-92C9-4EC1-AD1F-EAB0993602C3}"/>
          </ac:spMkLst>
        </pc:spChg>
        <pc:spChg chg="add mod">
          <ac:chgData name="김태영" userId="8443cd8f-b258-4c7c-bbdd-a870d3924868" providerId="ADAL" clId="{6BB71D4F-005F-46BF-AC9D-9DCCF35A520E}" dt="2022-01-02T12:03:08.785" v="2678" actId="14100"/>
          <ac:spMkLst>
            <pc:docMk/>
            <pc:sldMk cId="4137714097" sldId="335"/>
            <ac:spMk id="12" creationId="{D883C8A4-5AA7-4E34-BFA8-B2B2F38A3842}"/>
          </ac:spMkLst>
        </pc:spChg>
        <pc:spChg chg="add mod">
          <ac:chgData name="김태영" userId="8443cd8f-b258-4c7c-bbdd-a870d3924868" providerId="ADAL" clId="{6BB71D4F-005F-46BF-AC9D-9DCCF35A520E}" dt="2022-01-02T12:03:02.824" v="2676" actId="20577"/>
          <ac:spMkLst>
            <pc:docMk/>
            <pc:sldMk cId="4137714097" sldId="335"/>
            <ac:spMk id="13" creationId="{13658997-4BD1-4847-91A7-A3979CE98BDC}"/>
          </ac:spMkLst>
        </pc:spChg>
        <pc:spChg chg="del">
          <ac:chgData name="김태영" userId="8443cd8f-b258-4c7c-bbdd-a870d3924868" providerId="ADAL" clId="{6BB71D4F-005F-46BF-AC9D-9DCCF35A520E}" dt="2022-01-02T11:51:55.986" v="2379" actId="478"/>
          <ac:spMkLst>
            <pc:docMk/>
            <pc:sldMk cId="4137714097" sldId="335"/>
            <ac:spMk id="14" creationId="{1AA33213-588E-41C6-970B-2D15BB58AD31}"/>
          </ac:spMkLst>
        </pc:spChg>
        <pc:spChg chg="add mod">
          <ac:chgData name="김태영" userId="8443cd8f-b258-4c7c-bbdd-a870d3924868" providerId="ADAL" clId="{6BB71D4F-005F-46BF-AC9D-9DCCF35A520E}" dt="2022-01-02T12:03:06.525" v="2677" actId="14100"/>
          <ac:spMkLst>
            <pc:docMk/>
            <pc:sldMk cId="4137714097" sldId="335"/>
            <ac:spMk id="15" creationId="{E2CE0576-F625-4785-ACE1-7A81A0FD10B6}"/>
          </ac:spMkLst>
        </pc:spChg>
        <pc:spChg chg="del">
          <ac:chgData name="김태영" userId="8443cd8f-b258-4c7c-bbdd-a870d3924868" providerId="ADAL" clId="{6BB71D4F-005F-46BF-AC9D-9DCCF35A520E}" dt="2022-01-02T11:51:55.986" v="2379" actId="478"/>
          <ac:spMkLst>
            <pc:docMk/>
            <pc:sldMk cId="4137714097" sldId="335"/>
            <ac:spMk id="16" creationId="{33FCD501-7014-48A2-9634-8338C0D2E1F5}"/>
          </ac:spMkLst>
        </pc:spChg>
        <pc:spChg chg="del">
          <ac:chgData name="김태영" userId="8443cd8f-b258-4c7c-bbdd-a870d3924868" providerId="ADAL" clId="{6BB71D4F-005F-46BF-AC9D-9DCCF35A520E}" dt="2022-01-02T11:51:55.986" v="2379" actId="478"/>
          <ac:spMkLst>
            <pc:docMk/>
            <pc:sldMk cId="4137714097" sldId="335"/>
            <ac:spMk id="20" creationId="{0C942862-1BF5-4C2A-87CE-E4C6C797AD50}"/>
          </ac:spMkLst>
        </pc:spChg>
        <pc:picChg chg="del">
          <ac:chgData name="김태영" userId="8443cd8f-b258-4c7c-bbdd-a870d3924868" providerId="ADAL" clId="{6BB71D4F-005F-46BF-AC9D-9DCCF35A520E}" dt="2022-01-02T11:51:55.986" v="2379" actId="478"/>
          <ac:picMkLst>
            <pc:docMk/>
            <pc:sldMk cId="4137714097" sldId="335"/>
            <ac:picMk id="19" creationId="{B8830C61-C04B-45D9-8985-A625F64CE0C4}"/>
          </ac:picMkLst>
        </pc:picChg>
      </pc:sldChg>
      <pc:sldChg chg="addSp modSp add mod ord">
        <pc:chgData name="김태영" userId="8443cd8f-b258-4c7c-bbdd-a870d3924868" providerId="ADAL" clId="{6BB71D4F-005F-46BF-AC9D-9DCCF35A520E}" dt="2022-01-02T12:05:19.143" v="2769" actId="1076"/>
        <pc:sldMkLst>
          <pc:docMk/>
          <pc:sldMk cId="4010107925" sldId="336"/>
        </pc:sldMkLst>
        <pc:spChg chg="add mod">
          <ac:chgData name="김태영" userId="8443cd8f-b258-4c7c-bbdd-a870d3924868" providerId="ADAL" clId="{6BB71D4F-005F-46BF-AC9D-9DCCF35A520E}" dt="2022-01-02T12:05:16.469" v="2768" actId="20577"/>
          <ac:spMkLst>
            <pc:docMk/>
            <pc:sldMk cId="4010107925" sldId="336"/>
            <ac:spMk id="10" creationId="{9534E9EB-D77C-4F4C-BA7F-5383C628CC1C}"/>
          </ac:spMkLst>
        </pc:spChg>
        <pc:spChg chg="mod">
          <ac:chgData name="김태영" userId="8443cd8f-b258-4c7c-bbdd-a870d3924868" providerId="ADAL" clId="{6BB71D4F-005F-46BF-AC9D-9DCCF35A520E}" dt="2022-01-02T12:05:11.511" v="2750" actId="1076"/>
          <ac:spMkLst>
            <pc:docMk/>
            <pc:sldMk cId="4010107925" sldId="336"/>
            <ac:spMk id="18" creationId="{FF532EC8-CC41-4490-B2BC-6D30A501AC61}"/>
          </ac:spMkLst>
        </pc:spChg>
        <pc:picChg chg="add mod">
          <ac:chgData name="김태영" userId="8443cd8f-b258-4c7c-bbdd-a870d3924868" providerId="ADAL" clId="{6BB71D4F-005F-46BF-AC9D-9DCCF35A520E}" dt="2022-01-02T12:05:19.143" v="2769" actId="1076"/>
          <ac:picMkLst>
            <pc:docMk/>
            <pc:sldMk cId="4010107925" sldId="336"/>
            <ac:picMk id="9" creationId="{DA0F3E02-72C2-4F48-8F3E-384B181E9049}"/>
          </ac:picMkLst>
        </pc:picChg>
      </pc:sldChg>
      <pc:sldChg chg="modSp add mod">
        <pc:chgData name="김태영" userId="8443cd8f-b258-4c7c-bbdd-a870d3924868" providerId="ADAL" clId="{6BB71D4F-005F-46BF-AC9D-9DCCF35A520E}" dt="2022-01-02T12:11:56.233" v="3689" actId="1076"/>
        <pc:sldMkLst>
          <pc:docMk/>
          <pc:sldMk cId="2802750515" sldId="337"/>
        </pc:sldMkLst>
        <pc:spChg chg="mod">
          <ac:chgData name="김태영" userId="8443cd8f-b258-4c7c-bbdd-a870d3924868" providerId="ADAL" clId="{6BB71D4F-005F-46BF-AC9D-9DCCF35A520E}" dt="2022-01-02T12:11:56.233" v="3689" actId="1076"/>
          <ac:spMkLst>
            <pc:docMk/>
            <pc:sldMk cId="2802750515" sldId="337"/>
            <ac:spMk id="21" creationId="{A1633C83-DF1C-4D42-893F-3777E09167D1}"/>
          </ac:spMkLst>
        </pc:spChg>
      </pc:sldChg>
      <pc:sldChg chg="addSp delSp modSp add mod">
        <pc:chgData name="김태영" userId="8443cd8f-b258-4c7c-bbdd-a870d3924868" providerId="ADAL" clId="{6BB71D4F-005F-46BF-AC9D-9DCCF35A520E}" dt="2022-01-02T12:12:06.385" v="3697"/>
        <pc:sldMkLst>
          <pc:docMk/>
          <pc:sldMk cId="1418357997" sldId="338"/>
        </pc:sldMkLst>
        <pc:spChg chg="add del">
          <ac:chgData name="김태영" userId="8443cd8f-b258-4c7c-bbdd-a870d3924868" providerId="ADAL" clId="{6BB71D4F-005F-46BF-AC9D-9DCCF35A520E}" dt="2022-01-02T12:12:06.095" v="3696" actId="478"/>
          <ac:spMkLst>
            <pc:docMk/>
            <pc:sldMk cId="1418357997" sldId="338"/>
            <ac:spMk id="13" creationId="{00EC4670-EDF9-4D95-AB34-115387BA587E}"/>
          </ac:spMkLst>
        </pc:spChg>
        <pc:spChg chg="add del mod">
          <ac:chgData name="김태영" userId="8443cd8f-b258-4c7c-bbdd-a870d3924868" providerId="ADAL" clId="{6BB71D4F-005F-46BF-AC9D-9DCCF35A520E}" dt="2022-01-02T12:12:00.476" v="3691" actId="478"/>
          <ac:spMkLst>
            <pc:docMk/>
            <pc:sldMk cId="1418357997" sldId="338"/>
            <ac:spMk id="16" creationId="{BF4C1847-8E67-4A96-B526-948DE093CE0C}"/>
          </ac:spMkLst>
        </pc:spChg>
        <pc:spChg chg="add del mod">
          <ac:chgData name="김태영" userId="8443cd8f-b258-4c7c-bbdd-a870d3924868" providerId="ADAL" clId="{6BB71D4F-005F-46BF-AC9D-9DCCF35A520E}" dt="2022-01-02T12:12:03.251" v="3694"/>
          <ac:spMkLst>
            <pc:docMk/>
            <pc:sldMk cId="1418357997" sldId="338"/>
            <ac:spMk id="17" creationId="{D39A96DB-D304-41A6-865C-8C25B41ACF9F}"/>
          </ac:spMkLst>
        </pc:spChg>
        <pc:spChg chg="add mod">
          <ac:chgData name="김태영" userId="8443cd8f-b258-4c7c-bbdd-a870d3924868" providerId="ADAL" clId="{6BB71D4F-005F-46BF-AC9D-9DCCF35A520E}" dt="2022-01-02T12:12:06.385" v="3697"/>
          <ac:spMkLst>
            <pc:docMk/>
            <pc:sldMk cId="1418357997" sldId="338"/>
            <ac:spMk id="18" creationId="{32E78090-05A8-4BA4-A2E1-EAF4233011AC}"/>
          </ac:spMkLst>
        </pc:spChg>
        <pc:cxnChg chg="add del">
          <ac:chgData name="김태영" userId="8443cd8f-b258-4c7c-bbdd-a870d3924868" providerId="ADAL" clId="{6BB71D4F-005F-46BF-AC9D-9DCCF35A520E}" dt="2022-01-02T12:12:03.470" v="3695" actId="478"/>
          <ac:cxnSpMkLst>
            <pc:docMk/>
            <pc:sldMk cId="1418357997" sldId="338"/>
            <ac:cxnSpMk id="14" creationId="{31BC78A3-8F5E-403A-9A9A-568584682A23}"/>
          </ac:cxnSpMkLst>
        </pc:cxnChg>
      </pc:sldChg>
      <pc:sldChg chg="addSp delSp modSp add mod">
        <pc:chgData name="김태영" userId="8443cd8f-b258-4c7c-bbdd-a870d3924868" providerId="ADAL" clId="{6BB71D4F-005F-46BF-AC9D-9DCCF35A520E}" dt="2022-01-02T12:12:09.736" v="3699"/>
        <pc:sldMkLst>
          <pc:docMk/>
          <pc:sldMk cId="1115464383" sldId="339"/>
        </pc:sldMkLst>
        <pc:spChg chg="del">
          <ac:chgData name="김태영" userId="8443cd8f-b258-4c7c-bbdd-a870d3924868" providerId="ADAL" clId="{6BB71D4F-005F-46BF-AC9D-9DCCF35A520E}" dt="2022-01-02T12:12:09.540" v="3698" actId="478"/>
          <ac:spMkLst>
            <pc:docMk/>
            <pc:sldMk cId="1115464383" sldId="339"/>
            <ac:spMk id="15" creationId="{671F686A-DB07-442B-9C97-A0DC7D5BE4F8}"/>
          </ac:spMkLst>
        </pc:spChg>
        <pc:spChg chg="add mod">
          <ac:chgData name="김태영" userId="8443cd8f-b258-4c7c-bbdd-a870d3924868" providerId="ADAL" clId="{6BB71D4F-005F-46BF-AC9D-9DCCF35A520E}" dt="2022-01-02T12:12:09.736" v="3699"/>
          <ac:spMkLst>
            <pc:docMk/>
            <pc:sldMk cId="1115464383" sldId="339"/>
            <ac:spMk id="19" creationId="{E22B8C28-6752-4F61-95DB-A4B1572200AC}"/>
          </ac:spMkLst>
        </pc:spChg>
      </pc:sldChg>
    </pc:docChg>
  </pc:docChgLst>
  <pc:docChgLst>
    <pc:chgData name="김태영" userId="8443cd8f-b258-4c7c-bbdd-a870d3924868" providerId="ADAL" clId="{C2494153-3512-43DC-9BB4-729A3043B87D}"/>
    <pc:docChg chg="custSel addSld modSld sldOrd">
      <pc:chgData name="김태영" userId="8443cd8f-b258-4c7c-bbdd-a870d3924868" providerId="ADAL" clId="{C2494153-3512-43DC-9BB4-729A3043B87D}" dt="2021-11-07T14:45:25.143" v="83" actId="2890"/>
      <pc:docMkLst>
        <pc:docMk/>
      </pc:docMkLst>
      <pc:sldChg chg="modNotes">
        <pc:chgData name="김태영" userId="8443cd8f-b258-4c7c-bbdd-a870d3924868" providerId="ADAL" clId="{C2494153-3512-43DC-9BB4-729A3043B87D}" dt="2021-11-07T14:44:23.107" v="67" actId="368"/>
        <pc:sldMkLst>
          <pc:docMk/>
          <pc:sldMk cId="1871002895" sldId="256"/>
        </pc:sldMkLst>
      </pc:sldChg>
      <pc:sldChg chg="modNotes">
        <pc:chgData name="김태영" userId="8443cd8f-b258-4c7c-bbdd-a870d3924868" providerId="ADAL" clId="{C2494153-3512-43DC-9BB4-729A3043B87D}" dt="2021-11-07T14:44:23.101" v="65" actId="368"/>
        <pc:sldMkLst>
          <pc:docMk/>
          <pc:sldMk cId="1678087176" sldId="257"/>
        </pc:sldMkLst>
      </pc:sldChg>
      <pc:sldChg chg="modNotes">
        <pc:chgData name="김태영" userId="8443cd8f-b258-4c7c-bbdd-a870d3924868" providerId="ADAL" clId="{C2494153-3512-43DC-9BB4-729A3043B87D}" dt="2021-11-07T14:44:23.126" v="75" actId="368"/>
        <pc:sldMkLst>
          <pc:docMk/>
          <pc:sldMk cId="1365609292" sldId="258"/>
        </pc:sldMkLst>
      </pc:sldChg>
      <pc:sldChg chg="modNotes">
        <pc:chgData name="김태영" userId="8443cd8f-b258-4c7c-bbdd-a870d3924868" providerId="ADAL" clId="{C2494153-3512-43DC-9BB4-729A3043B87D}" dt="2021-11-07T14:44:23.112" v="69" actId="368"/>
        <pc:sldMkLst>
          <pc:docMk/>
          <pc:sldMk cId="1085090973" sldId="263"/>
        </pc:sldMkLst>
      </pc:sldChg>
      <pc:sldChg chg="modNotes">
        <pc:chgData name="김태영" userId="8443cd8f-b258-4c7c-bbdd-a870d3924868" providerId="ADAL" clId="{C2494153-3512-43DC-9BB4-729A3043B87D}" dt="2021-11-07T14:44:23.123" v="73" actId="368"/>
        <pc:sldMkLst>
          <pc:docMk/>
          <pc:sldMk cId="4006778785" sldId="264"/>
        </pc:sldMkLst>
      </pc:sldChg>
      <pc:sldChg chg="modNotes">
        <pc:chgData name="김태영" userId="8443cd8f-b258-4c7c-bbdd-a870d3924868" providerId="ADAL" clId="{C2494153-3512-43DC-9BB4-729A3043B87D}" dt="2021-11-07T14:44:23.130" v="77" actId="368"/>
        <pc:sldMkLst>
          <pc:docMk/>
          <pc:sldMk cId="4024574671" sldId="266"/>
        </pc:sldMkLst>
      </pc:sldChg>
      <pc:sldChg chg="modNotes">
        <pc:chgData name="김태영" userId="8443cd8f-b258-4c7c-bbdd-a870d3924868" providerId="ADAL" clId="{C2494153-3512-43DC-9BB4-729A3043B87D}" dt="2021-11-07T14:44:23.116" v="71" actId="368"/>
        <pc:sldMkLst>
          <pc:docMk/>
          <pc:sldMk cId="3171748733" sldId="268"/>
        </pc:sldMkLst>
      </pc:sldChg>
      <pc:sldChg chg="modSp mod modNotes">
        <pc:chgData name="김태영" userId="8443cd8f-b258-4c7c-bbdd-a870d3924868" providerId="ADAL" clId="{C2494153-3512-43DC-9BB4-729A3043B87D}" dt="2021-11-07T14:44:22.934" v="31" actId="368"/>
        <pc:sldMkLst>
          <pc:docMk/>
          <pc:sldMk cId="1718267691" sldId="270"/>
        </pc:sldMkLst>
        <pc:spChg chg="mod">
          <ac:chgData name="김태영" userId="8443cd8f-b258-4c7c-bbdd-a870d3924868" providerId="ADAL" clId="{C2494153-3512-43DC-9BB4-729A3043B87D}" dt="2021-11-07T14:43:01.422" v="20" actId="1076"/>
          <ac:spMkLst>
            <pc:docMk/>
            <pc:sldMk cId="1718267691" sldId="270"/>
            <ac:spMk id="2" creationId="{EBBD856E-6BCE-4D6F-8BAA-232F747DC314}"/>
          </ac:spMkLst>
        </pc:spChg>
        <pc:spChg chg="mod">
          <ac:chgData name="김태영" userId="8443cd8f-b258-4c7c-bbdd-a870d3924868" providerId="ADAL" clId="{C2494153-3512-43DC-9BB4-729A3043B87D}" dt="2021-11-07T14:43:18.827" v="29" actId="1076"/>
          <ac:spMkLst>
            <pc:docMk/>
            <pc:sldMk cId="1718267691" sldId="270"/>
            <ac:spMk id="3" creationId="{00000000-0000-0000-0000-000000000000}"/>
          </ac:spMkLst>
        </pc:spChg>
      </pc:sldChg>
      <pc:sldChg chg="modNotes">
        <pc:chgData name="김태영" userId="8443cd8f-b258-4c7c-bbdd-a870d3924868" providerId="ADAL" clId="{C2494153-3512-43DC-9BB4-729A3043B87D}" dt="2021-11-07T14:44:22.956" v="33" actId="368"/>
        <pc:sldMkLst>
          <pc:docMk/>
          <pc:sldMk cId="529763834" sldId="271"/>
        </pc:sldMkLst>
      </pc:sldChg>
      <pc:sldChg chg="modNotes">
        <pc:chgData name="김태영" userId="8443cd8f-b258-4c7c-bbdd-a870d3924868" providerId="ADAL" clId="{C2494153-3512-43DC-9BB4-729A3043B87D}" dt="2021-11-07T14:44:23.078" v="61" actId="368"/>
        <pc:sldMkLst>
          <pc:docMk/>
          <pc:sldMk cId="1373877919" sldId="274"/>
        </pc:sldMkLst>
      </pc:sldChg>
      <pc:sldChg chg="modNotes">
        <pc:chgData name="김태영" userId="8443cd8f-b258-4c7c-bbdd-a870d3924868" providerId="ADAL" clId="{C2494153-3512-43DC-9BB4-729A3043B87D}" dt="2021-11-07T14:44:22.981" v="35" actId="368"/>
        <pc:sldMkLst>
          <pc:docMk/>
          <pc:sldMk cId="1905737608" sldId="276"/>
        </pc:sldMkLst>
      </pc:sldChg>
      <pc:sldChg chg="modNotes">
        <pc:chgData name="김태영" userId="8443cd8f-b258-4c7c-bbdd-a870d3924868" providerId="ADAL" clId="{C2494153-3512-43DC-9BB4-729A3043B87D}" dt="2021-11-07T14:44:23.008" v="37" actId="368"/>
        <pc:sldMkLst>
          <pc:docMk/>
          <pc:sldMk cId="2813494908" sldId="277"/>
        </pc:sldMkLst>
      </pc:sldChg>
      <pc:sldChg chg="modNotes">
        <pc:chgData name="김태영" userId="8443cd8f-b258-4c7c-bbdd-a870d3924868" providerId="ADAL" clId="{C2494153-3512-43DC-9BB4-729A3043B87D}" dt="2021-11-07T14:44:23.021" v="39" actId="368"/>
        <pc:sldMkLst>
          <pc:docMk/>
          <pc:sldMk cId="3087930133" sldId="278"/>
        </pc:sldMkLst>
      </pc:sldChg>
      <pc:sldChg chg="modNotes">
        <pc:chgData name="김태영" userId="8443cd8f-b258-4c7c-bbdd-a870d3924868" providerId="ADAL" clId="{C2494153-3512-43DC-9BB4-729A3043B87D}" dt="2021-11-07T14:44:23.032" v="41" actId="368"/>
        <pc:sldMkLst>
          <pc:docMk/>
          <pc:sldMk cId="2842231967" sldId="279"/>
        </pc:sldMkLst>
      </pc:sldChg>
      <pc:sldChg chg="modNotes">
        <pc:chgData name="김태영" userId="8443cd8f-b258-4c7c-bbdd-a870d3924868" providerId="ADAL" clId="{C2494153-3512-43DC-9BB4-729A3043B87D}" dt="2021-11-07T14:44:23.086" v="63" actId="368"/>
        <pc:sldMkLst>
          <pc:docMk/>
          <pc:sldMk cId="2817131801" sldId="280"/>
        </pc:sldMkLst>
      </pc:sldChg>
      <pc:sldChg chg="modNotes">
        <pc:chgData name="김태영" userId="8443cd8f-b258-4c7c-bbdd-a870d3924868" providerId="ADAL" clId="{C2494153-3512-43DC-9BB4-729A3043B87D}" dt="2021-11-07T14:44:23.037" v="43" actId="368"/>
        <pc:sldMkLst>
          <pc:docMk/>
          <pc:sldMk cId="1120707945" sldId="281"/>
        </pc:sldMkLst>
      </pc:sldChg>
      <pc:sldChg chg="modNotes">
        <pc:chgData name="김태영" userId="8443cd8f-b258-4c7c-bbdd-a870d3924868" providerId="ADAL" clId="{C2494153-3512-43DC-9BB4-729A3043B87D}" dt="2021-11-07T14:44:23.042" v="45" actId="368"/>
        <pc:sldMkLst>
          <pc:docMk/>
          <pc:sldMk cId="3919417881" sldId="282"/>
        </pc:sldMkLst>
      </pc:sldChg>
      <pc:sldChg chg="modNotes">
        <pc:chgData name="김태영" userId="8443cd8f-b258-4c7c-bbdd-a870d3924868" providerId="ADAL" clId="{C2494153-3512-43DC-9BB4-729A3043B87D}" dt="2021-11-07T14:44:23.047" v="47" actId="368"/>
        <pc:sldMkLst>
          <pc:docMk/>
          <pc:sldMk cId="687479375" sldId="289"/>
        </pc:sldMkLst>
      </pc:sldChg>
      <pc:sldChg chg="modNotes">
        <pc:chgData name="김태영" userId="8443cd8f-b258-4c7c-bbdd-a870d3924868" providerId="ADAL" clId="{C2494153-3512-43DC-9BB4-729A3043B87D}" dt="2021-11-07T14:44:23.051" v="49" actId="368"/>
        <pc:sldMkLst>
          <pc:docMk/>
          <pc:sldMk cId="2388083860" sldId="290"/>
        </pc:sldMkLst>
      </pc:sldChg>
      <pc:sldChg chg="modNotes">
        <pc:chgData name="김태영" userId="8443cd8f-b258-4c7c-bbdd-a870d3924868" providerId="ADAL" clId="{C2494153-3512-43DC-9BB4-729A3043B87D}" dt="2021-11-07T14:44:23.074" v="59" actId="368"/>
        <pc:sldMkLst>
          <pc:docMk/>
          <pc:sldMk cId="1993463665" sldId="295"/>
        </pc:sldMkLst>
      </pc:sldChg>
      <pc:sldChg chg="modNotes">
        <pc:chgData name="김태영" userId="8443cd8f-b258-4c7c-bbdd-a870d3924868" providerId="ADAL" clId="{C2494153-3512-43DC-9BB4-729A3043B87D}" dt="2021-11-07T14:44:23.056" v="51" actId="368"/>
        <pc:sldMkLst>
          <pc:docMk/>
          <pc:sldMk cId="4234844260" sldId="296"/>
        </pc:sldMkLst>
      </pc:sldChg>
      <pc:sldChg chg="modNotes">
        <pc:chgData name="김태영" userId="8443cd8f-b258-4c7c-bbdd-a870d3924868" providerId="ADAL" clId="{C2494153-3512-43DC-9BB4-729A3043B87D}" dt="2021-11-07T14:44:23.060" v="53" actId="368"/>
        <pc:sldMkLst>
          <pc:docMk/>
          <pc:sldMk cId="3440690201" sldId="297"/>
        </pc:sldMkLst>
      </pc:sldChg>
      <pc:sldChg chg="modNotes">
        <pc:chgData name="김태영" userId="8443cd8f-b258-4c7c-bbdd-a870d3924868" providerId="ADAL" clId="{C2494153-3512-43DC-9BB4-729A3043B87D}" dt="2021-11-07T14:44:23.065" v="55" actId="368"/>
        <pc:sldMkLst>
          <pc:docMk/>
          <pc:sldMk cId="2370472165" sldId="298"/>
        </pc:sldMkLst>
      </pc:sldChg>
      <pc:sldChg chg="modNotes">
        <pc:chgData name="김태영" userId="8443cd8f-b258-4c7c-bbdd-a870d3924868" providerId="ADAL" clId="{C2494153-3512-43DC-9BB4-729A3043B87D}" dt="2021-11-07T14:44:23.069" v="57" actId="368"/>
        <pc:sldMkLst>
          <pc:docMk/>
          <pc:sldMk cId="2523140968" sldId="299"/>
        </pc:sldMkLst>
      </pc:sldChg>
      <pc:sldChg chg="delSp add mod ord">
        <pc:chgData name="김태영" userId="8443cd8f-b258-4c7c-bbdd-a870d3924868" providerId="ADAL" clId="{C2494153-3512-43DC-9BB4-729A3043B87D}" dt="2021-11-07T14:45:16.329" v="81" actId="478"/>
        <pc:sldMkLst>
          <pc:docMk/>
          <pc:sldMk cId="3032145493" sldId="301"/>
        </pc:sldMkLst>
        <pc:spChg chg="del">
          <ac:chgData name="김태영" userId="8443cd8f-b258-4c7c-bbdd-a870d3924868" providerId="ADAL" clId="{C2494153-3512-43DC-9BB4-729A3043B87D}" dt="2021-11-07T14:45:16.329" v="81" actId="478"/>
          <ac:spMkLst>
            <pc:docMk/>
            <pc:sldMk cId="3032145493" sldId="301"/>
            <ac:spMk id="7" creationId="{EBBD856E-6BCE-4D6F-8BAA-232F747DC314}"/>
          </ac:spMkLst>
        </pc:spChg>
      </pc:sldChg>
      <pc:sldChg chg="add">
        <pc:chgData name="김태영" userId="8443cd8f-b258-4c7c-bbdd-a870d3924868" providerId="ADAL" clId="{C2494153-3512-43DC-9BB4-729A3043B87D}" dt="2021-11-07T14:45:21.618" v="82" actId="2890"/>
        <pc:sldMkLst>
          <pc:docMk/>
          <pc:sldMk cId="2953387937" sldId="302"/>
        </pc:sldMkLst>
      </pc:sldChg>
      <pc:sldChg chg="add">
        <pc:chgData name="김태영" userId="8443cd8f-b258-4c7c-bbdd-a870d3924868" providerId="ADAL" clId="{C2494153-3512-43DC-9BB4-729A3043B87D}" dt="2021-11-07T14:45:25.143" v="83" actId="2890"/>
        <pc:sldMkLst>
          <pc:docMk/>
          <pc:sldMk cId="229462456" sldId="303"/>
        </pc:sldMkLst>
      </pc:sldChg>
    </pc:docChg>
  </pc:docChgLst>
  <pc:docChgLst>
    <pc:chgData name="김태영" userId="8443cd8f-b258-4c7c-bbdd-a870d3924868" providerId="ADAL" clId="{C81FC628-20C7-41E7-91DB-1CACE52F86DA}"/>
    <pc:docChg chg="undo custSel addSld delSld modSld sldOrd">
      <pc:chgData name="김태영" userId="8443cd8f-b258-4c7c-bbdd-a870d3924868" providerId="ADAL" clId="{C81FC628-20C7-41E7-91DB-1CACE52F86DA}" dt="2021-11-16T06:14:41.775" v="1067" actId="20577"/>
      <pc:docMkLst>
        <pc:docMk/>
      </pc:docMkLst>
      <pc:sldChg chg="del">
        <pc:chgData name="김태영" userId="8443cd8f-b258-4c7c-bbdd-a870d3924868" providerId="ADAL" clId="{C81FC628-20C7-41E7-91DB-1CACE52F86DA}" dt="2021-11-09T07:29:56.845" v="26" actId="47"/>
        <pc:sldMkLst>
          <pc:docMk/>
          <pc:sldMk cId="1871002895" sldId="256"/>
        </pc:sldMkLst>
      </pc:sldChg>
      <pc:sldChg chg="del">
        <pc:chgData name="김태영" userId="8443cd8f-b258-4c7c-bbdd-a870d3924868" providerId="ADAL" clId="{C81FC628-20C7-41E7-91DB-1CACE52F86DA}" dt="2021-11-09T07:29:56.052" v="23" actId="47"/>
        <pc:sldMkLst>
          <pc:docMk/>
          <pc:sldMk cId="1678087176" sldId="257"/>
        </pc:sldMkLst>
      </pc:sldChg>
      <pc:sldChg chg="del">
        <pc:chgData name="김태영" userId="8443cd8f-b258-4c7c-bbdd-a870d3924868" providerId="ADAL" clId="{C81FC628-20C7-41E7-91DB-1CACE52F86DA}" dt="2021-11-09T07:29:58.246" v="31" actId="47"/>
        <pc:sldMkLst>
          <pc:docMk/>
          <pc:sldMk cId="1365609292" sldId="258"/>
        </pc:sldMkLst>
      </pc:sldChg>
      <pc:sldChg chg="del">
        <pc:chgData name="김태영" userId="8443cd8f-b258-4c7c-bbdd-a870d3924868" providerId="ADAL" clId="{C81FC628-20C7-41E7-91DB-1CACE52F86DA}" dt="2021-11-09T07:30:00.522" v="33" actId="47"/>
        <pc:sldMkLst>
          <pc:docMk/>
          <pc:sldMk cId="1732558233" sldId="259"/>
        </pc:sldMkLst>
      </pc:sldChg>
      <pc:sldChg chg="del">
        <pc:chgData name="김태영" userId="8443cd8f-b258-4c7c-bbdd-a870d3924868" providerId="ADAL" clId="{C81FC628-20C7-41E7-91DB-1CACE52F86DA}" dt="2021-11-09T07:29:55.842" v="22" actId="47"/>
        <pc:sldMkLst>
          <pc:docMk/>
          <pc:sldMk cId="3360225854" sldId="261"/>
        </pc:sldMkLst>
      </pc:sldChg>
      <pc:sldChg chg="del">
        <pc:chgData name="김태영" userId="8443cd8f-b258-4c7c-bbdd-a870d3924868" providerId="ADAL" clId="{C81FC628-20C7-41E7-91DB-1CACE52F86DA}" dt="2021-11-09T07:29:57.046" v="27" actId="47"/>
        <pc:sldMkLst>
          <pc:docMk/>
          <pc:sldMk cId="1085090973" sldId="263"/>
        </pc:sldMkLst>
      </pc:sldChg>
      <pc:sldChg chg="del">
        <pc:chgData name="김태영" userId="8443cd8f-b258-4c7c-bbdd-a870d3924868" providerId="ADAL" clId="{C81FC628-20C7-41E7-91DB-1CACE52F86DA}" dt="2021-11-09T07:29:57.755" v="30" actId="47"/>
        <pc:sldMkLst>
          <pc:docMk/>
          <pc:sldMk cId="4006778785" sldId="264"/>
        </pc:sldMkLst>
      </pc:sldChg>
      <pc:sldChg chg="del">
        <pc:chgData name="김태영" userId="8443cd8f-b258-4c7c-bbdd-a870d3924868" providerId="ADAL" clId="{C81FC628-20C7-41E7-91DB-1CACE52F86DA}" dt="2021-11-09T07:29:58.876" v="32" actId="47"/>
        <pc:sldMkLst>
          <pc:docMk/>
          <pc:sldMk cId="4024574671" sldId="266"/>
        </pc:sldMkLst>
      </pc:sldChg>
      <pc:sldChg chg="del">
        <pc:chgData name="김태영" userId="8443cd8f-b258-4c7c-bbdd-a870d3924868" providerId="ADAL" clId="{C81FC628-20C7-41E7-91DB-1CACE52F86DA}" dt="2021-11-09T07:29:56.395" v="24" actId="47"/>
        <pc:sldMkLst>
          <pc:docMk/>
          <pc:sldMk cId="2420423440" sldId="267"/>
        </pc:sldMkLst>
      </pc:sldChg>
      <pc:sldChg chg="del">
        <pc:chgData name="김태영" userId="8443cd8f-b258-4c7c-bbdd-a870d3924868" providerId="ADAL" clId="{C81FC628-20C7-41E7-91DB-1CACE52F86DA}" dt="2021-11-09T07:29:57.348" v="28" actId="47"/>
        <pc:sldMkLst>
          <pc:docMk/>
          <pc:sldMk cId="3171748733" sldId="268"/>
        </pc:sldMkLst>
      </pc:sldChg>
      <pc:sldChg chg="del">
        <pc:chgData name="김태영" userId="8443cd8f-b258-4c7c-bbdd-a870d3924868" providerId="ADAL" clId="{C81FC628-20C7-41E7-91DB-1CACE52F86DA}" dt="2021-11-09T07:29:57.610" v="29" actId="47"/>
        <pc:sldMkLst>
          <pc:docMk/>
          <pc:sldMk cId="3667771352" sldId="269"/>
        </pc:sldMkLst>
      </pc:sldChg>
      <pc:sldChg chg="del">
        <pc:chgData name="김태영" userId="8443cd8f-b258-4c7c-bbdd-a870d3924868" providerId="ADAL" clId="{C81FC628-20C7-41E7-91DB-1CACE52F86DA}" dt="2021-11-09T07:29:56.598" v="25" actId="47"/>
        <pc:sldMkLst>
          <pc:docMk/>
          <pc:sldMk cId="215976437" sldId="273"/>
        </pc:sldMkLst>
      </pc:sldChg>
      <pc:sldChg chg="del">
        <pc:chgData name="김태영" userId="8443cd8f-b258-4c7c-bbdd-a870d3924868" providerId="ADAL" clId="{C81FC628-20C7-41E7-91DB-1CACE52F86DA}" dt="2021-11-09T07:29:54.372" v="15" actId="47"/>
        <pc:sldMkLst>
          <pc:docMk/>
          <pc:sldMk cId="1373877919" sldId="274"/>
        </pc:sldMkLst>
      </pc:sldChg>
      <pc:sldChg chg="del">
        <pc:chgData name="김태영" userId="8443cd8f-b258-4c7c-bbdd-a870d3924868" providerId="ADAL" clId="{C81FC628-20C7-41E7-91DB-1CACE52F86DA}" dt="2021-11-09T07:29:51.938" v="2" actId="47"/>
        <pc:sldMkLst>
          <pc:docMk/>
          <pc:sldMk cId="1905737608" sldId="276"/>
        </pc:sldMkLst>
      </pc:sldChg>
      <pc:sldChg chg="del">
        <pc:chgData name="김태영" userId="8443cd8f-b258-4c7c-bbdd-a870d3924868" providerId="ADAL" clId="{C81FC628-20C7-41E7-91DB-1CACE52F86DA}" dt="2021-11-09T07:29:52.098" v="3" actId="47"/>
        <pc:sldMkLst>
          <pc:docMk/>
          <pc:sldMk cId="2813494908" sldId="277"/>
        </pc:sldMkLst>
      </pc:sldChg>
      <pc:sldChg chg="del">
        <pc:chgData name="김태영" userId="8443cd8f-b258-4c7c-bbdd-a870d3924868" providerId="ADAL" clId="{C81FC628-20C7-41E7-91DB-1CACE52F86DA}" dt="2021-11-09T07:29:52.261" v="4" actId="47"/>
        <pc:sldMkLst>
          <pc:docMk/>
          <pc:sldMk cId="3087930133" sldId="278"/>
        </pc:sldMkLst>
      </pc:sldChg>
      <pc:sldChg chg="del">
        <pc:chgData name="김태영" userId="8443cd8f-b258-4c7c-bbdd-a870d3924868" providerId="ADAL" clId="{C81FC628-20C7-41E7-91DB-1CACE52F86DA}" dt="2021-11-09T07:29:52.405" v="5" actId="47"/>
        <pc:sldMkLst>
          <pc:docMk/>
          <pc:sldMk cId="2842231967" sldId="279"/>
        </pc:sldMkLst>
      </pc:sldChg>
      <pc:sldChg chg="del">
        <pc:chgData name="김태영" userId="8443cd8f-b258-4c7c-bbdd-a870d3924868" providerId="ADAL" clId="{C81FC628-20C7-41E7-91DB-1CACE52F86DA}" dt="2021-11-09T07:29:54.683" v="17" actId="47"/>
        <pc:sldMkLst>
          <pc:docMk/>
          <pc:sldMk cId="2817131801" sldId="280"/>
        </pc:sldMkLst>
      </pc:sldChg>
      <pc:sldChg chg="del">
        <pc:chgData name="김태영" userId="8443cd8f-b258-4c7c-bbdd-a870d3924868" providerId="ADAL" clId="{C81FC628-20C7-41E7-91DB-1CACE52F86DA}" dt="2021-11-09T07:29:52.575" v="6" actId="47"/>
        <pc:sldMkLst>
          <pc:docMk/>
          <pc:sldMk cId="1120707945" sldId="281"/>
        </pc:sldMkLst>
      </pc:sldChg>
      <pc:sldChg chg="del">
        <pc:chgData name="김태영" userId="8443cd8f-b258-4c7c-bbdd-a870d3924868" providerId="ADAL" clId="{C81FC628-20C7-41E7-91DB-1CACE52F86DA}" dt="2021-11-09T07:29:52.901" v="7" actId="47"/>
        <pc:sldMkLst>
          <pc:docMk/>
          <pc:sldMk cId="3919417881" sldId="282"/>
        </pc:sldMkLst>
      </pc:sldChg>
      <pc:sldChg chg="del">
        <pc:chgData name="김태영" userId="8443cd8f-b258-4c7c-bbdd-a870d3924868" providerId="ADAL" clId="{C81FC628-20C7-41E7-91DB-1CACE52F86DA}" dt="2021-11-09T07:29:55.306" v="19" actId="47"/>
        <pc:sldMkLst>
          <pc:docMk/>
          <pc:sldMk cId="167478371" sldId="285"/>
        </pc:sldMkLst>
      </pc:sldChg>
      <pc:sldChg chg="del">
        <pc:chgData name="김태영" userId="8443cd8f-b258-4c7c-bbdd-a870d3924868" providerId="ADAL" clId="{C81FC628-20C7-41E7-91DB-1CACE52F86DA}" dt="2021-11-09T07:29:55.470" v="20" actId="47"/>
        <pc:sldMkLst>
          <pc:docMk/>
          <pc:sldMk cId="1052515785" sldId="286"/>
        </pc:sldMkLst>
      </pc:sldChg>
      <pc:sldChg chg="del">
        <pc:chgData name="김태영" userId="8443cd8f-b258-4c7c-bbdd-a870d3924868" providerId="ADAL" clId="{C81FC628-20C7-41E7-91DB-1CACE52F86DA}" dt="2021-11-09T07:29:55.620" v="21" actId="47"/>
        <pc:sldMkLst>
          <pc:docMk/>
          <pc:sldMk cId="1708850998" sldId="287"/>
        </pc:sldMkLst>
      </pc:sldChg>
      <pc:sldChg chg="del">
        <pc:chgData name="김태영" userId="8443cd8f-b258-4c7c-bbdd-a870d3924868" providerId="ADAL" clId="{C81FC628-20C7-41E7-91DB-1CACE52F86DA}" dt="2021-11-09T07:29:55.004" v="18" actId="47"/>
        <pc:sldMkLst>
          <pc:docMk/>
          <pc:sldMk cId="386372438" sldId="288"/>
        </pc:sldMkLst>
      </pc:sldChg>
      <pc:sldChg chg="del">
        <pc:chgData name="김태영" userId="8443cd8f-b258-4c7c-bbdd-a870d3924868" providerId="ADAL" clId="{C81FC628-20C7-41E7-91DB-1CACE52F86DA}" dt="2021-11-09T07:29:53.045" v="8" actId="47"/>
        <pc:sldMkLst>
          <pc:docMk/>
          <pc:sldMk cId="687479375" sldId="289"/>
        </pc:sldMkLst>
      </pc:sldChg>
      <pc:sldChg chg="del">
        <pc:chgData name="김태영" userId="8443cd8f-b258-4c7c-bbdd-a870d3924868" providerId="ADAL" clId="{C81FC628-20C7-41E7-91DB-1CACE52F86DA}" dt="2021-11-09T07:29:53.217" v="9" actId="47"/>
        <pc:sldMkLst>
          <pc:docMk/>
          <pc:sldMk cId="2388083860" sldId="290"/>
        </pc:sldMkLst>
      </pc:sldChg>
      <pc:sldChg chg="del">
        <pc:chgData name="김태영" userId="8443cd8f-b258-4c7c-bbdd-a870d3924868" providerId="ADAL" clId="{C81FC628-20C7-41E7-91DB-1CACE52F86DA}" dt="2021-11-09T07:29:54.196" v="14" actId="47"/>
        <pc:sldMkLst>
          <pc:docMk/>
          <pc:sldMk cId="1993463665" sldId="295"/>
        </pc:sldMkLst>
      </pc:sldChg>
      <pc:sldChg chg="del">
        <pc:chgData name="김태영" userId="8443cd8f-b258-4c7c-bbdd-a870d3924868" providerId="ADAL" clId="{C81FC628-20C7-41E7-91DB-1CACE52F86DA}" dt="2021-11-09T07:29:53.361" v="10" actId="47"/>
        <pc:sldMkLst>
          <pc:docMk/>
          <pc:sldMk cId="4234844260" sldId="296"/>
        </pc:sldMkLst>
      </pc:sldChg>
      <pc:sldChg chg="del">
        <pc:chgData name="김태영" userId="8443cd8f-b258-4c7c-bbdd-a870d3924868" providerId="ADAL" clId="{C81FC628-20C7-41E7-91DB-1CACE52F86DA}" dt="2021-11-09T07:29:53.516" v="11" actId="47"/>
        <pc:sldMkLst>
          <pc:docMk/>
          <pc:sldMk cId="3440690201" sldId="297"/>
        </pc:sldMkLst>
      </pc:sldChg>
      <pc:sldChg chg="del">
        <pc:chgData name="김태영" userId="8443cd8f-b258-4c7c-bbdd-a870d3924868" providerId="ADAL" clId="{C81FC628-20C7-41E7-91DB-1CACE52F86DA}" dt="2021-11-09T07:29:53.652" v="12" actId="47"/>
        <pc:sldMkLst>
          <pc:docMk/>
          <pc:sldMk cId="2370472165" sldId="298"/>
        </pc:sldMkLst>
      </pc:sldChg>
      <pc:sldChg chg="del">
        <pc:chgData name="김태영" userId="8443cd8f-b258-4c7c-bbdd-a870d3924868" providerId="ADAL" clId="{C81FC628-20C7-41E7-91DB-1CACE52F86DA}" dt="2021-11-09T07:29:54.051" v="13" actId="47"/>
        <pc:sldMkLst>
          <pc:docMk/>
          <pc:sldMk cId="2523140968" sldId="299"/>
        </pc:sldMkLst>
      </pc:sldChg>
      <pc:sldChg chg="del">
        <pc:chgData name="김태영" userId="8443cd8f-b258-4c7c-bbdd-a870d3924868" providerId="ADAL" clId="{C81FC628-20C7-41E7-91DB-1CACE52F86DA}" dt="2021-11-09T07:29:54.537" v="16" actId="47"/>
        <pc:sldMkLst>
          <pc:docMk/>
          <pc:sldMk cId="3621799440" sldId="300"/>
        </pc:sldMkLst>
      </pc:sldChg>
      <pc:sldChg chg="delSp modSp mod modNotesTx">
        <pc:chgData name="김태영" userId="8443cd8f-b258-4c7c-bbdd-a870d3924868" providerId="ADAL" clId="{C81FC628-20C7-41E7-91DB-1CACE52F86DA}" dt="2021-11-09T10:17:13.345" v="947" actId="20577"/>
        <pc:sldMkLst>
          <pc:docMk/>
          <pc:sldMk cId="3032145493" sldId="301"/>
        </pc:sldMkLst>
        <pc:spChg chg="del mod">
          <ac:chgData name="김태영" userId="8443cd8f-b258-4c7c-bbdd-a870d3924868" providerId="ADAL" clId="{C81FC628-20C7-41E7-91DB-1CACE52F86DA}" dt="2021-11-09T07:36:06.135" v="36"/>
          <ac:spMkLst>
            <pc:docMk/>
            <pc:sldMk cId="3032145493" sldId="301"/>
            <ac:spMk id="4" creationId="{E43FF5E5-DC71-4431-8F62-956196292E95}"/>
          </ac:spMkLst>
        </pc:spChg>
      </pc:sldChg>
      <pc:sldChg chg="add ord modNotesTx">
        <pc:chgData name="김태영" userId="8443cd8f-b258-4c7c-bbdd-a870d3924868" providerId="ADAL" clId="{C81FC628-20C7-41E7-91DB-1CACE52F86DA}" dt="2021-11-09T08:00:25.522" v="793" actId="20577"/>
        <pc:sldMkLst>
          <pc:docMk/>
          <pc:sldMk cId="601531050" sldId="302"/>
        </pc:sldMkLst>
      </pc:sldChg>
      <pc:sldChg chg="del">
        <pc:chgData name="김태영" userId="8443cd8f-b258-4c7c-bbdd-a870d3924868" providerId="ADAL" clId="{C81FC628-20C7-41E7-91DB-1CACE52F86DA}" dt="2021-11-09T07:29:51.637" v="0" actId="47"/>
        <pc:sldMkLst>
          <pc:docMk/>
          <pc:sldMk cId="2953387937" sldId="302"/>
        </pc:sldMkLst>
      </pc:sldChg>
      <pc:sldChg chg="del">
        <pc:chgData name="김태영" userId="8443cd8f-b258-4c7c-bbdd-a870d3924868" providerId="ADAL" clId="{C81FC628-20C7-41E7-91DB-1CACE52F86DA}" dt="2021-11-09T07:29:51.776" v="1" actId="47"/>
        <pc:sldMkLst>
          <pc:docMk/>
          <pc:sldMk cId="229462456" sldId="303"/>
        </pc:sldMkLst>
      </pc:sldChg>
      <pc:sldChg chg="modSp add mod modNotesTx">
        <pc:chgData name="김태영" userId="8443cd8f-b258-4c7c-bbdd-a870d3924868" providerId="ADAL" clId="{C81FC628-20C7-41E7-91DB-1CACE52F86DA}" dt="2021-11-16T02:03:55.325" v="951" actId="20577"/>
        <pc:sldMkLst>
          <pc:docMk/>
          <pc:sldMk cId="2390786159" sldId="303"/>
        </pc:sldMkLst>
        <pc:spChg chg="mod">
          <ac:chgData name="김태영" userId="8443cd8f-b258-4c7c-bbdd-a870d3924868" providerId="ADAL" clId="{C81FC628-20C7-41E7-91DB-1CACE52F86DA}" dt="2021-11-16T02:03:55.325" v="951" actId="20577"/>
          <ac:spMkLst>
            <pc:docMk/>
            <pc:sldMk cId="2390786159" sldId="303"/>
            <ac:spMk id="13" creationId="{B2B78BF4-C661-4B31-A7B1-E7BF0E371B0C}"/>
          </ac:spMkLst>
        </pc:spChg>
      </pc:sldChg>
      <pc:sldChg chg="modSp mod">
        <pc:chgData name="김태영" userId="8443cd8f-b258-4c7c-bbdd-a870d3924868" providerId="ADAL" clId="{C81FC628-20C7-41E7-91DB-1CACE52F86DA}" dt="2021-11-16T02:09:54.176" v="987" actId="1076"/>
        <pc:sldMkLst>
          <pc:docMk/>
          <pc:sldMk cId="2523817392" sldId="312"/>
        </pc:sldMkLst>
        <pc:spChg chg="mod">
          <ac:chgData name="김태영" userId="8443cd8f-b258-4c7c-bbdd-a870d3924868" providerId="ADAL" clId="{C81FC628-20C7-41E7-91DB-1CACE52F86DA}" dt="2021-11-16T02:09:54.176" v="987" actId="1076"/>
          <ac:spMkLst>
            <pc:docMk/>
            <pc:sldMk cId="2523817392" sldId="312"/>
            <ac:spMk id="18" creationId="{FF532EC8-CC41-4490-B2BC-6D30A501AC61}"/>
          </ac:spMkLst>
        </pc:spChg>
      </pc:sldChg>
      <pc:sldChg chg="modSp mod">
        <pc:chgData name="김태영" userId="8443cd8f-b258-4c7c-bbdd-a870d3924868" providerId="ADAL" clId="{C81FC628-20C7-41E7-91DB-1CACE52F86DA}" dt="2021-11-16T03:46:46.517" v="1062" actId="20577"/>
        <pc:sldMkLst>
          <pc:docMk/>
          <pc:sldMk cId="1490474408" sldId="313"/>
        </pc:sldMkLst>
        <pc:spChg chg="mod">
          <ac:chgData name="김태영" userId="8443cd8f-b258-4c7c-bbdd-a870d3924868" providerId="ADAL" clId="{C81FC628-20C7-41E7-91DB-1CACE52F86DA}" dt="2021-11-16T03:46:46.517" v="1062" actId="20577"/>
          <ac:spMkLst>
            <pc:docMk/>
            <pc:sldMk cId="1490474408" sldId="313"/>
            <ac:spMk id="18" creationId="{FF532EC8-CC41-4490-B2BC-6D30A501AC61}"/>
          </ac:spMkLst>
        </pc:spChg>
      </pc:sldChg>
      <pc:sldChg chg="modSp mod">
        <pc:chgData name="김태영" userId="8443cd8f-b258-4c7c-bbdd-a870d3924868" providerId="ADAL" clId="{C81FC628-20C7-41E7-91DB-1CACE52F86DA}" dt="2021-11-16T02:14:07.105" v="993" actId="20577"/>
        <pc:sldMkLst>
          <pc:docMk/>
          <pc:sldMk cId="1156014458" sldId="316"/>
        </pc:sldMkLst>
        <pc:spChg chg="mod">
          <ac:chgData name="김태영" userId="8443cd8f-b258-4c7c-bbdd-a870d3924868" providerId="ADAL" clId="{C81FC628-20C7-41E7-91DB-1CACE52F86DA}" dt="2021-11-16T02:14:07.105" v="993" actId="20577"/>
          <ac:spMkLst>
            <pc:docMk/>
            <pc:sldMk cId="1156014458" sldId="316"/>
            <ac:spMk id="18" creationId="{FF532EC8-CC41-4490-B2BC-6D30A501AC61}"/>
          </ac:spMkLst>
        </pc:spChg>
      </pc:sldChg>
      <pc:sldChg chg="modSp mod">
        <pc:chgData name="김태영" userId="8443cd8f-b258-4c7c-bbdd-a870d3924868" providerId="ADAL" clId="{C81FC628-20C7-41E7-91DB-1CACE52F86DA}" dt="2021-11-16T02:17:44.664" v="994" actId="20577"/>
        <pc:sldMkLst>
          <pc:docMk/>
          <pc:sldMk cId="2594186074" sldId="318"/>
        </pc:sldMkLst>
        <pc:spChg chg="mod">
          <ac:chgData name="김태영" userId="8443cd8f-b258-4c7c-bbdd-a870d3924868" providerId="ADAL" clId="{C81FC628-20C7-41E7-91DB-1CACE52F86DA}" dt="2021-11-16T02:17:44.664" v="994" actId="20577"/>
          <ac:spMkLst>
            <pc:docMk/>
            <pc:sldMk cId="2594186074" sldId="318"/>
            <ac:spMk id="12" creationId="{2A9F3C9B-74C0-4C65-BE7D-398BF0DE373B}"/>
          </ac:spMkLst>
        </pc:spChg>
      </pc:sldChg>
      <pc:sldChg chg="ord">
        <pc:chgData name="김태영" userId="8443cd8f-b258-4c7c-bbdd-a870d3924868" providerId="ADAL" clId="{C81FC628-20C7-41E7-91DB-1CACE52F86DA}" dt="2021-11-16T06:13:16.681" v="1064"/>
        <pc:sldMkLst>
          <pc:docMk/>
          <pc:sldMk cId="2285916183" sldId="321"/>
        </pc:sldMkLst>
      </pc:sldChg>
      <pc:sldChg chg="modSp mod">
        <pc:chgData name="김태영" userId="8443cd8f-b258-4c7c-bbdd-a870d3924868" providerId="ADAL" clId="{C81FC628-20C7-41E7-91DB-1CACE52F86DA}" dt="2021-11-16T06:14:41.775" v="1067" actId="20577"/>
        <pc:sldMkLst>
          <pc:docMk/>
          <pc:sldMk cId="2576018947" sldId="323"/>
        </pc:sldMkLst>
        <pc:spChg chg="mod">
          <ac:chgData name="김태영" userId="8443cd8f-b258-4c7c-bbdd-a870d3924868" providerId="ADAL" clId="{C81FC628-20C7-41E7-91DB-1CACE52F86DA}" dt="2021-11-16T06:14:41.775" v="1067" actId="20577"/>
          <ac:spMkLst>
            <pc:docMk/>
            <pc:sldMk cId="2576018947" sldId="323"/>
            <ac:spMk id="12" creationId="{5C088F7D-5074-43A3-9683-26FA5B15984E}"/>
          </ac:spMkLst>
        </pc:spChg>
      </pc:sldChg>
      <pc:sldChg chg="modSp mod">
        <pc:chgData name="김태영" userId="8443cd8f-b258-4c7c-bbdd-a870d3924868" providerId="ADAL" clId="{C81FC628-20C7-41E7-91DB-1CACE52F86DA}" dt="2021-11-16T02:21:54.897" v="1004" actId="115"/>
        <pc:sldMkLst>
          <pc:docMk/>
          <pc:sldMk cId="3421980833" sldId="324"/>
        </pc:sldMkLst>
        <pc:spChg chg="mod">
          <ac:chgData name="김태영" userId="8443cd8f-b258-4c7c-bbdd-a870d3924868" providerId="ADAL" clId="{C81FC628-20C7-41E7-91DB-1CACE52F86DA}" dt="2021-11-16T02:21:54.897" v="1004" actId="115"/>
          <ac:spMkLst>
            <pc:docMk/>
            <pc:sldMk cId="3421980833" sldId="324"/>
            <ac:spMk id="12" creationId="{5C088F7D-5074-43A3-9683-26FA5B15984E}"/>
          </ac:spMkLst>
        </pc:spChg>
      </pc:sldChg>
      <pc:sldChg chg="modSp mod">
        <pc:chgData name="김태영" userId="8443cd8f-b258-4c7c-bbdd-a870d3924868" providerId="ADAL" clId="{C81FC628-20C7-41E7-91DB-1CACE52F86DA}" dt="2021-11-16T02:26:17.191" v="1016" actId="20577"/>
        <pc:sldMkLst>
          <pc:docMk/>
          <pc:sldMk cId="1760318954" sldId="329"/>
        </pc:sldMkLst>
        <pc:spChg chg="mod">
          <ac:chgData name="김태영" userId="8443cd8f-b258-4c7c-bbdd-a870d3924868" providerId="ADAL" clId="{C81FC628-20C7-41E7-91DB-1CACE52F86DA}" dt="2021-11-16T02:26:17.191" v="1016" actId="20577"/>
          <ac:spMkLst>
            <pc:docMk/>
            <pc:sldMk cId="1760318954" sldId="329"/>
            <ac:spMk id="12" creationId="{5C088F7D-5074-43A3-9683-26FA5B1598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C1B97-C0B2-45D3-97E9-346B2BC3BFA3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D53733-EE7F-47FC-81F2-77F2EDED7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071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946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65612-2945-D68B-2003-0A9AC3696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518D21-3A82-84D2-6156-FF57348B6C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C280B9-9115-0E26-BE3F-CC7839544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FA46A0-B7E9-B239-40EB-36C72A9F1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884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583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055B8-ED4D-FDAC-4AD3-196912F9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C1417F-4412-5CA1-AB4E-4D2847B70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28163B-5B4C-1671-266D-191629199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9D4A48-41B8-3AF4-807A-51A4A12C9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000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A5626-41F8-5BAE-DE73-593615FE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2D4E25-5A9A-933B-21AA-B438A0C14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3183FA3-7191-93AE-5034-A35CF63D8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46AF15-D616-585E-5AFA-BAA676B47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694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B78A-E2F8-07F0-FAF2-1336F2A97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9843C1-DC00-1B11-8B23-F341C8539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D099B0-97D0-DFAD-557B-5A70539E4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C7569A-409C-D39D-187F-E82765D7A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199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775E0-FB72-75A8-7701-B1612535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47A13D-9B27-7FEA-6769-1038882FD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E24DD0-295A-AA02-EA45-85208E7FD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C4A79B-8C2C-8080-82BC-05294B796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4169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5F6BC-2518-78CC-61AD-8F857FB64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4EB761-E5E5-CAE6-D481-2C00B956A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6C2B6B-0C9E-5B04-9097-606AB1E90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558074-1D09-95FC-7675-12D77D50B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237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6989-E954-51C0-6E32-30F4F1D96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B118F1A-8773-CFF7-1481-0FC4FF7E4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C407AA-CCD0-D80A-BED4-9DD725EF3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94822C-9633-8F8E-0346-E2126095A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301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FDBB-88E8-612B-6B1F-67AA0FB9C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73B0EE-7661-E9E5-534F-C49A5A1D2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C2209F-0C4F-83BF-8BAB-E0D10478BD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11687-F0D2-E549-226E-54547C111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074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78D93-42C7-CFA3-4DCA-41EB2C855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896CC6-5678-93D6-12A9-0C8B4002C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E3388E-D261-8FAD-7020-1C6E646BE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F463E7-39F3-600F-9526-D85873966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000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E2660-3269-E9EC-CC15-C8E738649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BFB9F5-CC35-1ED8-1598-EEE9699AE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6FDB2F-77BA-3D70-74B4-55BDB58D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29FC03-8222-CBCC-6233-D34A7420D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166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DCDC-E88D-4DD9-2C51-F66F1373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1BD1F8-7023-28E5-80C3-DB2E4D2CD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B44C3B-7100-D48A-3C67-B24ED231D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94C8A6-74FF-69DF-EA56-48BF58BF2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59824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50F45-E310-A127-CEF0-401B0989C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9AE5CE-451D-B8E7-9285-B8FF139A0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7BF9DB-E237-D296-36B3-6B584AA7C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A15AA8-0165-1080-E87C-D775DFCA8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59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245FE-DD1B-9E05-B252-957662604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E93FCD-074B-9B0C-EC86-53F920889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0CA270-ECC7-1D7D-3EA1-D6FD345B2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5A9CA4-BBC6-075F-B5FD-CE0C67327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8192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B060-8961-6C38-D9C3-5A17418EB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5C2D16-8DE7-9AF0-17E8-D433AE3AC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D60EB6-A981-56CA-6675-3EEF7DF6F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C7DCB5-CAD7-E51F-FF94-61685C72B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1277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EFF67-2739-B99A-9AFD-1EE4DCA1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2105C-A200-713C-45F4-445D8B953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85D762-7E2F-2997-C787-E806F8644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F2702B-7AE7-573B-AD34-9F223BE22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5014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D2D11-0F9F-EA84-A119-908CDBAB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6221F4-6DD3-4EF0-193E-5A113B5EE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93A615-8947-E113-F2D9-E73BB05CF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D48BF-2361-0BBF-7CBB-F8A317FE82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9125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465E4-4DEC-4103-4898-37F3E704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87DCC1-292D-4FD4-0B03-E2FFA85DD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E262AB-89A5-7561-AA19-3755A761A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AB9062-98E5-9C6B-7511-7B59A6F51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3006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BBF56-19B5-A22F-AF7C-C175E0818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2CE757-96C9-012B-A460-3582D897F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E93B49-2F49-59DF-C80A-DD3A000DF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9B14A1-056D-64F7-04C4-54947E699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5432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D20C-D6EB-BD49-0604-40883669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B031B4-2E52-A6A8-C3F8-2406E6552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BF1E9F-8918-E3AC-B03E-5D288C801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4112A-6F44-83E2-E068-48328F851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D53733-EE7F-47FC-81F2-77F2EDED7AE9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232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34893-A20A-408A-9CB1-0AD8F6F74086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101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5A588-9C57-435C-8FC5-7A8C29E4CC78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61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5D063-727A-47F1-9E0F-AB205DAA342A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41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4CC74-F6C7-487A-AB37-8101D1AF3C21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891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B68A4-8AF8-4297-BFB1-D6E880DD5A9E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41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AFFA-3563-4BBC-8646-38B626872799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98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680E6-8804-453D-86E5-5E08E4AA6BD4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3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166B8-0CCE-42A3-ABC6-5586A4334C44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80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909C9-1486-4F36-9DE6-5C71EEEB1236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293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17ABD-A500-4C89-9485-62FEB3EA82DF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67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11A45-3FA4-400C-901E-D234D1941900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6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D8126-94CD-439D-BCED-E5E0A329F472}" type="datetime1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AE142-4E1E-449C-A77D-9419FC2ED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74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9D22A-2871-4B35-A29F-2AC54501B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B2AE02-D7A8-42E5-43D5-3191AD936B8A}"/>
              </a:ext>
            </a:extLst>
          </p:cNvPr>
          <p:cNvSpPr txBox="1"/>
          <p:nvPr/>
        </p:nvSpPr>
        <p:spPr>
          <a:xfrm>
            <a:off x="2034540" y="1760546"/>
            <a:ext cx="8122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>
                <a:latin typeface="Bahnschrift SemiBold" panose="020B0502040204020203" pitchFamily="34" charset="0"/>
              </a:rPr>
              <a:t>Practical Malware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7B222-3617-473B-F59D-1EC58309C552}"/>
              </a:ext>
            </a:extLst>
          </p:cNvPr>
          <p:cNvSpPr txBox="1"/>
          <p:nvPr/>
        </p:nvSpPr>
        <p:spPr>
          <a:xfrm>
            <a:off x="3867150" y="4371189"/>
            <a:ext cx="445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Bahnschrift" panose="020B0502040204020203" pitchFamily="34" charset="0"/>
              </a:rPr>
              <a:t>2026/01/07</a:t>
            </a:r>
          </a:p>
          <a:p>
            <a:pPr algn="ctr"/>
            <a:r>
              <a:rPr lang="en-US" altLang="ko-KR">
                <a:latin typeface="Bahnschrift" panose="020B0502040204020203" pitchFamily="34" charset="0"/>
              </a:rPr>
              <a:t>Taeyoung Kim</a:t>
            </a:r>
            <a:endParaRPr lang="ko-KR" altLang="en-US"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87AAA-C395-38F2-2B47-978195768760}"/>
              </a:ext>
            </a:extLst>
          </p:cNvPr>
          <p:cNvSpPr txBox="1"/>
          <p:nvPr/>
        </p:nvSpPr>
        <p:spPr>
          <a:xfrm>
            <a:off x="2424225" y="2919251"/>
            <a:ext cx="78969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400">
                <a:latin typeface="Bahnschrift SemiBold" panose="020B0502040204020203" pitchFamily="34" charset="0"/>
              </a:rPr>
              <a:t>Chapter 2: Malware</a:t>
            </a:r>
            <a:r>
              <a:rPr lang="ko-KR" altLang="en-US" sz="2400">
                <a:latin typeface="Bahnschrift SemiBold" panose="020B0502040204020203" pitchFamily="34" charset="0"/>
              </a:rPr>
              <a:t> </a:t>
            </a:r>
            <a:r>
              <a:rPr lang="en-US" altLang="ko-KR" sz="2400">
                <a:latin typeface="Bahnschrift SemiBold" panose="020B0502040204020203" pitchFamily="34" charset="0"/>
              </a:rPr>
              <a:t>Analysis in Virtual Machines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400">
                <a:latin typeface="Bahnschrift SemiBold" panose="020B0502040204020203" pitchFamily="34" charset="0"/>
              </a:rPr>
              <a:t>Chapter 3: Basic Dynamic Analysis</a:t>
            </a:r>
            <a:endParaRPr lang="ko-KR" altLang="en-US" sz="200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267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D1889-C6B1-16C6-26ED-975A9F7A5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742035-E1CE-0873-017B-0816D8985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E30D0-4804-EC67-A0BD-CDC44BF6992E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Why Virtual Machines for Malware Analysis?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D5294D-47FF-C754-8884-5E5C80F4F17D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0269E-B174-C696-34E6-82102B3E6B06}"/>
              </a:ext>
            </a:extLst>
          </p:cNvPr>
          <p:cNvSpPr txBox="1"/>
          <p:nvPr/>
        </p:nvSpPr>
        <p:spPr>
          <a:xfrm>
            <a:off x="800946" y="1652684"/>
            <a:ext cx="10552854" cy="3099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b="0" i="0">
                <a:solidFill>
                  <a:srgbClr val="333333"/>
                </a:solidFill>
                <a:effectLst/>
                <a:latin typeface="Bahnschrift Light" panose="020B0502040204020203" pitchFamily="34" charset="0"/>
              </a:rPr>
              <a:t>Malware analysis 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inherently</a:t>
            </a:r>
            <a:r>
              <a:rPr lang="ko-KR" altLang="en-US" sz="2000">
                <a:solidFill>
                  <a:srgbClr val="333333"/>
                </a:solidFill>
                <a:latin typeface="Bahnschrift Light" panose="020B0502040204020203" pitchFamily="34" charset="0"/>
              </a:rPr>
              <a:t> </a:t>
            </a:r>
            <a:r>
              <a:rPr lang="en-US" altLang="ko-KR" sz="2000" b="0" i="0">
                <a:solidFill>
                  <a:srgbClr val="333333"/>
                </a:solidFill>
                <a:effectLst/>
                <a:latin typeface="Bahnschrift Light" panose="020B0502040204020203" pitchFamily="34" charset="0"/>
              </a:rPr>
              <a:t>involves </a:t>
            </a:r>
            <a:r>
              <a:rPr lang="en-US" altLang="ko-KR" sz="2000" b="0" i="0">
                <a:solidFill>
                  <a:srgbClr val="FF0000"/>
                </a:solidFill>
                <a:effectLst/>
                <a:latin typeface="Bahnschrift Light" panose="020B0502040204020203" pitchFamily="34" charset="0"/>
              </a:rPr>
              <a:t>executing untrusted and hostile code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Running malware on a host OS risks: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Permanent system compromise (historically mitigated via disk imaging tools)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Data leakage or lateral infection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Virtual Machines (VMs) provide: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Strong isolation from the analyst’s environment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Reversible execution through snapshots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913229-014A-1F39-4AA9-9D469E7ED9C4}"/>
              </a:ext>
            </a:extLst>
          </p:cNvPr>
          <p:cNvSpPr/>
          <p:nvPr/>
        </p:nvSpPr>
        <p:spPr>
          <a:xfrm>
            <a:off x="267426" y="342065"/>
            <a:ext cx="4971324" cy="285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2: Malware Analysis in Virtual Machines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E2245A-93B0-4F1E-6C85-CD04C373B799}"/>
              </a:ext>
            </a:extLst>
          </p:cNvPr>
          <p:cNvSpPr/>
          <p:nvPr/>
        </p:nvSpPr>
        <p:spPr>
          <a:xfrm>
            <a:off x="2380211" y="5205316"/>
            <a:ext cx="743157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i="1">
                <a:solidFill>
                  <a:schemeClr val="tx1"/>
                </a:solidFill>
              </a:rPr>
              <a:t>VMs are not optional. They are the foundation of safe analysis.</a:t>
            </a:r>
            <a:endParaRPr lang="ko-KR" altLang="en-US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06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871D0C-9240-40A2-BC0D-7565C4A2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682B-9D3A-04E2-A34C-9196EC9F7072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Structure of a Virtual Machine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0F579-8F32-ED24-78E6-88ECBFB938C2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F86AE-7845-2B80-8716-64084DDDA742}"/>
              </a:ext>
            </a:extLst>
          </p:cNvPr>
          <p:cNvSpPr txBox="1"/>
          <p:nvPr/>
        </p:nvSpPr>
        <p:spPr>
          <a:xfrm>
            <a:off x="5088928" y="1999204"/>
            <a:ext cx="6264872" cy="394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Host OS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: The analyst’s primary OS running on physical hardware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Hypervisor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: A virtualization layer that manages and isolates VMs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: Responsible for CPU, memory, disk, and device virtualization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Guest OS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: The OS running inside the VM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: Typically Windows 7/10/11 for malware analysis</a:t>
            </a:r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Malware executes inside the Guest OS,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isolated from the Host OS by the hypervisor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8C27A5-E1CC-CF0D-DC41-C0BBC0D628E9}"/>
              </a:ext>
            </a:extLst>
          </p:cNvPr>
          <p:cNvSpPr/>
          <p:nvPr/>
        </p:nvSpPr>
        <p:spPr>
          <a:xfrm>
            <a:off x="267426" y="342065"/>
            <a:ext cx="4971324" cy="285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2: Malware Analysis in Virtual Machines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9" name="그림 8" descr="텍스트, 스크린샷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DF8B1E-CFDC-E8B4-387C-75E23D0C06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63" y="2259783"/>
            <a:ext cx="4181050" cy="313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7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EE984-C67B-6D17-6A8E-177A5791A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EAD23E-CB35-B128-129D-3BD8AB160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8C9D0A-A6F7-3BA8-6365-1586CF370600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Malware Anlaysis Machine Setup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90A0374-5634-02BD-CC30-D6444C45B446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D9F38-015C-8C9C-B257-2526BF5B45BE}"/>
              </a:ext>
            </a:extLst>
          </p:cNvPr>
          <p:cNvSpPr txBox="1"/>
          <p:nvPr/>
        </p:nvSpPr>
        <p:spPr>
          <a:xfrm>
            <a:off x="1080655" y="2655540"/>
            <a:ext cx="8961120" cy="2207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A </a:t>
            </a:r>
            <a:r>
              <a:rPr lang="en-US" altLang="ko-KR" sz="2000" u="sng">
                <a:solidFill>
                  <a:srgbClr val="333333"/>
                </a:solidFill>
                <a:latin typeface="Bahnschrift Light" panose="020B0502040204020203" pitchFamily="34" charset="0"/>
              </a:rPr>
              <a:t>hypervisor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 provides the virtualization layer for malware analysis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Common options: VMware (Workstation/Fusion), VirtualBox, Hyper-V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VMware is commonly used due to: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Stable snapshot support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Broad tool compatibility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FFB6286-9FC7-E58F-1670-F066BD4CE9AE}"/>
              </a:ext>
            </a:extLst>
          </p:cNvPr>
          <p:cNvSpPr/>
          <p:nvPr/>
        </p:nvSpPr>
        <p:spPr>
          <a:xfrm>
            <a:off x="267426" y="342065"/>
            <a:ext cx="4971324" cy="285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2: Malware Analysis in Virtual Machines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208D31-6C14-9FB7-13BF-F97403391471}"/>
              </a:ext>
            </a:extLst>
          </p:cNvPr>
          <p:cNvSpPr/>
          <p:nvPr/>
        </p:nvSpPr>
        <p:spPr>
          <a:xfrm>
            <a:off x="1080655" y="1695797"/>
            <a:ext cx="5015345" cy="584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1. Choose a Hypervisor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02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94F11-DD8C-A087-35E0-E795BA87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F4CE8B0-5BB0-6DAC-9F61-34F4B5D9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9D18E-5385-05E0-E62A-87BADF8CCF80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Malware Anlaysis Machine Setup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0B7818-8B42-B96E-BC01-B5A60671B9EC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E0EF66-F8FB-503E-60DE-A461C94CE72B}"/>
              </a:ext>
            </a:extLst>
          </p:cNvPr>
          <p:cNvSpPr/>
          <p:nvPr/>
        </p:nvSpPr>
        <p:spPr>
          <a:xfrm>
            <a:off x="267426" y="342065"/>
            <a:ext cx="4971324" cy="285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2: Malware Analysis in Virtual Machines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8F4321-F09D-EE4C-A2AA-518BB531A88E}"/>
              </a:ext>
            </a:extLst>
          </p:cNvPr>
          <p:cNvSpPr txBox="1"/>
          <p:nvPr/>
        </p:nvSpPr>
        <p:spPr>
          <a:xfrm>
            <a:off x="1080654" y="3429000"/>
            <a:ext cx="10030692" cy="2207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Use a separate, </a:t>
            </a:r>
            <a:r>
              <a:rPr lang="en-US" altLang="ko-KR" sz="2000" u="sng">
                <a:solidFill>
                  <a:srgbClr val="333333"/>
                </a:solidFill>
                <a:latin typeface="Bahnschrift Light" panose="020B0502040204020203" pitchFamily="34" charset="0"/>
              </a:rPr>
              <a:t>cleanly installed OS 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Most malware and analysis tools run on Windows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Virtual disks can be configured with dynamic allocation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For example, a 20GB virtual disk only consumes actual space as data is written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20GB is usually sufficient as a starting point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0E9C7D-E292-3C0D-9728-60A3D68E8253}"/>
              </a:ext>
            </a:extLst>
          </p:cNvPr>
          <p:cNvSpPr/>
          <p:nvPr/>
        </p:nvSpPr>
        <p:spPr>
          <a:xfrm>
            <a:off x="1080655" y="1695797"/>
            <a:ext cx="5015345" cy="584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1. Choose a Hypervisor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0EDB60-34B8-AFA2-AF31-D6371B843169}"/>
              </a:ext>
            </a:extLst>
          </p:cNvPr>
          <p:cNvSpPr/>
          <p:nvPr/>
        </p:nvSpPr>
        <p:spPr>
          <a:xfrm>
            <a:off x="1080654" y="2437596"/>
            <a:ext cx="5015345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2. Create a Dedicated Analysis Environment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362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B7638-BE10-A9FA-DC0F-E50BB36ED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25F2E1-E07C-E98B-01F5-9FAC1B0E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694C3C-14D9-A9A1-57F9-45394D52A217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Malware Anlaysis Machine Setup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39DBF7-9012-461C-B552-168E8D630753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6512DC9-32F0-8BF4-6BA2-CFC9229AFF4C}"/>
              </a:ext>
            </a:extLst>
          </p:cNvPr>
          <p:cNvSpPr/>
          <p:nvPr/>
        </p:nvSpPr>
        <p:spPr>
          <a:xfrm>
            <a:off x="267426" y="342065"/>
            <a:ext cx="4971324" cy="285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2: Malware Analysis in Virtual Machines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8FC92-24AE-6374-B61D-CFDD1F48E7D8}"/>
              </a:ext>
            </a:extLst>
          </p:cNvPr>
          <p:cNvSpPr/>
          <p:nvPr/>
        </p:nvSpPr>
        <p:spPr>
          <a:xfrm>
            <a:off x="1080655" y="1695797"/>
            <a:ext cx="5015345" cy="584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1. Choose a Hypervisor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FCBE7B-2302-0EAC-4974-D52D147E8B01}"/>
              </a:ext>
            </a:extLst>
          </p:cNvPr>
          <p:cNvSpPr/>
          <p:nvPr/>
        </p:nvSpPr>
        <p:spPr>
          <a:xfrm>
            <a:off x="1080654" y="2437596"/>
            <a:ext cx="5015345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2. Create a Dedicated Analysis Environment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1416A9-3D74-C77F-9894-D40E26CEEA83}"/>
              </a:ext>
            </a:extLst>
          </p:cNvPr>
          <p:cNvSpPr txBox="1"/>
          <p:nvPr/>
        </p:nvSpPr>
        <p:spPr>
          <a:xfrm>
            <a:off x="1080654" y="3931878"/>
            <a:ext cx="6264872" cy="2207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Install any required applications 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u="sng">
                <a:solidFill>
                  <a:srgbClr val="333333"/>
                </a:solidFill>
                <a:latin typeface="Bahnschrift Light" panose="020B0502040204020203" pitchFamily="34" charset="0"/>
              </a:rPr>
              <a:t>VMware Tools 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improve usability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Better mouse and keyboard interaction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Shared folders and clipboard support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Convenience features should be used carefully!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112274-BE25-6DDF-F492-5976737A9211}"/>
              </a:ext>
            </a:extLst>
          </p:cNvPr>
          <p:cNvSpPr/>
          <p:nvPr/>
        </p:nvSpPr>
        <p:spPr>
          <a:xfrm>
            <a:off x="1080654" y="3179395"/>
            <a:ext cx="5015345" cy="5847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>
                <a:solidFill>
                  <a:schemeClr val="tx1"/>
                </a:solidFill>
              </a:rPr>
              <a:t>3. Install Analysis Applications</a:t>
            </a:r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182F9D1-6B64-B715-BC04-40F80FE2C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516414"/>
              </p:ext>
            </p:extLst>
          </p:nvPr>
        </p:nvGraphicFramePr>
        <p:xfrm>
          <a:off x="6677775" y="1542163"/>
          <a:ext cx="4827039" cy="3175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6219">
                  <a:extLst>
                    <a:ext uri="{9D8B030D-6E8A-4147-A177-3AD203B41FA5}">
                      <a16:colId xmlns:a16="http://schemas.microsoft.com/office/drawing/2014/main" val="785605881"/>
                    </a:ext>
                  </a:extLst>
                </a:gridCol>
                <a:gridCol w="2180820">
                  <a:extLst>
                    <a:ext uri="{9D8B030D-6E8A-4147-A177-3AD203B41FA5}">
                      <a16:colId xmlns:a16="http://schemas.microsoft.com/office/drawing/2014/main" val="3282278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Purpose</a:t>
                      </a:r>
                      <a:endParaRPr lang="ko-KR" altLang="en-US" sz="14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Tools</a:t>
                      </a:r>
                      <a:endParaRPr lang="ko-KR" altLang="en-US" sz="140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659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Initial Triage &amp; File Identification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Antivirus, Hashing, PEiD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747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Executable Structure Analysis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PEview, Resource Hacker, Dependency Walker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366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Dynamic Behavior Monitoring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Process Monitor, Process explorer, Regshot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99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Network Communication Analysis &amp; Control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Wireshark, ApateDNS, Netcat, INetSim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91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Reverse-Engineering &amp; Debugging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IDA Pro, OllyDbg, WinDbg</a:t>
                      </a:r>
                      <a:endParaRPr lang="ko-KR" altLang="en-US" sz="140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383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51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2BF8B-65F0-0512-BFB6-51AC4B7C3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3907C0-9B2C-D8BF-DBAF-144109DB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49FD8-B77F-16FF-75F5-1EA222625D58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Network Configuration for Isolation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5F13B3-FF0C-8AD4-81DD-353B0FC38D62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D07CFCF-48C3-5C03-BBA5-1605286A7126}"/>
              </a:ext>
            </a:extLst>
          </p:cNvPr>
          <p:cNvSpPr/>
          <p:nvPr/>
        </p:nvSpPr>
        <p:spPr>
          <a:xfrm>
            <a:off x="267426" y="342065"/>
            <a:ext cx="4971324" cy="285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2: Malware Analysis in Virtual Machines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pic>
        <p:nvPicPr>
          <p:cNvPr id="8" name="그림 7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CD1479-2D62-46AB-25AA-6319B087A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420" y="1848405"/>
            <a:ext cx="4791744" cy="40772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7E9AE4-A98C-899E-26DA-F4CAD24BB5EF}"/>
              </a:ext>
            </a:extLst>
          </p:cNvPr>
          <p:cNvSpPr txBox="1"/>
          <p:nvPr/>
        </p:nvSpPr>
        <p:spPr>
          <a:xfrm>
            <a:off x="5478164" y="1699165"/>
            <a:ext cx="6264872" cy="437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333333"/>
                </a:solidFill>
                <a:latin typeface="Bahnschrift Light" panose="020B0502040204020203" pitchFamily="34" charset="0"/>
              </a:rPr>
              <a:t>Host-Only: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Isolates the VM from external networks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Useful for initial execution </a:t>
            </a:r>
            <a:r>
              <a:rPr lang="en-US" altLang="ko-KR" sz="1600" u="sng">
                <a:solidFill>
                  <a:srgbClr val="333333"/>
                </a:solidFill>
                <a:latin typeface="Bahnschrift Light" panose="020B0502040204020203" pitchFamily="34" charset="0"/>
              </a:rPr>
              <a:t>without network interaction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333333"/>
                </a:solidFill>
                <a:latin typeface="Bahnschrift Light" panose="020B0502040204020203" pitchFamily="34" charset="0"/>
              </a:rPr>
              <a:t>NAT (Network Address Translation): 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Allows the guest to access the host’s network and the Internet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Prevents inbound connections from external networks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u="sng">
                <a:solidFill>
                  <a:srgbClr val="333333"/>
                </a:solidFill>
                <a:latin typeface="Bahnschrift Light" panose="020B0502040204020203" pitchFamily="34" charset="0"/>
              </a:rPr>
              <a:t>Commonly used for controlled dynamic analysis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333333"/>
                </a:solidFill>
                <a:latin typeface="Bahnschrift Light" panose="020B0502040204020203" pitchFamily="34" charset="0"/>
              </a:rPr>
              <a:t>Bridged: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Directly connects the VM to the physical network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Exposes the VM to real network traffic and potential abuse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Generally </a:t>
            </a:r>
            <a:r>
              <a:rPr lang="en-US" altLang="ko-KR" sz="1600">
                <a:solidFill>
                  <a:srgbClr val="FF0000"/>
                </a:solidFill>
                <a:latin typeface="Bahnschrift Light" panose="020B0502040204020203" pitchFamily="34" charset="0"/>
              </a:rPr>
              <a:t>discouraged</a:t>
            </a: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 for malware analysis</a:t>
            </a:r>
          </a:p>
        </p:txBody>
      </p:sp>
      <p:pic>
        <p:nvPicPr>
          <p:cNvPr id="14" name="그림 13" descr="텍스트, 도표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771FE0-F380-FA6D-D731-D4008875D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05522" y="1567678"/>
            <a:ext cx="4039164" cy="1362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413C73-0E0C-4736-2E6D-BB427A522861}"/>
              </a:ext>
            </a:extLst>
          </p:cNvPr>
          <p:cNvSpPr txBox="1"/>
          <p:nvPr/>
        </p:nvSpPr>
        <p:spPr>
          <a:xfrm>
            <a:off x="686420" y="5925674"/>
            <a:ext cx="4552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altLang="ko-KR" sz="1400">
                <a:solidFill>
                  <a:srgbClr val="333333"/>
                </a:solidFill>
                <a:latin typeface="Bahnschrift Light" panose="020B0502040204020203" pitchFamily="34" charset="0"/>
              </a:rPr>
              <a:t> Network access can be disabled by removing or </a:t>
            </a:r>
            <a:br>
              <a:rPr lang="en-US" altLang="ko-KR" sz="1400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 sz="1400">
                <a:solidFill>
                  <a:srgbClr val="333333"/>
                </a:solidFill>
                <a:latin typeface="Bahnschrift Light" panose="020B0502040204020203" pitchFamily="34" charset="0"/>
              </a:rPr>
              <a:t>disconnecting the virtual network adapter</a:t>
            </a:r>
          </a:p>
        </p:txBody>
      </p:sp>
    </p:spTree>
    <p:extLst>
      <p:ext uri="{BB962C8B-B14F-4D97-AF65-F5344CB8AC3E}">
        <p14:creationId xmlns:p14="http://schemas.microsoft.com/office/powerpoint/2010/main" val="1212654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85665-B26E-EA7B-4BE2-E7A0E6C3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B723901-34BE-049C-228F-A9027568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BB9FD3-841C-7B0E-B012-B244D1CFC422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Network Configuration for Isolation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731D28-F7D2-BDC2-774C-D85868E12FF1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CFEFA7-C8A1-5A22-C416-A400258AB505}"/>
              </a:ext>
            </a:extLst>
          </p:cNvPr>
          <p:cNvSpPr/>
          <p:nvPr/>
        </p:nvSpPr>
        <p:spPr>
          <a:xfrm>
            <a:off x="267426" y="342065"/>
            <a:ext cx="4971324" cy="285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2: Malware Analysis in Virtual Machines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5254D6-399B-1408-AC1F-D49CD8AECA6D}"/>
              </a:ext>
            </a:extLst>
          </p:cNvPr>
          <p:cNvSpPr txBox="1"/>
          <p:nvPr/>
        </p:nvSpPr>
        <p:spPr>
          <a:xfrm>
            <a:off x="4732441" y="2444297"/>
            <a:ext cx="6621359" cy="2845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Multiple VMs </a:t>
            </a: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are connected through an isolated virtual LAN</a:t>
            </a:r>
          </a:p>
          <a:p>
            <a:pPr marL="742950" lvl="1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The network is disconnected from the Internet and the host system</a:t>
            </a: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Malware perceives an active network environment, while remaining isolated from external infrastructure</a:t>
            </a:r>
          </a:p>
          <a:p>
            <a:pPr marL="285750" indent="-285750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Analysis and service VMs are connected to the same </a:t>
            </a:r>
            <a:r>
              <a:rPr lang="en-US" altLang="ko-KR" u="sng">
                <a:solidFill>
                  <a:srgbClr val="333333"/>
                </a:solidFill>
                <a:latin typeface="Bahnschrift Light" panose="020B0502040204020203" pitchFamily="34" charset="0"/>
              </a:rPr>
              <a:t>VMnet, </a:t>
            </a:r>
            <a:br>
              <a:rPr lang="en-US" altLang="ko-KR" u="sng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 u="sng">
                <a:solidFill>
                  <a:srgbClr val="333333"/>
                </a:solidFill>
                <a:latin typeface="Bahnschrift Light" panose="020B0502040204020203" pitchFamily="34" charset="0"/>
              </a:rPr>
              <a:t>acting as a private virtual switch</a:t>
            </a:r>
          </a:p>
        </p:txBody>
      </p:sp>
      <p:pic>
        <p:nvPicPr>
          <p:cNvPr id="7" name="그림 6" descr="텍스트, 도표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37255E2-B242-C226-B040-22178F3F0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87" y="1995191"/>
            <a:ext cx="3176505" cy="366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27B4E4-75D6-638F-AD50-F986C05C13B3}"/>
              </a:ext>
            </a:extLst>
          </p:cNvPr>
          <p:cNvSpPr txBox="1"/>
          <p:nvPr/>
        </p:nvSpPr>
        <p:spPr>
          <a:xfrm>
            <a:off x="929138" y="5661226"/>
            <a:ext cx="3647900" cy="404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lang="en-US" altLang="ko-KR" sz="1800" i="1">
                <a:solidFill>
                  <a:srgbClr val="333333"/>
                </a:solidFill>
                <a:latin typeface="Bahnschrift Light" panose="020B0502040204020203" pitchFamily="34" charset="0"/>
              </a:rPr>
              <a:t>Using Multiple Virtual Machines</a:t>
            </a:r>
          </a:p>
        </p:txBody>
      </p:sp>
    </p:spTree>
    <p:extLst>
      <p:ext uri="{BB962C8B-B14F-4D97-AF65-F5344CB8AC3E}">
        <p14:creationId xmlns:p14="http://schemas.microsoft.com/office/powerpoint/2010/main" val="1389839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DDE2A-FE33-C979-DF8F-6D4D78B4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BF200D-A2C2-70A6-4B0F-50DFD8B8A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E0C195-BBCC-3F46-5BCB-E1A427FDA4A3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Taking Snapshots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DE1C10-78FE-2F2E-4748-A55E91A20468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7855E5-419F-B6FA-098C-4CE7F192AEC5}"/>
              </a:ext>
            </a:extLst>
          </p:cNvPr>
          <p:cNvSpPr/>
          <p:nvPr/>
        </p:nvSpPr>
        <p:spPr>
          <a:xfrm>
            <a:off x="267426" y="342065"/>
            <a:ext cx="4971324" cy="285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2: Malware Analysis in Virtual Machines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576DD7-9345-AED6-DF01-3BF4A8140AEF}"/>
              </a:ext>
            </a:extLst>
          </p:cNvPr>
          <p:cNvSpPr txBox="1"/>
          <p:nvPr/>
        </p:nvSpPr>
        <p:spPr>
          <a:xfrm>
            <a:off x="488406" y="1813015"/>
            <a:ext cx="5657124" cy="3618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u="sng">
                <a:solidFill>
                  <a:srgbClr val="333333"/>
                </a:solidFill>
                <a:latin typeface="Bahnschrift Light" panose="020B0502040204020203" pitchFamily="34" charset="0"/>
              </a:rPr>
              <a:t>The ‘undo’ button </a:t>
            </a: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for malware analysis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Captures the entire state of the VM </a:t>
            </a:r>
            <a:b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(memory, disk, settings) at a specific point in time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333333"/>
                </a:solidFill>
                <a:latin typeface="Bahnschrift Light" panose="020B0502040204020203" pitchFamily="34" charset="0"/>
              </a:rPr>
              <a:t>Pre-Analysis Snapshot: </a:t>
            </a:r>
            <a:b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Always take a snapshot before executing malware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333333"/>
                </a:solidFill>
                <a:latin typeface="Bahnschrift Light" panose="020B0502040204020203" pitchFamily="34" charset="0"/>
              </a:rPr>
              <a:t>Post-Analysis Revert: </a:t>
            </a:r>
            <a:b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Revert to a clean snapshot after analysis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333333"/>
                </a:solidFill>
                <a:latin typeface="Bahnschrift Light" panose="020B0502040204020203" pitchFamily="34" charset="0"/>
              </a:rPr>
              <a:t>Multiple Snapshots: </a:t>
            </a:r>
            <a:b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Maintain snapshots at different stages </a:t>
            </a:r>
            <a:b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(e.g., clean OS, OS with analysis tools installed, </a:t>
            </a:r>
            <a:b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pre-malware execution)</a:t>
            </a:r>
          </a:p>
        </p:txBody>
      </p:sp>
      <p:pic>
        <p:nvPicPr>
          <p:cNvPr id="8" name="그림 7" descr="텍스트, 라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4D5EC4-A20E-F868-74C0-3DCDBBBA2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61" y="933853"/>
            <a:ext cx="4410691" cy="1009791"/>
          </a:xfrm>
          <a:prstGeom prst="rect">
            <a:avLst/>
          </a:prstGeom>
        </p:spPr>
      </p:pic>
      <p:pic>
        <p:nvPicPr>
          <p:cNvPr id="10" name="그림 9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AF33C7-E4DC-2147-3C20-6C5D87B0E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530" y="2045883"/>
            <a:ext cx="4867954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66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24DC6-923D-EA4F-FF4E-CB172DB7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1EC2209-9EA6-8276-25F0-818ADC03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7ED66-1F6F-C54A-8333-B5C0C3F6C32D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Risks and Limitations of VM-Based Analysis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6A86462-C355-40D9-64DC-65232F974EDD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657F53-CFCA-AFB1-D177-1266E0C5A15C}"/>
              </a:ext>
            </a:extLst>
          </p:cNvPr>
          <p:cNvSpPr/>
          <p:nvPr/>
        </p:nvSpPr>
        <p:spPr>
          <a:xfrm>
            <a:off x="267426" y="342065"/>
            <a:ext cx="4971324" cy="2858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2: Malware Analysis in Virtual Machines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39D8A-19DD-94E4-507C-2772BE011E53}"/>
              </a:ext>
            </a:extLst>
          </p:cNvPr>
          <p:cNvSpPr txBox="1"/>
          <p:nvPr/>
        </p:nvSpPr>
        <p:spPr>
          <a:xfrm>
            <a:off x="745961" y="1780566"/>
            <a:ext cx="9388639" cy="428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333333"/>
                </a:solidFill>
                <a:latin typeface="Bahnschrift Light" panose="020B0502040204020203" pitchFamily="34" charset="0"/>
              </a:rPr>
              <a:t>Anti-VM Techniques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Sophisticated malware can detect when it is running inside a VM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Behavior may change to evade analysis =&gt; Chapter 17</a:t>
            </a:r>
            <a:b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(e.g., not executing, showing benign behavior)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333333"/>
                </a:solidFill>
                <a:latin typeface="Bahnschrift Light" panose="020B0502040204020203" pitchFamily="34" charset="0"/>
              </a:rPr>
              <a:t>VM Escapes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Rare but critical vulnerabilities may allow malware to escape the VM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Keeping the hypervisor and guest OS up to date is essential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333333"/>
                </a:solidFill>
                <a:latin typeface="Bahnschrift Light" panose="020B0502040204020203" pitchFamily="34" charset="0"/>
              </a:rPr>
              <a:t>Configuration Errors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Misconfigured network settings or share resources (e.g., shared folders, clipboard) can compromise isolation</a:t>
            </a:r>
          </a:p>
        </p:txBody>
      </p:sp>
    </p:spTree>
    <p:extLst>
      <p:ext uri="{BB962C8B-B14F-4D97-AF65-F5344CB8AC3E}">
        <p14:creationId xmlns:p14="http://schemas.microsoft.com/office/powerpoint/2010/main" val="443205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75323-10A2-602A-C573-2379B883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50C732-C95B-854A-29ED-F2EDCC46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CF232-23EC-3CCA-DE68-BAE5F5993A30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What is Basic Dynamic Analysis?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B94839-8107-CD9C-384D-34D29652A47D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C3BDC0-AF1E-BA1E-C96A-C1D937E57601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99978A-9CE6-5BDE-91A9-B192D321FAB6}"/>
              </a:ext>
            </a:extLst>
          </p:cNvPr>
          <p:cNvSpPr txBox="1"/>
          <p:nvPr/>
        </p:nvSpPr>
        <p:spPr>
          <a:xfrm>
            <a:off x="886979" y="1909182"/>
            <a:ext cx="10185574" cy="3915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Analyze malware by executing it in a controlled environment and observing its </a:t>
            </a:r>
            <a:r>
              <a:rPr lang="en-US" altLang="ko-KR" sz="2000" u="sng">
                <a:solidFill>
                  <a:srgbClr val="333333"/>
                </a:solidFill>
                <a:latin typeface="Bahnschrift Light" panose="020B0502040204020203" pitchFamily="34" charset="0"/>
              </a:rPr>
              <a:t>behavior at runtime 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(rather than internal implementation)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Goal: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Understand what the malware actually does on a system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Identify observable effects such as</a:t>
            </a:r>
          </a:p>
          <a:p>
            <a:pPr marL="1200150" lvl="2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File system changes</a:t>
            </a:r>
          </a:p>
          <a:p>
            <a:pPr marL="1200150" lvl="2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Registry modifications</a:t>
            </a:r>
          </a:p>
          <a:p>
            <a:pPr marL="1200150" lvl="2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Network communications</a:t>
            </a:r>
          </a:p>
          <a:p>
            <a:pPr marL="1200150" lvl="2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Process creation</a:t>
            </a:r>
          </a:p>
        </p:txBody>
      </p:sp>
    </p:spTree>
    <p:extLst>
      <p:ext uri="{BB962C8B-B14F-4D97-AF65-F5344CB8AC3E}">
        <p14:creationId xmlns:p14="http://schemas.microsoft.com/office/powerpoint/2010/main" val="974926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2FE7-D099-5F47-EAC1-7A11D84D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357CDA-8366-CBF3-BFC1-3EDDFFE48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CF60EA-6D93-4060-4AC7-4FAD8B4F0907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Basic Dynamic Tools In Practice: A Workflow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799C94A-C743-8046-89D4-8BAC032DF17B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B57EE5-0A3C-FD95-51FF-EE7927E0AB72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BCD3E-F687-1478-A993-8D0D0B03DDB4}"/>
              </a:ext>
            </a:extLst>
          </p:cNvPr>
          <p:cNvSpPr txBox="1"/>
          <p:nvPr/>
        </p:nvSpPr>
        <p:spPr>
          <a:xfrm>
            <a:off x="735870" y="1488711"/>
            <a:ext cx="1072026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Environment Preparation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Set up a clean VM and take a snapshot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Initial Triage (Optional)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Use online or local sandboxes for a quick overview (e.g., VirusTotal, Cuckoo)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Pre-Execution Inspection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Collect static hints using strings, PEiD, Dependency Walker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Baseline Snapshot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Capture initial system state (e.g., Regshot)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Controlled Execution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Execute the malware inside the VM, and enable network simulation if needed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Real-TIme Monitoring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Observe behavior using Process Monitor and Process Explorer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Capture network traffic with Wireshark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Post-Execution Analysis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Compare system state changes and correlate findings across tools</a:t>
            </a:r>
          </a:p>
        </p:txBody>
      </p:sp>
    </p:spTree>
    <p:extLst>
      <p:ext uri="{BB962C8B-B14F-4D97-AF65-F5344CB8AC3E}">
        <p14:creationId xmlns:p14="http://schemas.microsoft.com/office/powerpoint/2010/main" val="2752100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16B85-302F-7BA6-8883-6A05A498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552ED3-1212-B592-C140-6FC51A00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351D1B-8813-7621-5137-77FCD90032C1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Basic Dynamic Tools In Practice: A Workflow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AF2F3A2-0B29-29E0-1486-1951C01B6C9F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2D2265B-E61F-0D30-76FD-DDBBD29856E6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85CFAF-B095-BE69-5EAE-057216782829}"/>
              </a:ext>
            </a:extLst>
          </p:cNvPr>
          <p:cNvSpPr txBox="1"/>
          <p:nvPr/>
        </p:nvSpPr>
        <p:spPr>
          <a:xfrm>
            <a:off x="735870" y="1488711"/>
            <a:ext cx="1072026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Environment Preparation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Set up a clean VM and take a snapshot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chemeClr val="accent1"/>
                </a:solidFill>
                <a:latin typeface="Bahnschrift Light" panose="020B0502040204020203" pitchFamily="34" charset="0"/>
              </a:rPr>
              <a:t>Initial Triage (Optional)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Use online or local sandboxes for a quick overview (e.g., VirusTotal, Cuckoo)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Pre-Execution Inspection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Collect static hints using strings, PEiD, Dependency Walker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chemeClr val="accent1"/>
                </a:solidFill>
                <a:latin typeface="Bahnschrift Light" panose="020B0502040204020203" pitchFamily="34" charset="0"/>
              </a:rPr>
              <a:t>Baseline Snapshot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Capture initial system state (e.g., Regshot)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chemeClr val="accent1"/>
                </a:solidFill>
                <a:latin typeface="Bahnschrift Light" panose="020B0502040204020203" pitchFamily="34" charset="0"/>
              </a:rPr>
              <a:t>Controlled Execution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Execute the malware inside the VM, and enable network simulation if needed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chemeClr val="accent1"/>
                </a:solidFill>
                <a:latin typeface="Bahnschrift Light" panose="020B0502040204020203" pitchFamily="34" charset="0"/>
              </a:rPr>
              <a:t>Real-TIme Monitoring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Observe behavior using Process Monitor and Process Explorer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Capture network traffic with Wireshark</a:t>
            </a:r>
          </a:p>
          <a:p>
            <a:pPr marL="457200" indent="-457200">
              <a:spcAft>
                <a:spcPts val="600"/>
              </a:spcAft>
              <a:buAutoNum type="arabicPeriod"/>
            </a:pPr>
            <a:r>
              <a:rPr lang="en-US" altLang="ko-KR" b="1">
                <a:solidFill>
                  <a:schemeClr val="accent1"/>
                </a:solidFill>
                <a:latin typeface="Bahnschrift Light" panose="020B0502040204020203" pitchFamily="34" charset="0"/>
              </a:rPr>
              <a:t>Post-Execution Analysis</a:t>
            </a:r>
          </a:p>
          <a:p>
            <a:pPr marL="914400" lvl="1" indent="-4572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Compare system state changes and correlate findings across tools</a:t>
            </a:r>
          </a:p>
        </p:txBody>
      </p:sp>
    </p:spTree>
    <p:extLst>
      <p:ext uri="{BB962C8B-B14F-4D97-AF65-F5344CB8AC3E}">
        <p14:creationId xmlns:p14="http://schemas.microsoft.com/office/powerpoint/2010/main" val="1520579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CF93E-CFA9-3FE7-7AEE-F53E0DDF3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AF31098-95DA-1091-32D7-E807E4CF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34B48-6EA9-A7E2-3DAA-88D66EA344FA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The Quick &amp; Dirty Approach: Sandboxes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17FDDE-94A2-A809-DD65-EA8732283290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3911FD-E468-8DE2-94BF-304D327EA62D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B8A3E-C411-C621-9E7B-D649A9192877}"/>
              </a:ext>
            </a:extLst>
          </p:cNvPr>
          <p:cNvSpPr txBox="1"/>
          <p:nvPr/>
        </p:nvSpPr>
        <p:spPr>
          <a:xfrm>
            <a:off x="838200" y="1657656"/>
            <a:ext cx="9607673" cy="4731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Fully automated environments that execute malware and report on its behavior (e.g., Cuckoo Sandbox, Any.Run, VirusTotal)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Advantages: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chemeClr val="accent5"/>
                </a:solidFill>
                <a:latin typeface="Bahnschrift Light" panose="020B0502040204020203" pitchFamily="34" charset="0"/>
              </a:rPr>
              <a:t>Speed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: Rapid initial assessment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chemeClr val="accent5"/>
                </a:solidFill>
                <a:latin typeface="Bahnschrift Light" panose="020B0502040204020203" pitchFamily="34" charset="0"/>
              </a:rPr>
              <a:t>Scalability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: Analyze large volumes of samples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chemeClr val="accent5"/>
                </a:solidFill>
                <a:latin typeface="Bahnschrift Light" panose="020B0502040204020203" pitchFamily="34" charset="0"/>
              </a:rPr>
              <a:t>Simplicity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: Minimal manual effort required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Drawbacks: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C00000"/>
                </a:solidFill>
                <a:latin typeface="Bahnschrift Light" panose="020B0502040204020203" pitchFamily="34" charset="0"/>
              </a:rPr>
              <a:t>Evasion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: Malware can detect sandboxes and alter behavior (e.g., sleeping, self-delete)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C00000"/>
                </a:solidFill>
                <a:latin typeface="Bahnschrift Light" panose="020B0502040204020203" pitchFamily="34" charset="0"/>
              </a:rPr>
              <a:t>Limited Depth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: Subtle or complex behaviors may be missed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C00000"/>
                </a:solidFill>
                <a:latin typeface="Bahnschrift Light" panose="020B0502040204020203" pitchFamily="34" charset="0"/>
              </a:rPr>
              <a:t>Lack of Control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: Less interactive than manual dynamic analysis</a:t>
            </a:r>
          </a:p>
        </p:txBody>
      </p:sp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028B8E-8A63-FF21-0B1D-7C072E8DA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1423" y="2356069"/>
            <a:ext cx="5010849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86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0DB93-1092-2618-2D41-C4F513808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CFD755-C2E5-E70E-2D4D-83FF594A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20BAEF-78DB-63C7-6669-E77436497024}"/>
              </a:ext>
            </a:extLst>
          </p:cNvPr>
          <p:cNvSpPr txBox="1"/>
          <p:nvPr/>
        </p:nvSpPr>
        <p:spPr>
          <a:xfrm>
            <a:off x="488406" y="792671"/>
            <a:ext cx="9607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Monitoring Processes &amp; File System with </a:t>
            </a:r>
            <a:r>
              <a:rPr lang="en-US" altLang="ko-KR" sz="3200" i="1">
                <a:latin typeface="Bahnschrift" panose="020B0502040204020203" pitchFamily="34" charset="0"/>
              </a:rPr>
              <a:t>Procmon</a:t>
            </a:r>
            <a:endParaRPr lang="ko-KR" altLang="en-US" sz="3200" i="1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19C7083-DF4B-CBE4-4FD8-5298E5C787D9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4C90A1B-FFFD-9C35-2735-B413D285591F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105AD8-B5DB-EE03-3B57-09E985DA4479}"/>
              </a:ext>
            </a:extLst>
          </p:cNvPr>
          <p:cNvSpPr txBox="1"/>
          <p:nvPr/>
        </p:nvSpPr>
        <p:spPr>
          <a:xfrm>
            <a:off x="725321" y="1756792"/>
            <a:ext cx="9607673" cy="411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ko-KR">
                <a:solidFill>
                  <a:srgbClr val="333333"/>
                </a:solidFill>
                <a:highlight>
                  <a:srgbClr val="C0C0C0"/>
                </a:highlight>
                <a:latin typeface="Bahnschrift Light" panose="020B0502040204020203" pitchFamily="34" charset="0"/>
              </a:rPr>
              <a:t>Process Monitor (Procmon)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Captures </a:t>
            </a:r>
            <a:r>
              <a:rPr lang="en-US" altLang="ko-KR" u="sng">
                <a:solidFill>
                  <a:srgbClr val="333333"/>
                </a:solidFill>
                <a:latin typeface="Bahnschrift Light" panose="020B0502040204020203" pitchFamily="34" charset="0"/>
              </a:rPr>
              <a:t>real-time activity</a:t>
            </a: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 across: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File system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Registry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Process and thread operations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Records detailed event information: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Operation (Read, Write, Create, Delete)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Path and result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Process name and PID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Filtering is essential due to the high volume of events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600">
                <a:solidFill>
                  <a:srgbClr val="333333"/>
                </a:solidFill>
                <a:latin typeface="Bahnschrift Light" panose="020B0502040204020203" pitchFamily="34" charset="0"/>
              </a:rPr>
              <a:t>Common filters include process name, path, operation, and result</a:t>
            </a:r>
          </a:p>
        </p:txBody>
      </p:sp>
      <p:pic>
        <p:nvPicPr>
          <p:cNvPr id="8" name="그림 7" descr="텍스트, 영수증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7A74DF-4BC2-ACB8-ECED-6CEFA3F23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06" y="3545672"/>
            <a:ext cx="9956434" cy="2828847"/>
          </a:xfrm>
          <a:prstGeom prst="rect">
            <a:avLst/>
          </a:prstGeom>
        </p:spPr>
      </p:pic>
      <p:pic>
        <p:nvPicPr>
          <p:cNvPr id="10" name="그림 9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13FC7D-CC9D-5F35-100A-F18887E41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016" y="2286154"/>
            <a:ext cx="4124901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1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FD3B7-E92B-C46B-604F-7504764D0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4D7C9E9-E924-9880-970D-D473C218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3B276-8DBE-1589-995A-1BAF53C1CA3A}"/>
              </a:ext>
            </a:extLst>
          </p:cNvPr>
          <p:cNvSpPr txBox="1"/>
          <p:nvPr/>
        </p:nvSpPr>
        <p:spPr>
          <a:xfrm>
            <a:off x="488406" y="792671"/>
            <a:ext cx="10046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Deep Dive into Processes with </a:t>
            </a:r>
            <a:r>
              <a:rPr lang="en-US" altLang="ko-KR" sz="3200" i="1">
                <a:latin typeface="Bahnschrift" panose="020B0502040204020203" pitchFamily="34" charset="0"/>
              </a:rPr>
              <a:t>Process Explorer</a:t>
            </a:r>
            <a:endParaRPr lang="ko-KR" altLang="en-US" sz="3200" i="1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0350BE-4C5B-A3CA-657A-40AF2D3DF0B6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10DC65D-29F7-539E-07CF-08E7465B64DF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5FE67-490F-F87C-7DE1-C6EF005AB910}"/>
              </a:ext>
            </a:extLst>
          </p:cNvPr>
          <p:cNvSpPr txBox="1"/>
          <p:nvPr/>
        </p:nvSpPr>
        <p:spPr>
          <a:xfrm>
            <a:off x="488406" y="1589545"/>
            <a:ext cx="9607673" cy="49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ko-KR">
                <a:solidFill>
                  <a:srgbClr val="333333"/>
                </a:solidFill>
                <a:highlight>
                  <a:srgbClr val="C0C0C0"/>
                </a:highlight>
                <a:latin typeface="Bahnschrift Light" panose="020B0502040204020203" pitchFamily="34" charset="0"/>
              </a:rPr>
              <a:t>Process Explorer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Provides </a:t>
            </a:r>
            <a:r>
              <a:rPr lang="en-US" altLang="ko-KR" u="sng">
                <a:solidFill>
                  <a:srgbClr val="333333"/>
                </a:solidFill>
                <a:latin typeface="Bahnschrift Light" panose="020B0502040204020203" pitchFamily="34" charset="0"/>
              </a:rPr>
              <a:t>detailed information about running process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Includes parent-child relationships, CPU/memory usage, loaded DLLs, and open-handles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>
              <a:solidFill>
                <a:srgbClr val="333333"/>
              </a:solidFill>
              <a:latin typeface="Bahnschrift Light" panose="020B0502040204020203" pitchFamily="34" charset="0"/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Key Capabilities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Process Tree</a:t>
            </a: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: 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Visualizes process hierarchies to identify suspicious spawns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DLLs &amp; Handles View: 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Shows all loaded modules and open file/registry/network handles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Verify Signatures: 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Quickly check whether binaries are legitimately signed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>
                <a:solidFill>
                  <a:srgbClr val="333333"/>
                </a:solidFill>
                <a:latin typeface="Bahnschrift Light" panose="020B0502040204020203" pitchFamily="34" charset="0"/>
              </a:rPr>
              <a:t>String Comparison: 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Searches for suspicious strings in a process’s memory or on disk</a:t>
            </a:r>
          </a:p>
        </p:txBody>
      </p:sp>
      <p:pic>
        <p:nvPicPr>
          <p:cNvPr id="7" name="그림 6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F6CC5E-2B65-2641-2A34-BB21A13B8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455" y="1658769"/>
            <a:ext cx="6692655" cy="499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9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652F1-0591-4D65-6FD4-0852A97D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8D28B5-50E5-58E2-B794-717D6CF2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8C3CA-9CE0-BF77-3433-95C3D65D49F9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Tracking Registry Changes with </a:t>
            </a:r>
            <a:r>
              <a:rPr lang="en-US" altLang="ko-KR" sz="3200" i="1">
                <a:latin typeface="Bahnschrift" panose="020B0502040204020203" pitchFamily="34" charset="0"/>
              </a:rPr>
              <a:t>RegShot</a:t>
            </a:r>
            <a:endParaRPr lang="ko-KR" altLang="en-US" sz="3200" i="1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33B8C4-DFB4-F15E-F8D8-F4E6E6BFEB64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63050E-12EA-046D-C209-A93C6C1B9159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A1A6F1-1FA3-72F3-C807-E49CD8C60D04}"/>
              </a:ext>
            </a:extLst>
          </p:cNvPr>
          <p:cNvSpPr txBox="1"/>
          <p:nvPr/>
        </p:nvSpPr>
        <p:spPr>
          <a:xfrm>
            <a:off x="784555" y="1589545"/>
            <a:ext cx="9607673" cy="3915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ko-KR" sz="2000">
                <a:solidFill>
                  <a:srgbClr val="333333"/>
                </a:solidFill>
                <a:highlight>
                  <a:srgbClr val="C0C0C0"/>
                </a:highlight>
                <a:latin typeface="Bahnschrift Light" panose="020B0502040204020203" pitchFamily="34" charset="0"/>
              </a:rPr>
              <a:t>RegShot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u="sng">
                <a:solidFill>
                  <a:srgbClr val="333333"/>
                </a:solidFill>
                <a:latin typeface="Bahnschrift Light" panose="020B0502040204020203" pitchFamily="34" charset="0"/>
              </a:rPr>
              <a:t>Compares two registry snapshots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 taken at different times and reports the differences (added, deleted, modifed keys/values)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Workflow 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Take a baseline snapshot (clean state)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Execute the malware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Take a second snapshot and compare the results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2000">
              <a:solidFill>
                <a:srgbClr val="333333"/>
              </a:solidFill>
              <a:latin typeface="Bahnschrift Light" panose="020B0502040204020203" pitchFamily="34" charset="0"/>
            </a:endParaRP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Particularly useful for identifying persistence mechanisms</a:t>
            </a:r>
          </a:p>
        </p:txBody>
      </p:sp>
      <p:pic>
        <p:nvPicPr>
          <p:cNvPr id="8" name="그림 7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1994C6-B4AC-96E8-D01D-A3FAE998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112" y="2713935"/>
            <a:ext cx="3160107" cy="300962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A5F1968-C3BF-8D7B-9C80-0D985552F326}"/>
              </a:ext>
            </a:extLst>
          </p:cNvPr>
          <p:cNvGrpSpPr/>
          <p:nvPr/>
        </p:nvGrpSpPr>
        <p:grpSpPr>
          <a:xfrm>
            <a:off x="4708016" y="418147"/>
            <a:ext cx="6898030" cy="6021705"/>
            <a:chOff x="2575123" y="698792"/>
            <a:chExt cx="6898030" cy="6021705"/>
          </a:xfrm>
        </p:grpSpPr>
        <p:pic>
          <p:nvPicPr>
            <p:cNvPr id="10" name="그림 9" descr="텍스트, 스크린샷, 폰트, 대수학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947BA7A-06B1-2524-4FF9-C4965D0218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75123" y="698792"/>
              <a:ext cx="6898030" cy="1959407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  <p:pic>
          <p:nvPicPr>
            <p:cNvPr id="13" name="그림 12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C0398BF-178F-794F-B34B-8982CB4FB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75123" y="2658199"/>
              <a:ext cx="6898030" cy="4062298"/>
            </a:xfrm>
            <a:prstGeom prst="rect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25371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D9B2-09AD-59BA-545A-A23127543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3B06CA-2E76-3F42-A53F-1B8C1DCA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089F8-BBE1-04C0-219A-1E6453BF62C8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u="sng">
                <a:latin typeface="Bahnschrift" panose="020B0502040204020203" pitchFamily="34" charset="0"/>
              </a:rPr>
              <a:t>Monitoring</a:t>
            </a:r>
            <a:r>
              <a:rPr lang="en-US" altLang="ko-KR" sz="3200">
                <a:latin typeface="Bahnschrift" panose="020B0502040204020203" pitchFamily="34" charset="0"/>
              </a:rPr>
              <a:t> Network Activity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860B41-9C89-C0DD-A4D7-9D1D5DE8F3CD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BABBE3-4995-0CC0-3303-179E84B13E7F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CB26AC-B6F0-858D-813B-1C713F1B1A84}"/>
              </a:ext>
            </a:extLst>
          </p:cNvPr>
          <p:cNvSpPr txBox="1"/>
          <p:nvPr/>
        </p:nvSpPr>
        <p:spPr>
          <a:xfrm>
            <a:off x="784555" y="1589545"/>
            <a:ext cx="9607673" cy="2130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ko-KR" sz="2000">
                <a:solidFill>
                  <a:srgbClr val="333333"/>
                </a:solidFill>
                <a:highlight>
                  <a:srgbClr val="C0C0C0"/>
                </a:highlight>
                <a:latin typeface="Bahnschrift Light" panose="020B0502040204020203" pitchFamily="34" charset="0"/>
              </a:rPr>
              <a:t>Wireshark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u="sng">
                <a:solidFill>
                  <a:srgbClr val="333333"/>
                </a:solidFill>
                <a:latin typeface="Bahnschrift Light" panose="020B0502040204020203" pitchFamily="34" charset="0"/>
              </a:rPr>
              <a:t>Packet-sniffing tool 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for capturing and analyzing network traffic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Identifies C2 communication, data exfiltration, protocol usage, and obfuscated traffic patterns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Display filters help isolate relevant traffic quickly</a:t>
            </a:r>
          </a:p>
        </p:txBody>
      </p:sp>
    </p:spTree>
    <p:extLst>
      <p:ext uri="{BB962C8B-B14F-4D97-AF65-F5344CB8AC3E}">
        <p14:creationId xmlns:p14="http://schemas.microsoft.com/office/powerpoint/2010/main" val="149745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E5886-1757-F230-6E8E-C3152BA7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8FF919B-644D-CF12-8185-1D826355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80BEA-1CDB-DAFC-3A4C-F83C4FCAD929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u="sng">
                <a:latin typeface="Bahnschrift" panose="020B0502040204020203" pitchFamily="34" charset="0"/>
              </a:rPr>
              <a:t>Faking</a:t>
            </a:r>
            <a:r>
              <a:rPr lang="en-US" altLang="ko-KR" sz="3200">
                <a:latin typeface="Bahnschrift" panose="020B0502040204020203" pitchFamily="34" charset="0"/>
              </a:rPr>
              <a:t> Network Activity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7955C4-6DB1-B1A5-3554-91C5E4758F56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DDE7B3-45D9-9291-574E-84872BC79E1F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E60562-347D-9441-DA55-7DDCE0EBC39F}"/>
              </a:ext>
            </a:extLst>
          </p:cNvPr>
          <p:cNvSpPr txBox="1"/>
          <p:nvPr/>
        </p:nvSpPr>
        <p:spPr>
          <a:xfrm>
            <a:off x="784555" y="1589545"/>
            <a:ext cx="10569245" cy="4361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ko-KR" sz="2000">
                <a:solidFill>
                  <a:srgbClr val="333333"/>
                </a:solidFill>
                <a:highlight>
                  <a:srgbClr val="C0C0C0"/>
                </a:highlight>
                <a:latin typeface="Bahnschrift Light" panose="020B0502040204020203" pitchFamily="34" charset="0"/>
              </a:rPr>
              <a:t>ApateDNS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u="sng">
                <a:solidFill>
                  <a:srgbClr val="333333"/>
                </a:solidFill>
                <a:latin typeface="Bahnschrift Light" panose="020B0502040204020203" pitchFamily="34" charset="0"/>
              </a:rPr>
              <a:t>Forwards DNS request 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to a local DNS server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Allows analysts to control DNS responses (e.g., redirecting malware to a fake C2 server)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ko-KR" sz="2000">
                <a:solidFill>
                  <a:srgbClr val="333333"/>
                </a:solidFill>
                <a:highlight>
                  <a:srgbClr val="C0C0C0"/>
                </a:highlight>
                <a:latin typeface="Bahnschrift Light" panose="020B0502040204020203" pitchFamily="34" charset="0"/>
              </a:rPr>
              <a:t>Netcat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A versatile network utility used for </a:t>
            </a:r>
            <a:r>
              <a:rPr lang="en-US" altLang="ko-KR" sz="2000" u="sng">
                <a:solidFill>
                  <a:srgbClr val="333333"/>
                </a:solidFill>
                <a:latin typeface="Bahnschrift Light" panose="020B0502040204020203" pitchFamily="34" charset="0"/>
              </a:rPr>
              <a:t>reading from and writing to network connections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.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Useful for catching incoming connections or sending test data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ko-KR" sz="2000">
                <a:solidFill>
                  <a:srgbClr val="333333"/>
                </a:solidFill>
                <a:highlight>
                  <a:srgbClr val="C0C0C0"/>
                </a:highlight>
                <a:latin typeface="Bahnschrift Light" panose="020B0502040204020203" pitchFamily="34" charset="0"/>
              </a:rPr>
              <a:t>INetSim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u="sng">
                <a:solidFill>
                  <a:srgbClr val="333333"/>
                </a:solidFill>
                <a:latin typeface="Bahnschrift Light" panose="020B0502040204020203" pitchFamily="34" charset="0"/>
              </a:rPr>
              <a:t>Simulates common Internet services</a:t>
            </a: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 (HTTP, DNS, FTP, SMTP, IRC)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Allows malware to interact with fake services as if they were real, enabling full communication without Internet access</a:t>
            </a:r>
          </a:p>
        </p:txBody>
      </p:sp>
    </p:spTree>
    <p:extLst>
      <p:ext uri="{BB962C8B-B14F-4D97-AF65-F5344CB8AC3E}">
        <p14:creationId xmlns:p14="http://schemas.microsoft.com/office/powerpoint/2010/main" val="2765650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754B-197A-CDD7-8397-985C0DC2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079B966-A81B-0B6C-5A08-B75D26C8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3A588-5CEC-6FF2-5AEB-E906224981B5}"/>
              </a:ext>
            </a:extLst>
          </p:cNvPr>
          <p:cNvSpPr txBox="1"/>
          <p:nvPr/>
        </p:nvSpPr>
        <p:spPr>
          <a:xfrm>
            <a:off x="488406" y="792671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Limitations &amp; Challenges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9E98B1F-8DB8-6C71-6E80-9DE1506B4D37}"/>
              </a:ext>
            </a:extLst>
          </p:cNvPr>
          <p:cNvSpPr/>
          <p:nvPr/>
        </p:nvSpPr>
        <p:spPr>
          <a:xfrm>
            <a:off x="267426" y="792671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340517-EF65-1359-8251-104121E49493}"/>
              </a:ext>
            </a:extLst>
          </p:cNvPr>
          <p:cNvSpPr/>
          <p:nvPr/>
        </p:nvSpPr>
        <p:spPr>
          <a:xfrm>
            <a:off x="267426" y="342066"/>
            <a:ext cx="3767545" cy="238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bg2">
                    <a:lumMod val="10000"/>
                  </a:schemeClr>
                </a:solidFill>
                <a:latin typeface="Bahnschrift Light" panose="020B0502040204020203" pitchFamily="34" charset="0"/>
              </a:rPr>
              <a:t>Chapter 3: Basic Dyamic Analysis</a:t>
            </a:r>
            <a:endParaRPr lang="ko-KR" altLang="en-US" sz="1600">
              <a:solidFill>
                <a:schemeClr val="bg2">
                  <a:lumMod val="10000"/>
                </a:schemeClr>
              </a:solidFill>
              <a:latin typeface="Bahnschrift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CEC429-D320-51F0-2D3A-4E4456679455}"/>
              </a:ext>
            </a:extLst>
          </p:cNvPr>
          <p:cNvSpPr txBox="1"/>
          <p:nvPr/>
        </p:nvSpPr>
        <p:spPr>
          <a:xfrm>
            <a:off x="784555" y="1589545"/>
            <a:ext cx="9607673" cy="3761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333333"/>
                </a:solidFill>
                <a:latin typeface="Bahnschrift Light" panose="020B0502040204020203" pitchFamily="34" charset="0"/>
              </a:rPr>
              <a:t>Anti-Dynamic Analysis Techniques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Malware can detect dynamic analysis tools or VM environments and refuse to execute or alter its behavior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333333"/>
                </a:solidFill>
                <a:latin typeface="Bahnschrift Light" panose="020B0502040204020203" pitchFamily="34" charset="0"/>
              </a:rPr>
              <a:t>Time-Based Triggers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Malware may activate only after a specific date or time, making analysis difficult without time manipulation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 b="1">
                <a:solidFill>
                  <a:srgbClr val="333333"/>
                </a:solidFill>
                <a:latin typeface="Bahnschrift Light" panose="020B0502040204020203" pitchFamily="34" charset="0"/>
              </a:rPr>
              <a:t>Event-Based Triggers</a:t>
            </a:r>
          </a:p>
          <a:p>
            <a:pPr marL="742950" lvl="1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2000">
                <a:solidFill>
                  <a:srgbClr val="333333"/>
                </a:solidFill>
                <a:latin typeface="Bahnschrift Light" panose="020B0502040204020203" pitchFamily="34" charset="0"/>
              </a:rPr>
              <a:t>Requires specific user interaction (e.g., clicking a button, opening a specific file) that might not be replicated in an automated sandboxes</a:t>
            </a:r>
          </a:p>
        </p:txBody>
      </p:sp>
    </p:spTree>
    <p:extLst>
      <p:ext uri="{BB962C8B-B14F-4D97-AF65-F5344CB8AC3E}">
        <p14:creationId xmlns:p14="http://schemas.microsoft.com/office/powerpoint/2010/main" val="2126861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DDBC7-33FD-D800-934A-43195B63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CC0C053-AD47-EB71-992E-2801F2A3D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AE142-4E1E-449C-A77D-9419FC2EDBA6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E1B8A5-1EB2-79C3-7CDC-44D25460942E}"/>
              </a:ext>
            </a:extLst>
          </p:cNvPr>
          <p:cNvSpPr txBox="1"/>
          <p:nvPr/>
        </p:nvSpPr>
        <p:spPr>
          <a:xfrm>
            <a:off x="621756" y="142135"/>
            <a:ext cx="8279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>
                <a:latin typeface="Bahnschrift" panose="020B0502040204020203" pitchFamily="34" charset="0"/>
              </a:rPr>
              <a:t>Wrapping Up</a:t>
            </a:r>
            <a:endParaRPr lang="ko-KR" altLang="en-US" sz="3200">
              <a:latin typeface="Bahnschrift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4C8EB4-8514-63C5-88E0-49BE14AD00C5}"/>
              </a:ext>
            </a:extLst>
          </p:cNvPr>
          <p:cNvSpPr/>
          <p:nvPr/>
        </p:nvSpPr>
        <p:spPr>
          <a:xfrm>
            <a:off x="400776" y="142135"/>
            <a:ext cx="1143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C239D6-9F56-0BF0-6146-AE62D411A4A3}"/>
              </a:ext>
            </a:extLst>
          </p:cNvPr>
          <p:cNvSpPr txBox="1"/>
          <p:nvPr/>
        </p:nvSpPr>
        <p:spPr>
          <a:xfrm>
            <a:off x="799505" y="1074543"/>
            <a:ext cx="9607673" cy="29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Virtual machines enable safe and controlled malware analysis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- Proper VM configuration is essential for reliable results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Sandboxes support fast initial triage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– But manual analysis is required for deeper understanding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Basic dynamic analysis observes runtime behavior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– Processes, registry, file system, and network activity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Environmental dependencies limit basic techniques</a:t>
            </a:r>
            <a:b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</a:br>
            <a:r>
              <a:rPr lang="en-US" altLang="ko-KR">
                <a:solidFill>
                  <a:srgbClr val="333333"/>
                </a:solidFill>
                <a:latin typeface="Bahnschrift Light" panose="020B0502040204020203" pitchFamily="34" charset="0"/>
              </a:rPr>
              <a:t>– Motivating more advanced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D4606-DBC5-8FE8-AF43-953D6FC82FB8}"/>
              </a:ext>
            </a:extLst>
          </p:cNvPr>
          <p:cNvSpPr txBox="1"/>
          <p:nvPr/>
        </p:nvSpPr>
        <p:spPr>
          <a:xfrm>
            <a:off x="2355350" y="4368946"/>
            <a:ext cx="7924074" cy="19874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285750" indent="-28575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rgbClr val="333333"/>
                </a:solidFill>
                <a:latin typeface="Bahnschrift Light" panose="020B0502040204020203" pitchFamily="34" charset="0"/>
              </a:defRPr>
            </a:lvl1pPr>
          </a:lstStyle>
          <a:p>
            <a:r>
              <a:rPr lang="ko-KR" altLang="en-US" sz="1600"/>
              <a:t>Part 2: Advanced Static Analysis (Chapters 4–7)</a:t>
            </a:r>
            <a:br>
              <a:rPr lang="en-US" altLang="ko-KR" sz="1600"/>
            </a:br>
            <a:r>
              <a:rPr lang="ko-KR" altLang="en-US" sz="1600"/>
              <a:t>– Disassembly, IDA Pro, and understanding Windows malware at the code level</a:t>
            </a:r>
          </a:p>
          <a:p>
            <a:r>
              <a:rPr lang="ko-KR" altLang="en-US" sz="1600"/>
              <a:t>Part 3: Advanced Dynamic Analysis (Chapters 8–10)</a:t>
            </a:r>
            <a:br>
              <a:rPr lang="en-US" altLang="ko-KR" sz="1600"/>
            </a:br>
            <a:r>
              <a:rPr lang="ko-KR" altLang="en-US" sz="1600"/>
              <a:t>– Debugging with tools such as OllyDbg and WinDbg</a:t>
            </a:r>
          </a:p>
          <a:p>
            <a:r>
              <a:rPr lang="ko-KR" altLang="en-US" sz="1600"/>
              <a:t>Part 5: Anti-Reverse-Engineering (Chapters 15–18)</a:t>
            </a:r>
            <a:br>
              <a:rPr lang="en-US" altLang="ko-KR" sz="1600"/>
            </a:br>
            <a:r>
              <a:rPr lang="ko-KR" altLang="en-US" sz="1600"/>
              <a:t>– Anti-debugging, anti-VM techniques, and packing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CD6B8-81F4-63B5-CF3C-8055E2D8E9E8}"/>
              </a:ext>
            </a:extLst>
          </p:cNvPr>
          <p:cNvSpPr txBox="1"/>
          <p:nvPr/>
        </p:nvSpPr>
        <p:spPr>
          <a:xfrm>
            <a:off x="7851622" y="4184279"/>
            <a:ext cx="2074460" cy="36933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solidFill>
                  <a:schemeClr val="bg1"/>
                </a:solidFill>
              </a:rPr>
              <a:t>What‘s Next?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4316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5467</TotalTime>
  <Words>1750</Words>
  <Application>Microsoft Office PowerPoint</Application>
  <PresentationFormat>와이드스크린</PresentationFormat>
  <Paragraphs>263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맑은 고딕</vt:lpstr>
      <vt:lpstr>Arial</vt:lpstr>
      <vt:lpstr>Bahnschrift</vt:lpstr>
      <vt:lpstr>Bahnschrift Light</vt:lpstr>
      <vt:lpstr>Bahnschrift SemiBold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김태영</dc:creator>
  <cp:lastModifiedBy>김태영</cp:lastModifiedBy>
  <cp:revision>191</cp:revision>
  <dcterms:created xsi:type="dcterms:W3CDTF">2021-10-03T07:58:23Z</dcterms:created>
  <dcterms:modified xsi:type="dcterms:W3CDTF">2026-01-07T06:28:14Z</dcterms:modified>
</cp:coreProperties>
</file>